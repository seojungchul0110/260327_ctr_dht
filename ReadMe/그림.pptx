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0" r:id="rId2"/>
    <p:sldId id="259" r:id="rId3"/>
    <p:sldId id="294" r:id="rId4"/>
    <p:sldId id="295" r:id="rId5"/>
    <p:sldId id="269" r:id="rId6"/>
    <p:sldId id="263" r:id="rId7"/>
    <p:sldId id="277" r:id="rId8"/>
    <p:sldId id="278" r:id="rId9"/>
    <p:sldId id="279" r:id="rId10"/>
    <p:sldId id="280" r:id="rId11"/>
    <p:sldId id="281" r:id="rId12"/>
    <p:sldId id="282" r:id="rId13"/>
    <p:sldId id="284" r:id="rId14"/>
    <p:sldId id="285" r:id="rId15"/>
    <p:sldId id="286" r:id="rId16"/>
    <p:sldId id="287" r:id="rId17"/>
    <p:sldId id="288" r:id="rId18"/>
    <p:sldId id="289" r:id="rId19"/>
    <p:sldId id="292" r:id="rId20"/>
    <p:sldId id="293" r:id="rId21"/>
    <p:sldId id="290" r:id="rId22"/>
    <p:sldId id="291" r:id="rId23"/>
    <p:sldId id="297" r:id="rId24"/>
    <p:sldId id="296" r:id="rId25"/>
    <p:sldId id="300" r:id="rId26"/>
    <p:sldId id="299" r:id="rId27"/>
    <p:sldId id="301" r:id="rId28"/>
    <p:sldId id="302" r:id="rId29"/>
    <p:sldId id="298" r:id="rId30"/>
    <p:sldId id="307" r:id="rId31"/>
    <p:sldId id="303" r:id="rId32"/>
    <p:sldId id="304" r:id="rId33"/>
    <p:sldId id="305" r:id="rId34"/>
    <p:sldId id="306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BFDFF7D-E5E2-47F0-8909-52BABB48312F}">
          <p14:sldIdLst>
            <p14:sldId id="260"/>
            <p14:sldId id="259"/>
          </p14:sldIdLst>
        </p14:section>
        <p14:section name="1. 기본" id="{A04C8BF2-8FCE-422F-A887-6AB49B1400F5}">
          <p14:sldIdLst>
            <p14:sldId id="294"/>
            <p14:sldId id="295"/>
          </p14:sldIdLst>
        </p14:section>
        <p14:section name="2-1. 알고리즘_Send" id="{C10F00CD-6D60-44C2-869A-F66D9F5A058B}">
          <p14:sldIdLst>
            <p14:sldId id="269"/>
          </p14:sldIdLst>
        </p14:section>
        <p14:section name="B. 910 찾기(Finger 개별)" id="{42481F74-5BB7-44E2-927C-31C3E9649FCC}">
          <p14:sldIdLst>
            <p14:sldId id="263"/>
            <p14:sldId id="277"/>
            <p14:sldId id="278"/>
            <p14:sldId id="279"/>
            <p14:sldId id="280"/>
            <p14:sldId id="281"/>
          </p14:sldIdLst>
        </p14:section>
        <p14:section name="A. 910 찾기(Finger 중복제거)" id="{43E427BB-9C64-4F13-B9B7-A9B218110ACD}">
          <p14:sldIdLst>
            <p14:sldId id="282"/>
            <p14:sldId id="284"/>
            <p14:sldId id="285"/>
            <p14:sldId id="286"/>
            <p14:sldId id="287"/>
            <p14:sldId id="288"/>
            <p14:sldId id="289"/>
            <p14:sldId id="292"/>
            <p14:sldId id="293"/>
          </p14:sldIdLst>
        </p14:section>
        <p14:section name="2-2. 알고리즘_EN/DECRYT" id="{D3149275-6AE9-4A26-8F69-D1F6B217B582}">
          <p14:sldIdLst>
            <p14:sldId id="290"/>
            <p14:sldId id="291"/>
          </p14:sldIdLst>
        </p14:section>
        <p14:section name="3. 성능 계산" id="{7FEFA834-E850-4825-B1BE-C43662C461E5}">
          <p14:sldIdLst>
            <p14:sldId id="297"/>
          </p14:sldIdLst>
        </p14:section>
        <p14:section name="260114" id="{D6B68E60-12CA-4957-865C-C32772D0817A}">
          <p14:sldIdLst>
            <p14:sldId id="296"/>
            <p14:sldId id="300"/>
            <p14:sldId id="299"/>
            <p14:sldId id="301"/>
            <p14:sldId id="302"/>
          </p14:sldIdLst>
        </p14:section>
        <p14:section name="260203" id="{59D96864-8C3F-4471-A4CC-23E1A375EE75}">
          <p14:sldIdLst>
            <p14:sldId id="298"/>
            <p14:sldId id="307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DBFF"/>
    <a:srgbClr val="E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>
      <p:cViewPr>
        <p:scale>
          <a:sx n="66" d="100"/>
          <a:sy n="66" d="100"/>
        </p:scale>
        <p:origin x="2232" y="978"/>
      </p:cViewPr>
      <p:guideLst>
        <p:guide orient="horz" pos="220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8400" cy="684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205A4-D99C-46C1-B41F-96680921B5CF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C8D83-2BD9-4463-BF79-A3D2FA327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54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090-43D3-106E-5D1D-4BCC420F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C6B759-1275-7846-4320-0CB449DFC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6313-DA40-F3DE-FB47-71FE2A2AE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1D987-126C-E890-8889-BA5C87C2F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06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090-43D3-106E-5D1D-4BCC420F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C6B759-1275-7846-4320-0CB449DFC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6313-DA40-F3DE-FB47-71FE2A2AE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1D987-126C-E890-8889-BA5C87C2F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5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AE16-4F98-407B-A568-3DE0B37E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92C00-2315-3820-8AB0-E573589AC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EA284C-4610-F87C-11C7-CCFCFE686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274B86-32E0-26CD-C4B5-59438C593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701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8385-0906-25F5-B1CC-58AF5ECB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3F89D5-775C-E5D3-D3BB-58102E274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4E6043-FBC4-52E2-67B1-E7F5C3B6B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51B68F-39F9-3DC6-8947-DFC399619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90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B494-A073-888B-E82D-665B72C9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7C6E9-8827-8670-26BC-8B337ECDB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3AF358-DC16-E3A7-C1A8-1EEED8871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F6D1FB-19F4-BD86-F7E4-35FA33320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408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F3B6-71B8-9717-F414-DE76E934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998649-411F-458F-84F6-0F5ED7D9C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61FD3-CD46-6661-0EA0-72C62745A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9FC4A-0605-97F2-A0FC-0DEEC334F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791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03F8-3E73-C08B-D9C0-ACB0C2D1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C37710-8044-3214-BB12-0C73B35A7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935F37-8919-9BD9-17C0-4132422FE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ED870-3C41-2C5C-82CA-4D366B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4A3A-9B9C-E5ED-16C4-6DC89750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C70687-856C-3235-285B-E96BBF8EE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D4651B-7A2C-5DD9-5D7C-CB34E51B4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46CEDD-155A-4305-05D1-BD5A06DAF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90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BAFD-2709-3931-20E7-36B2C595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D1388-8D3A-09A5-B202-E8C475CB7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EF6614-E76E-A68A-BDA9-527A6D4D0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454ED-5247-402A-1764-E2DB5B511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828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2CB7-F1D9-A3B8-25EC-E882275E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92C33C-DFDD-57D9-8291-81AFBA35B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9F594-3751-A27A-BEA3-36EFF9A54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BC675-724C-9FF1-CB70-F483FC03A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558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6FB6B-1666-9F17-F2FA-8C0D27DC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369955-0176-E8CD-4FFC-C7B2D1714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7008A3-93A6-8CAD-C201-A555363E5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0934A8-15A1-AE01-4C97-D7CD20A8E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478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A40F-54DF-AEF6-A3D3-8C246855A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8A4B0E-AB2E-5829-C801-CB9FAE08A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F58453-77CF-4385-0BC3-FA7CCAC2D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6B5C7-B4D2-9C35-3076-8F841F1BD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078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FF6F-6CE5-0424-94AB-3D277206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F01300-D56E-25EC-3AE1-B07682D56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2AB2D2-16B2-4BD6-2A81-17AA94659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1AF094-F79E-942B-4029-FF75298B7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343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3A88-A69A-654E-BC7B-D20F52E9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72E429-DCF5-170C-9870-19A51B016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F981B8-5066-DD7B-662B-BEB99254A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A198F-17B7-55DC-6AEF-2BAFAD624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728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85E6-5762-D787-33A4-BE19A593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EB6D9-44D3-8F45-8EFF-49211FE5D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FF96A8-9577-A449-3C17-45761A57B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4D253-67E5-3F75-ADCA-486AEC9AE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201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6BC4-C4D7-BB7E-BC36-0180A922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5CFBE-C977-ADD9-4D64-FD1002325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D82579-6C76-D2EE-F7C9-9BAB512FA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271BD-4C3C-0DFE-9FAC-8CF9E8ECD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798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C5B8-7032-1362-7BBC-7C4FB04E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8D3CBA-8722-CC24-F202-BFDB5CC5F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5CBB75-C5D3-83FA-40CC-8DB42A6BD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52879-29DB-CB00-3B75-173379064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156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4EF0-94D1-4E6C-EF5E-131E9A53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A17F99-CEBA-9556-59A3-399B96629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21406B-6624-8E86-A18D-F1B0F4FE9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FFDBA-3693-3A0B-C59F-F02DED1F3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709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8BC8-6E26-C6E1-F81C-BA1CE0B9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D4DB27-C4B8-4C8C-3BE0-E3D754A1E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EA75ED-5537-8F4D-F78B-D19CC6C58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F708A-0B88-E985-1A6D-C6111E31F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874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D251A-7FB2-B6CD-1EFA-1179D991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AA137B-E3B7-A711-4D36-D7B998948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EFB15D-C8FF-29FA-7B04-189E4A376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DD17C-0FF2-B060-F566-6FF37168F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644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5861-1D02-3513-E058-B02758FB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5ED1D-0C3D-0CBD-28DA-90C53FA1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64F25B-BE45-1FC0-96A2-9794B5B42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45900-6070-D003-162B-AA426CF2D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023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49A1-3786-6C45-0FE2-0B3F3FC9C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FCE660-31CC-7A75-B090-B57167A34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CD9891-58A3-C5E0-3A0C-B400D12D2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F57BB2-02DD-CE88-988B-D865439A7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828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51A3-317D-8D5D-E569-6A6F6639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A8C01E-ABAF-399A-B216-98E6D2953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C4379-389E-8297-0772-BE68D406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6FB176-C167-6CD0-68AF-9384D8E59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936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51A3-317D-8D5D-E569-6A6F6639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A8C01E-ABAF-399A-B216-98E6D2953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C4379-389E-8297-0772-BE68D406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6FB176-C167-6CD0-68AF-9384D8E59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065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5572-58FF-0774-E808-2ADC621E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14247-2D17-9E92-5496-7FB4BEFF5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360E65-CF97-E3FE-7160-DAC04CA73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55836-EA5B-9A81-43F6-D82688F7C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8536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4F36-058F-5926-0CFF-9CECB691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32A3E4-83A7-89C1-85FC-206EBB986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581B2-19E7-47BF-85B4-599856203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C32D1-D67D-1BEE-E6DE-A9E550D04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00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3176-B8B0-985B-808C-EADA7530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14EBA-7F16-75A9-CC33-6FA86CCE5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1AA82F-5B48-04B6-5E1D-51424A5DF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E6D7A-6454-36E9-3C2B-2621DBA2F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72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BE0F-07DB-0B8D-C27B-A1B753DD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003384-9BF5-7C3E-9137-83D3EE8CC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26F10-281F-B997-CA0A-0A4CDFD01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0C4D7D-FBD8-83D1-029C-0733F8037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5544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6D3E-02C8-5171-3F28-C46DD266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F38FF2-F800-9AE9-01CA-58A2A3BB9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CDC0BF-E386-A263-54E4-13E3BD835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9E55EA-CF83-348F-C85D-0292704B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325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3A80-AC64-7164-A502-73FB5162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F9EC5F-B814-B6E0-3D89-6D9BC5E3D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E0C41A-D0F6-F308-615F-EC53F862D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7827B-51BC-DC88-2A9E-8DA1548DF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98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51A6-4EB6-8375-3993-843A12C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0B4CA-F13D-6D15-CA24-69E4AA7E1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AAB636-A98D-C636-EA00-552A0CEC4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5B21C3-211D-17B8-F248-93A40FF8F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661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B795-C63D-E54A-1E08-FE14E03B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5CB89-E668-3CCD-A9F4-12EF0F13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4CEE6E-15A4-6C92-9EE3-84EA8EAB6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C52F8-4E0E-172A-40E5-247AA7F85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458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4C17-EE1B-8B4D-F8CF-F60A0EC8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6CD02F-AA69-5748-365E-2D232CD51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B0FAE5-76C4-044A-0BDB-758551301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4F02E-6F55-7279-BF5B-6F9F6578B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C8D83-2BD9-4463-BF79-A3D2FA3276A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59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41B42-C233-FE82-7147-8E9B3B96F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154FAE-4D7E-0EDA-8F5A-44EAE8A16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2F162-CF26-A468-7F17-C46F8BAF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069A3-D2EC-65BA-24F9-17A45633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3F3D24-6506-08EE-FC90-12BCD2F3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1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60C31-2C7A-DF86-8C96-062EBE95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B75927-E011-9A39-B983-DF1DCEB8D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D6F4DD-86A5-5C67-8C46-F53F0F8D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497BF1-B058-171B-126A-0D06C22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A78DA-45C5-2439-2E3A-38DBEB8A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13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A5631-F025-1F28-9670-4863D032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FF96BD-B857-34F0-7736-5A0F03B0E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A9865E-1914-6318-CB5A-3E5B76548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CDA3F0-7344-657C-D53A-8D1EF00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608B7-9889-F6E1-CC30-51D16405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37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9A472-9086-EEDA-EDC5-B86E409C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3CA2C-5B6E-2315-3A0F-8DA7E998A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81812D-8B42-2537-848F-77D68423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D4D4A-D0D1-9A5D-397E-1518A2E9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64D923-94F7-6FA9-2222-195380D6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346992-A65C-4EEE-4324-AC706D75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92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88523-1CB6-69B5-1A0F-D0868420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E5DE0A-4D62-9C5F-5EFE-9D4991CE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5A5638-6ED7-BE75-8DED-A12B079F7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2DACF6-6D09-4195-B42E-34441F8AD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27274-D8B7-D891-907E-3631CE1F2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3B8D11-FD88-8A26-4E41-6AAA90DE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CDDCCC-005D-AC87-D59C-9EEBD364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F5C784-097A-0B39-06DA-0CAD29B7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9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17330-1EC6-A506-3FF6-F5A48D32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D68CDC-7A7B-E3AE-0FF7-0BD8F4C4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FE6D28-40D5-4EEF-2958-551272F6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FB2743-E6E0-5B06-F099-B5D3C3C9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6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2025CE-4183-FDEB-46C4-31FB9BC9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271B38-2D35-684A-0120-E1BF9DF4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67542-401F-0CDF-C5FC-A7918F40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88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A3191-52FE-977E-046A-E2E64A69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F803B-2B8D-7598-6AC9-EF1BD4B1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CE07CA-1108-2EE6-E4E3-5BFE5D49C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D20642-F9E7-3517-572C-C40E8D7A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E57D0F-CC7C-2CAC-2F97-663CED78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858467-D64B-0F20-1C92-F25C38B2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87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0D38D-7447-A98D-1454-DB5C1703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6777B1-51B6-A7B0-1AF3-8CA8FD2AB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5001AB-2716-D353-385A-5CC74787B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38CAE9-21B9-0D96-9834-FE22D197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C3D177-8B5C-A960-A8D3-56AFACA8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7C1C3F-2BC7-A712-F914-ACB31BA5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5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FC380-8087-C2B2-BE24-9689EF4D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377099-50EA-6AFD-4CA3-EBAB6F1F7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1C985-9948-D2DD-2296-D015C025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8C99C-915F-803A-2266-CB3D8D10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4C336E-A80B-41E6-573A-1CCAE3D4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96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D56491-4177-603F-0EDF-C4E246045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3B459-0F38-D9FE-7D90-A2BC70380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A7CD7-C730-B951-0D3F-FDEBEA75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1439A-3BD6-2DBB-B5E6-AF453138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F5F8BC-4C11-1307-1CBE-E5BF9BF6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43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FF8B6A-D33A-99DC-B5F2-AA9F9AEE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04265C-50CE-72A6-25FE-F9A2E7FB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F6E02-6EE9-1A37-70EA-F4259E13A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6552-3296-4895-A13F-4493C80E619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A390E-FC8B-6EB5-B5F0-3B37BE594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2B003-8223-64A1-DAED-6205679D5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56DAF-5FEC-4E7C-9F62-B9917A2AFF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07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E482-2BFF-CF9A-6754-D5DAFCC1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DDA785E-1334-90FC-DBB3-E78076BD6429}"/>
              </a:ext>
            </a:extLst>
          </p:cNvPr>
          <p:cNvSpPr txBox="1"/>
          <p:nvPr/>
        </p:nvSpPr>
        <p:spPr>
          <a:xfrm>
            <a:off x="1444800" y="351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DEF_BASE_M 10, DEF_RINF_MAX_CNT 1024)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EC37F3-24B6-E4FF-C93D-7A8A2B02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6969"/>
              </p:ext>
            </p:extLst>
          </p:nvPr>
        </p:nvGraphicFramePr>
        <p:xfrm>
          <a:off x="1376400" y="3696909"/>
          <a:ext cx="7089451" cy="2057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29">
                  <a:extLst>
                    <a:ext uri="{9D8B030D-6E8A-4147-A177-3AD203B41FA5}">
                      <a16:colId xmlns:a16="http://schemas.microsoft.com/office/drawing/2014/main" val="575546411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21930644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137896999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097369507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120501172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248940062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703106237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503245691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503391992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032830834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578812659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90639280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105456338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925504912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289011030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919395904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98928777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584483420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033172824"/>
                    </a:ext>
                  </a:extLst>
                </a:gridCol>
              </a:tblGrid>
              <a:tr h="1865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Start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397524066"/>
                  </a:ext>
                </a:extLst>
              </a:tr>
              <a:tr h="186564"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>
                          <a:effectLst/>
                        </a:rPr>
                        <a:t>602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754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>
                          <a:effectLst/>
                        </a:rPr>
                        <a:t>852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>
                          <a:effectLst/>
                        </a:rPr>
                        <a:t>910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>
                          <a:effectLst/>
                        </a:rPr>
                        <a:t>1020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877876257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524438430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806768567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762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860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80085841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770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868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926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230773648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634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786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884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942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4279020434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666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974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4277013531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882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980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330798911"/>
                  </a:ext>
                </a:extLst>
              </a:tr>
              <a:tr h="1865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1020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988209310"/>
                  </a:ext>
                </a:extLst>
              </a:tr>
              <a:tr h="192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90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242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340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508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602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1194698674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D38D075-56C4-F691-A36F-ABADC744F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05464"/>
              </p:ext>
            </p:extLst>
          </p:nvPr>
        </p:nvGraphicFramePr>
        <p:xfrm>
          <a:off x="1513200" y="1103400"/>
          <a:ext cx="7089451" cy="407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129">
                  <a:extLst>
                    <a:ext uri="{9D8B030D-6E8A-4147-A177-3AD203B41FA5}">
                      <a16:colId xmlns:a16="http://schemas.microsoft.com/office/drawing/2014/main" val="390010743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712339930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455496877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807217343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892584872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84254139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351367604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28838454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554225401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771772538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20405352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423624949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234910821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223861239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38743597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4268059924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3326538781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75437625"/>
                    </a:ext>
                  </a:extLst>
                </a:gridCol>
                <a:gridCol w="373129">
                  <a:extLst>
                    <a:ext uri="{9D8B030D-6E8A-4147-A177-3AD203B41FA5}">
                      <a16:colId xmlns:a16="http://schemas.microsoft.com/office/drawing/2014/main" val="1432976051"/>
                    </a:ext>
                  </a:extLst>
                </a:gridCol>
              </a:tblGrid>
              <a:tr h="2304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Succ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2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2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Succ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2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</a:rPr>
                        <a:t>Succ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2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Node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Start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Succ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361070844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145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146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165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275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302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u="none" strike="noStrike" dirty="0">
                          <a:effectLst/>
                        </a:rPr>
                        <a:t>330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3181337835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147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3340033887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463879776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153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173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283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351587136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161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181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291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318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346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92622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177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197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362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3275265650"/>
                  </a:ext>
                </a:extLst>
              </a:tr>
              <a:tr h="13257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177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275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110574495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209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275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229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339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366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394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957935292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273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275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293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302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403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458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364891019"/>
                  </a:ext>
                </a:extLst>
              </a:tr>
              <a:tr h="18656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401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602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421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531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558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586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2502419343"/>
                  </a:ext>
                </a:extLst>
              </a:tr>
              <a:tr h="19205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657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754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677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787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814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852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842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852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87" marR="5487" marT="5487" marB="0" anchor="ctr"/>
                </a:tc>
                <a:extLst>
                  <a:ext uri="{0D108BD9-81ED-4DB2-BD59-A6C34878D82A}">
                    <a16:rowId xmlns:a16="http://schemas.microsoft.com/office/drawing/2014/main" val="4039219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47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E482-2BFF-CF9A-6754-D5DAFCC1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Box 677">
            <a:extLst>
              <a:ext uri="{FF2B5EF4-FFF2-40B4-BE49-F238E27FC236}">
                <a16:creationId xmlns:a16="http://schemas.microsoft.com/office/drawing/2014/main" id="{AEFE336B-E50D-D80B-F35A-C4DBA365EE19}"/>
              </a:ext>
            </a:extLst>
          </p:cNvPr>
          <p:cNvSpPr txBox="1"/>
          <p:nvPr/>
        </p:nvSpPr>
        <p:spPr>
          <a:xfrm>
            <a:off x="260031" y="-2118"/>
            <a:ext cx="525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DEF_BASE_M 10, DEF_RINF_MAX_CNT 1024)</a:t>
            </a: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62C71453-FB07-5FB0-65AD-D8B6EB08C48B}"/>
              </a:ext>
            </a:extLst>
          </p:cNvPr>
          <p:cNvSpPr txBox="1"/>
          <p:nvPr/>
        </p:nvSpPr>
        <p:spPr>
          <a:xfrm>
            <a:off x="6848399" y="-826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777" name="타원 776">
            <a:extLst>
              <a:ext uri="{FF2B5EF4-FFF2-40B4-BE49-F238E27FC236}">
                <a16:creationId xmlns:a16="http://schemas.microsoft.com/office/drawing/2014/main" id="{AC09AFBF-FE9B-937C-FB62-8A20F5302738}"/>
              </a:ext>
            </a:extLst>
          </p:cNvPr>
          <p:cNvSpPr/>
          <p:nvPr/>
        </p:nvSpPr>
        <p:spPr>
          <a:xfrm>
            <a:off x="5544349" y="38045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846" name="TextBox 845">
            <a:extLst>
              <a:ext uri="{FF2B5EF4-FFF2-40B4-BE49-F238E27FC236}">
                <a16:creationId xmlns:a16="http://schemas.microsoft.com/office/drawing/2014/main" id="{8EBC3D9F-BAFF-B414-2B96-C17B93FD7A8B}"/>
              </a:ext>
            </a:extLst>
          </p:cNvPr>
          <p:cNvSpPr txBox="1"/>
          <p:nvPr/>
        </p:nvSpPr>
        <p:spPr>
          <a:xfrm>
            <a:off x="5710960" y="-39039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2E89FF63-A176-0664-5DF0-172770B06500}"/>
              </a:ext>
            </a:extLst>
          </p:cNvPr>
          <p:cNvGrpSpPr/>
          <p:nvPr/>
        </p:nvGrpSpPr>
        <p:grpSpPr>
          <a:xfrm>
            <a:off x="8274304" y="3374613"/>
            <a:ext cx="1799521" cy="1832201"/>
            <a:chOff x="840041" y="1033768"/>
            <a:chExt cx="2506122" cy="2551634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1953A65B-72D8-9759-D08A-16842833D6EA}"/>
                </a:ext>
              </a:extLst>
            </p:cNvPr>
            <p:cNvSpPr txBox="1"/>
            <p:nvPr/>
          </p:nvSpPr>
          <p:spPr>
            <a:xfrm>
              <a:off x="860959" y="3231783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AC8968DD-E9B7-00DA-9DEE-3A1C3646E6E2}"/>
                </a:ext>
              </a:extLst>
            </p:cNvPr>
            <p:cNvGrpSpPr/>
            <p:nvPr/>
          </p:nvGrpSpPr>
          <p:grpSpPr>
            <a:xfrm>
              <a:off x="840041" y="1033768"/>
              <a:ext cx="2506122" cy="2413631"/>
              <a:chOff x="345387" y="2077312"/>
              <a:chExt cx="2506122" cy="2413631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3BD75E05-7C0C-37E9-6D61-7367FB0C01E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72ACC0FD-7948-B748-598B-4A89D00FA206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7ECD7F92-17A5-CF6C-AD94-B13A6D7594B6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992A72EB-F8B0-F511-FCE9-C12747DB2758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4A9EB3F2-B7FA-7B20-C7A7-1825D9E3E8B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50F91B6E-9D03-3F1A-67E4-743B424F2166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ED069F86-7F04-81E8-BF7C-F2EDBB05AF8B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54F7EF73-09C3-A67D-0D23-6C8F9E3174BF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E9643137-EE89-D943-B384-F43C2600EFE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DC437A87-CB24-86A9-E944-C6518D82BD29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37AAD8DB-36B5-28F6-372F-1F7082AF5541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5F22839C-DB40-7412-2CE0-A4DD17CD461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3FDC1D49-5877-4384-69A9-797B60938F3C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5C321789-7721-A86B-93A4-FC9480C86DE8}"/>
                  </a:ext>
                </a:extLst>
              </p:cNvPr>
              <p:cNvGrpSpPr/>
              <p:nvPr/>
            </p:nvGrpSpPr>
            <p:grpSpPr>
              <a:xfrm>
                <a:off x="1777259" y="3748090"/>
                <a:ext cx="1074250" cy="522099"/>
                <a:chOff x="3949243" y="2842578"/>
                <a:chExt cx="1074250" cy="522099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34DB74CD-D8E3-3D5A-64C5-F0E767FD3766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00018474-6A97-2DFB-513F-3CFBAE546047}"/>
                    </a:ext>
                  </a:extLst>
                </p:cNvPr>
                <p:cNvSpPr txBox="1"/>
                <p:nvPr/>
              </p:nvSpPr>
              <p:spPr>
                <a:xfrm>
                  <a:off x="3949243" y="310750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3564D777-72E0-CB8F-5CC5-CB22EDFF2826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B1F3F852-CCF6-402F-29B8-13D793B29EEF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00E0595D-74BB-EB93-0DEA-482D49EA9010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CB74440E-F000-806B-1D8A-E58413D807F9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7578037D-BA84-3CD7-4C97-CFC96AC3CE90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715E314D-E9DE-FBBD-89D8-CA2F53DD6352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ECE0EAF0-D1A5-FE0F-AD2D-F44D422E44AB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BC353B97-BFB4-520E-0E54-79507B67E345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6117C191-2A20-FB16-21DC-C38EF51D8880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860EBB0D-F84B-4962-06AD-F7AD1C836AFA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9AEDF7F8-109D-A059-8CD1-2CD6449979D1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374366DA-A007-0CED-ECF2-83A5143E23E4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DBE4963F-5AD7-FD32-9079-5EE6C24C0C88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CA8DA568-F62E-201E-575E-11B2759F9FD6}"/>
              </a:ext>
            </a:extLst>
          </p:cNvPr>
          <p:cNvGrpSpPr/>
          <p:nvPr/>
        </p:nvGrpSpPr>
        <p:grpSpPr>
          <a:xfrm>
            <a:off x="2224447" y="748460"/>
            <a:ext cx="1623691" cy="1745418"/>
            <a:chOff x="821769" y="1033768"/>
            <a:chExt cx="2265998" cy="2435877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1F00E74C-2075-E811-4A33-3B826F9CDF71}"/>
                </a:ext>
              </a:extLst>
            </p:cNvPr>
            <p:cNvSpPr txBox="1"/>
            <p:nvPr/>
          </p:nvSpPr>
          <p:spPr>
            <a:xfrm>
              <a:off x="857121" y="3115284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59449BBC-9C48-205D-9B47-7C91B68EDD83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9CF3836A-81D4-591F-5526-AAA0F7A0F41E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71559E2A-5564-81DE-4F7E-33FBBF762A90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FB467DE9-1914-4D86-CB15-68ED3847EDAC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AF8F1358-FA95-10E2-00EB-235F996395BF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6FBCF40D-2660-9F76-9A13-860856A00E3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189C2432-327B-4A5D-8479-E133FFE60E7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177621D1-9DE4-1F5B-595B-D05914FF33CD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247D8835-97B7-3879-5203-F8BD7750DADD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C9E142FB-4592-E74A-D36B-7ACC98A9FE6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479C1DC6-2FDF-55EE-8DCE-784EAB88F415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A283EC06-F673-E0BB-3AC3-F85BAF669E1E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C3AFA7FA-785A-49EB-27D4-24C6B3A9FEC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A2D2CD5A-1B6B-D296-C278-7A97827A548E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945BB309-4EA8-FB69-AC62-352FA73BFA0D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25D79C72-D680-7281-DAAA-034C8A7A35E8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4F421098-D28F-713A-2907-2562646578AD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BA898F47-6ADB-C40C-E3A3-CFC398E2C585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91FAAE80-F59D-94A2-B866-6EF580F96161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59CB79CD-726E-0207-8F41-C16857D636DC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4A31352F-0243-7321-F1F8-59A56BACCC01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A7723F6D-CE4D-5F8E-539A-73B4D351927C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FD31240D-77F9-4A3F-9CD9-60348341E067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0B55321E-DCD1-3D92-A39C-A59DF7D3C8D9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81866DCE-8F22-2038-4D96-7CFFFFD92F97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304C0B89-07FB-4B47-85C9-2FFEBB38C42B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6C8D2127-4E74-0816-61B9-CDBE5F693BBD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89FB740A-6872-0920-8355-DA0E21367B45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A8E435F3-F4E2-63F4-15F7-41A11AB4B2CC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8C676FB0-17CE-47D9-4AE7-C4C273FCAB5B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16E5CD93-85BC-9679-0F90-4310BFA647A4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40D5C273-5EF4-5D1C-F62E-57E49580D264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822C673E-A167-5B34-8132-C44A754630D4}"/>
              </a:ext>
            </a:extLst>
          </p:cNvPr>
          <p:cNvGrpSpPr/>
          <p:nvPr/>
        </p:nvGrpSpPr>
        <p:grpSpPr>
          <a:xfrm>
            <a:off x="355836" y="746175"/>
            <a:ext cx="1837454" cy="1732038"/>
            <a:chOff x="848291" y="1033768"/>
            <a:chExt cx="2608436" cy="2458788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8ADD472F-3A83-85F5-7F2C-A7887672A521}"/>
                </a:ext>
              </a:extLst>
            </p:cNvPr>
            <p:cNvSpPr txBox="1"/>
            <p:nvPr/>
          </p:nvSpPr>
          <p:spPr>
            <a:xfrm>
              <a:off x="940085" y="3132099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63FB6536-B542-6BEC-FF70-658B0D1818A1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CD88AF77-27AA-1473-EF9B-5691EABEBDA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3D4271A9-F3D3-7825-C801-08EB9C2D2808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357358CE-1352-48DA-AC4A-BBA2E2B9ACDE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81B96330-2A55-DC3F-1026-FA88F233CC20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5B4DB535-A2B3-FB7F-7D3C-0B3A6649A82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66AEDC29-AEFC-23C4-6FA9-5E9FCE331D5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C27DA5BF-49FF-A7CD-E605-328B7AE5EB78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16E57F97-0913-B099-7235-1DE14A6033B2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106128AD-CACB-1798-D8FA-4FB3424BFCF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9856CC41-C737-F66B-F2F7-C347F78BA5C6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4C9A302F-E2C7-7CEF-2B62-94FD7DC2806D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1F359629-A68A-5F71-AFEA-446B5BF77F9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BCD8131E-7DBC-11C4-4665-2FB1D4490CE0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CFAD70DA-D48D-41CC-EDE8-ED7311DA02EC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68166C18-9C70-E3C5-A9EB-A03E3ABF3B69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5FEE3B1C-B0AE-5D21-949D-0A80985BF094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7D38BBD3-02C6-864F-A586-FBD0D4082EED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8D6CCBA1-AA7F-EB6C-254A-892A50F23F45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3753B0D0-7049-83F3-0707-F1FC60A3690F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7DB62033-E873-25D7-BAE9-74A2B3999499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6B68056E-3219-8D2D-3BB0-1F5343D505D2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62CA8402-747D-4D9B-E2F7-B3FC71B69ED5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C2B11611-BCEE-326B-6ADC-1AA4073C92FF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2C6CC947-488C-9C1D-7989-3EE7075731DB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C92AAE82-AFFA-F907-6920-4AD0D8B96B91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09240CAF-8A90-76EF-4246-78A2640937A4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7014F758-D5DA-91C5-C3D9-45256FD1E3D5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19BBE59B-19C1-FA1D-C432-6CA79F717645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459995F1-3164-2545-E299-4B0D56CF0B5E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DD8B1F19-4391-9134-9F54-012916520532}"/>
              </a:ext>
            </a:extLst>
          </p:cNvPr>
          <p:cNvGrpSpPr/>
          <p:nvPr/>
        </p:nvGrpSpPr>
        <p:grpSpPr>
          <a:xfrm>
            <a:off x="323402" y="3393175"/>
            <a:ext cx="1655375" cy="1818393"/>
            <a:chOff x="879728" y="1033768"/>
            <a:chExt cx="2356721" cy="2588804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99DCFE10-7AFC-4783-A4CB-C517254E9BD9}"/>
                </a:ext>
              </a:extLst>
            </p:cNvPr>
            <p:cNvSpPr txBox="1"/>
            <p:nvPr/>
          </p:nvSpPr>
          <p:spPr>
            <a:xfrm>
              <a:off x="976653" y="3261078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49744489-7FD7-D1C0-BE55-A981EB6DDBBD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1D13D14B-10E7-B006-A761-95ABAA6030D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41F9FADB-AAF0-0D79-FB00-42F036FB99B5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76CE9AF8-491F-279C-10EE-500D5EE4F7B2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BF58D6B9-B4D6-5DE0-249D-CDC260F9E3C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FCC71BCB-D271-786E-F1C7-18F2C2537E0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E3D4E60A-A719-0F5B-8DF4-9CA86AE85C9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00B52B62-F38E-75DE-E056-40E44A7010CB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22F42B87-1637-E921-53EB-35C766814F16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278B03F2-C976-2BF9-D943-BC0A7ED8AF8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C4274EEC-4E64-17F7-C2D3-A3291C99D09C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3E69F2D2-7A10-6F18-FC13-4BF4773423F8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2F07534A-D336-C5FA-F776-E6969D3D604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90DD1903-1059-9842-662C-B0497A123BE3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D3080756-945A-3CDD-227C-8D57C81D69BF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8A2208FE-CBD4-C99A-9244-C94774B25AB8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DD7CA2F3-A839-0507-D8A3-5500C6C06DDE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9CC0EE7D-26C7-FA4B-44FC-48F7CC5BA175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03CFF54F-C474-1BB7-853E-9B56BAE44B6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57F19A3D-7314-7093-B9AB-30670EDF732B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38CD7539-FAAD-513B-941A-6242211294F0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A15FC8E0-4609-C8DB-9FB2-2CEC4A648233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B0167C38-7E70-E55F-EA96-DE9335E3F5C4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F9E4F05F-52FB-B9EA-9A89-3CDEC10F64AA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1F894654-9B02-1768-AB99-0C59153E4F94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69AD8E9C-1F49-D06A-03D6-BB3A4F334A36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88B35E0D-EEE5-36DC-C7BF-7326D6C0AA2F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5165CF68-FD40-020C-88C9-1525846AF64B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C9500481-5DD3-7BB1-3E58-E2F1DFA2B9CF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176CF34D-9CCA-E6E7-8B4A-2C474C28DA63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2EB9CCA9-D976-FA96-ED5E-B5C6FAEAC49B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EFB2C634-639D-C664-460B-D306DB6847D8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DFEA9953-54D9-8354-75D7-8EB99185937B}"/>
              </a:ext>
            </a:extLst>
          </p:cNvPr>
          <p:cNvGrpSpPr/>
          <p:nvPr/>
        </p:nvGrpSpPr>
        <p:grpSpPr>
          <a:xfrm>
            <a:off x="2335428" y="345698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399AFC3D-E7F6-DABA-B115-554FCE03B685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9F134F3D-523E-CBA3-5EA8-A87CED28752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0E5DE224-04F3-6F27-9853-A30D2F13DEA9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BF7527C3-4FCD-6A28-91ED-8DFDC922A5D9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F7A06323-596F-D0F8-F363-756685916DC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848A1917-EA72-8982-EE88-52C6304FA5AF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F6D1F052-BE11-DD44-CC46-4D75F89D2E75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A0E9FB9C-D123-9E84-54CB-3BD961453EF9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BA3A9EBF-7173-699B-FBFA-2EB3A142E6B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79D8E845-2BBB-BB69-0021-F68C6302C356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A8E7AA28-7D44-21DA-60A8-CDF98AFDDC21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68B499F-9BCA-86D0-0B76-32CC37B50A3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C6D0C4E1-AE93-CBAD-300A-1F27F9ED19C4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6B269FA3-2877-71F5-272E-D068920400D0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4898C512-E70F-6160-FF28-19E6B9BB0047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6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247983D0-CD67-9F48-FD6E-63AB23D82B43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3DFF5FA0-26B9-AB84-D355-A9B1584819B2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47E93548-D6ED-7905-6DAF-E94AEEEF5C7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5A31F9AC-5427-8339-0325-52A5D8DDF492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BD900C26-3029-BBFD-92A4-A98306305B53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1FBFC356-B2A2-C432-E648-431306C1D1E2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190E2AB6-0F79-9516-A62B-524931983A9C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FE4CF3DA-1692-7089-A6D0-9E600F69C9A9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FFEF816F-48C1-1890-2834-02446206D8E0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7C16B0F6-84A9-FC5B-71BB-692E8969790A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683227D7-8A48-8EDB-A308-497C3E8D0262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8E69B7FE-B13B-D8B6-4D8F-D733A4998F76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2CDD60AF-C20B-B8D5-E8BD-BB6B54E59119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DD5F4BFB-C4AA-8AF9-2C42-015FC25DCBE8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5C3BCE9A-78C7-6FFC-63E0-AA53B89CB1D1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F520AFF8-E482-7339-1856-B8628C4044BB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7D893C41-1164-EC43-19AB-591076E9D06F}"/>
                </a:ext>
              </a:extLst>
            </p:cNvPr>
            <p:cNvSpPr txBox="1"/>
            <p:nvPr/>
          </p:nvSpPr>
          <p:spPr>
            <a:xfrm>
              <a:off x="107280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A6398D6E-6160-F39D-320C-43ED42F77F94}"/>
              </a:ext>
            </a:extLst>
          </p:cNvPr>
          <p:cNvGrpSpPr/>
          <p:nvPr/>
        </p:nvGrpSpPr>
        <p:grpSpPr>
          <a:xfrm>
            <a:off x="8098794" y="703975"/>
            <a:ext cx="1647721" cy="1787688"/>
            <a:chOff x="2104967" y="890897"/>
            <a:chExt cx="1647721" cy="1787688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68090E6F-0404-A866-3612-45AA9A08557D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6B6B806E-2369-B267-B245-82DCE1E3383A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2A7F1C51-4DE7-2933-C77B-CBA10A52CD33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C83E5089-7A0A-8BD1-5634-04CDEB5FD268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3249965E-7BAE-84B2-F1F0-60DC9C009BF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88AAA92A-F99D-5A4D-8054-E369392651C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618109AC-018B-27C7-D94A-C65E1C041E0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A12960ED-683C-A159-6E5B-46C104349D66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2D456D35-5FEB-EB49-1BE0-B579E8594C8B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20E28A6C-34AE-46F2-CCF2-09ADEFC41B2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EF93CADC-81B4-E045-EB82-9D3374025625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25BA8082-6220-FD91-F37E-23047105730B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FF2345AC-92AD-98DA-A4F6-7637ACEE617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D453F438-A814-8386-8D5E-9CBB48CEC7F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9F4054A0-1891-6388-9172-32B6A09B7346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8791F38C-D6C5-B2EE-CEDC-24BC4133FE4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92231B52-8036-CEFE-EE5B-F6B8D3EF07DF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364A9B4F-3E34-4306-780A-2DF466A08A0D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47883223-40F6-CF0F-ECB1-A61F6F1D1101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1D9F0399-1496-D7AB-0013-78988A81E335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21FD9103-BE8F-8AC5-991B-F4ACC47DBB01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C40A9E18-905D-E9D5-1FEE-67A6D5E4B5F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3D0EA26F-920B-3260-704A-E8ED3A9BB457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37C0FA8E-E070-80C7-64CA-CFE33D9A7637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CCE310A4-7414-42A0-B73A-EA8F86411986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2369DA90-C947-EE6B-E290-97D844E190A9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D4225870-9DF4-978B-A0ED-C0DFC0C50F71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2A6A7E0A-8E20-62B6-B353-5D03DA1FC225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13B63959-F6D7-034D-2926-EDF67287B453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01D5A85B-569B-899B-6913-0593C24B00D8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1DA2D810-04F6-6EC0-7DD0-A5BD4FBE0106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FD471894-847F-EA31-D8C7-42BE8EA608B2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4BECFCCC-D81F-C93D-B6B9-4ADB261E6903}"/>
                </a:ext>
              </a:extLst>
            </p:cNvPr>
            <p:cNvSpPr txBox="1"/>
            <p:nvPr/>
          </p:nvSpPr>
          <p:spPr>
            <a:xfrm>
              <a:off x="2155208" y="2424669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E1F2AC72-AB47-0F57-F1B5-01C20515CCDB}"/>
              </a:ext>
            </a:extLst>
          </p:cNvPr>
          <p:cNvGrpSpPr/>
          <p:nvPr/>
        </p:nvGrpSpPr>
        <p:grpSpPr>
          <a:xfrm>
            <a:off x="6241537" y="3418075"/>
            <a:ext cx="1684550" cy="1788739"/>
            <a:chOff x="2078611" y="3210132"/>
            <a:chExt cx="1684550" cy="1788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1FE17915-F2FC-28E6-71D7-2484C08C555B}"/>
                </a:ext>
              </a:extLst>
            </p:cNvPr>
            <p:cNvGrpSpPr/>
            <p:nvPr/>
          </p:nvGrpSpPr>
          <p:grpSpPr>
            <a:xfrm>
              <a:off x="2078611" y="3210132"/>
              <a:ext cx="1684550" cy="1788739"/>
              <a:chOff x="728260" y="1033768"/>
              <a:chExt cx="2398256" cy="2546585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47DBD134-8CF8-DF80-C6B0-0FC3C378DF52}"/>
                  </a:ext>
                </a:extLst>
              </p:cNvPr>
              <p:cNvSpPr txBox="1"/>
              <p:nvPr/>
            </p:nvSpPr>
            <p:spPr>
              <a:xfrm>
                <a:off x="866723" y="3218859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0DD665EB-CB62-F5CB-66CA-20CC71C74E99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A2F7B81B-2E33-8CE5-83F5-1405E8F38282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D6DE29FB-0FD0-64E4-86D3-22F536ADFCE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653222AF-C7DF-8BB2-6EE0-0E175254A5F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33AE1FC3-40DA-DBE3-8F98-0F2AA917D62D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B8BCA049-307C-B664-62F3-85D32BDF59E8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BB757B5B-F3B2-D77A-FF17-C66189485870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AF41768A-5F01-3F09-EE2B-FB403CAC2FF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5444FC49-69BB-99F4-BA22-B22AF1878F15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DE1A726C-1140-938E-0EC2-FB18D738BC5C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F887BCE3-3582-38DB-C98F-47A0CD853639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274977B4-0E21-B78F-96AE-F1134C80A80C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DC2851CE-B793-0E75-9C0C-CBB08FD3725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DC14709E-9BC3-3B52-0335-0DF484CD9CA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1A1DC838-13BF-94DA-D3DF-995CF9F49175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15513349-C885-6748-A51F-F2969998AC90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AB84908B-9A90-36C7-A8E6-C89A00FDF87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141A3022-4B37-33B2-B74C-E5F32B8B85E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903B8E9C-FF15-2DD4-523D-4780E07FA034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D69366D9-607E-7C8B-1C80-30ECCC1FF9C3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F51C94D2-DC9A-8E99-261F-80CE29137753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FB401718-5AA6-B582-E6AB-F73BA0C2DC3C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1AD4298F-637E-ADBD-7E2D-D19B195CF444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CBE2CA04-1B20-3F1E-380E-BB2A4CA51E75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3D5896BD-8129-FA85-1310-5230B4D03543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3E3F73C8-DA5E-F0EE-3FF7-6240D0CF5354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C64AD755-0940-CB57-9119-4A2620C53D2D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8BF89574-9C56-1FF5-8804-35CEF71F80F1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704378CA-8D50-8972-5FED-D9D64ECFD9B6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DD4CB8EC-5C29-0462-0C78-0D8ACE8F7281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290436B3-E4CD-D1B8-9C33-9537B605CF1E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8D77628E-68C1-192E-E5A2-F6F5210122AB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B93EA8FF-CA9C-2DA6-1CEF-749038DE1054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346FA9C6-75CE-5DCB-85B7-E9F814564D46}"/>
              </a:ext>
            </a:extLst>
          </p:cNvPr>
          <p:cNvGrpSpPr/>
          <p:nvPr/>
        </p:nvGrpSpPr>
        <p:grpSpPr>
          <a:xfrm>
            <a:off x="4090840" y="732756"/>
            <a:ext cx="1621658" cy="1761122"/>
            <a:chOff x="4044683" y="3210132"/>
            <a:chExt cx="1621658" cy="1761122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722524B8-83EE-D35B-6DEA-26E43E85A111}"/>
                </a:ext>
              </a:extLst>
            </p:cNvPr>
            <p:cNvGrpSpPr/>
            <p:nvPr/>
          </p:nvGrpSpPr>
          <p:grpSpPr>
            <a:xfrm>
              <a:off x="4044683" y="3210132"/>
              <a:ext cx="1621658" cy="1761122"/>
              <a:chOff x="781643" y="1033768"/>
              <a:chExt cx="2308718" cy="2507267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0BEBE69C-A6D4-D89A-1590-688CF8E9CDE4}"/>
                  </a:ext>
                </a:extLst>
              </p:cNvPr>
              <p:cNvSpPr txBox="1"/>
              <p:nvPr/>
            </p:nvSpPr>
            <p:spPr>
              <a:xfrm>
                <a:off x="781643" y="3179541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AA8FFACB-A594-1FE1-D0AB-4BEE4FD9ACA1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F816F2C0-8ED5-14E8-8A71-F59B568DEDFB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8B9C883F-A557-DB10-B2C6-E6F884E0AFE0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305337E2-A16C-CA57-1FD3-3C8D0C4E0552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533C7135-CE0B-17FE-A455-F3AB07E74D1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E8F6948A-EAAB-D116-C880-F9E0B607CD4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B53E08E9-2B54-0D85-912E-D2B401C44926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4041C7E4-3283-0446-EAB9-A2BE83A4C1C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2442C4BB-939D-1AE6-78E8-84E66FE19454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2E4A4D61-2BCA-5B48-6E3E-7CEA940EA415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6BF5ECFA-CFFB-FD56-6AF9-8EC49B54EB3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98130CDD-86D0-D0E0-C7F2-C02380A1D3FC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B0A34993-0B0D-415B-4BCC-97BAE1DD3288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C42071A3-4113-3E43-5A00-A3437A62C77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F9B5ED23-1061-0760-8E33-F1142B053DB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D10EFD19-E89C-51D3-BC50-FDACB358BA55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B84CC5FB-0088-A541-C3D0-9925A626181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34935723-EFFA-9580-505A-D38BDDC2D109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347B6110-B437-6C0D-FDB8-AE6C4809E9F4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B2641C07-A2B3-1A51-D2F1-CDE7A293E1D1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16041D23-5464-E0DB-7C15-2147517EE3FC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D1F31D4D-B89D-11A5-9027-DB78C2A6DD79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83820" cy="379433"/>
                  <a:chOff x="3467387" y="3096586"/>
                  <a:chExt cx="1283820" cy="379433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EF94A22E-079E-7A02-364C-2108354C2D2C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EA6F127C-FE08-C7B8-87A8-12781F52466A}"/>
                      </a:ext>
                    </a:extLst>
                  </p:cNvPr>
                  <p:cNvSpPr txBox="1"/>
                  <p:nvPr/>
                </p:nvSpPr>
                <p:spPr>
                  <a:xfrm>
                    <a:off x="3653031" y="3213114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7CE4AFF0-0C15-AA23-B51C-F2F30161ABCD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75D2EDEF-C068-1D1B-8E18-173CDC83872F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CC927626-1543-9AB8-4000-467E17295BEE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FC4DE741-3A5E-49FB-280A-0A630DF8AB0B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B6CA3FFA-3272-4465-5150-C01987C4DB0B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D2303CE1-DD76-366A-44EF-4F9036B6BBCF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B09DFA41-5DB4-449C-A88C-275DE359F299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6E6B1F2D-F5D6-1785-0966-A7A4EF3B976A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2605B619-E49E-9759-9F79-1BDC7A93A2CF}"/>
              </a:ext>
            </a:extLst>
          </p:cNvPr>
          <p:cNvGrpSpPr/>
          <p:nvPr/>
        </p:nvGrpSpPr>
        <p:grpSpPr>
          <a:xfrm>
            <a:off x="5953112" y="730525"/>
            <a:ext cx="1708989" cy="1763353"/>
            <a:chOff x="5836397" y="3210132"/>
            <a:chExt cx="1708989" cy="1763353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1851602D-7E43-4E88-E1C5-4A1FAD19E83A}"/>
                </a:ext>
              </a:extLst>
            </p:cNvPr>
            <p:cNvGrpSpPr/>
            <p:nvPr/>
          </p:nvGrpSpPr>
          <p:grpSpPr>
            <a:xfrm>
              <a:off x="5836397" y="3210132"/>
              <a:ext cx="1708989" cy="1763353"/>
              <a:chOff x="3957352" y="3210132"/>
              <a:chExt cx="1708989" cy="1763353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7C7A6F7A-1E1C-1B13-A730-24AF34A82C69}"/>
                  </a:ext>
                </a:extLst>
              </p:cNvPr>
              <p:cNvGrpSpPr/>
              <p:nvPr/>
            </p:nvGrpSpPr>
            <p:grpSpPr>
              <a:xfrm>
                <a:off x="4058992" y="3210132"/>
                <a:ext cx="1607349" cy="1763353"/>
                <a:chOff x="802014" y="1033768"/>
                <a:chExt cx="2288347" cy="2510443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4772B050-9505-2E1D-75E6-20FDEBEC624F}"/>
                    </a:ext>
                  </a:extLst>
                </p:cNvPr>
                <p:cNvSpPr txBox="1"/>
                <p:nvPr/>
              </p:nvSpPr>
              <p:spPr>
                <a:xfrm>
                  <a:off x="802014" y="3182717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89CF3D9C-4CEC-4033-83CC-0D8B746DF6EB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B343560A-04C0-5159-B1D2-A981A942D0E6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610CE7DB-4811-2F96-4835-B198EC972D42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F4BBBB81-04C3-508E-0BCC-808D368C07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6A5086DF-61B2-BE13-7C35-0CC3A6DE74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92751D1A-3679-7A52-A8D1-4E9A611C56E2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FA62E2CB-F954-D410-78BC-E01BA5691A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22DEC5E6-89B1-5AA2-CFFB-0C2A43E489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1BA83CC8-5ADF-89E0-5DA6-FCB53DF6D206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D5573C39-D828-3A49-718C-DDD1D7B961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EE766619-255A-33C2-E553-301EE0CBB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ACCA9E46-6CC2-AEC5-79C0-9883540A21A1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B8541367-B1CF-7009-E13A-E3B9025A48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F8CDD500-CDC0-F1A5-FEDB-EC4F672D97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3B04F830-E6CB-CCA7-9061-02A8286F3E5C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D019B129-9ED8-139C-3EB2-92DB4B219F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3BEFE826-8D78-056D-5221-CE30492392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D1387AB5-0388-08DD-C9A7-B1FC72D2C497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C9FFFAF3-BAAC-8205-1D4B-CFFAB49A25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F2B64C10-7502-5E5C-6A6D-6D73DBB52C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A93CB1D3-2AFC-0045-CCED-A13BAF225AD6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DB690787-7D4D-1ECA-ED48-8D5721D04B21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7BA93785-76F4-7A82-E7BC-86B5726391D6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A78D7D41-3F58-0122-755B-75C31FBF31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63048755-04F4-17CC-EECE-9496C740A4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72437633-8AAD-9B12-D862-4D17AC5C85AC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56299536-553E-F776-5EF3-6DC293BC87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3A89CF5A-2E90-3B9B-1312-E9D788EDAE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4541C19B-E6B0-62FE-321D-A2FDF6720463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D0F872E2-1F7A-5504-0E1C-E0A9BACFA5E8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27F90FCE-2049-7DF4-5A4E-51F6E2CD297A}"/>
              </a:ext>
            </a:extLst>
          </p:cNvPr>
          <p:cNvGrpSpPr/>
          <p:nvPr/>
        </p:nvGrpSpPr>
        <p:grpSpPr>
          <a:xfrm>
            <a:off x="4187367" y="3416413"/>
            <a:ext cx="1665840" cy="1790401"/>
            <a:chOff x="7877114" y="3210132"/>
            <a:chExt cx="1665840" cy="1790401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A407ABBE-02AD-0EE2-51A6-378450912F0B}"/>
                </a:ext>
              </a:extLst>
            </p:cNvPr>
            <p:cNvGrpSpPr/>
            <p:nvPr/>
          </p:nvGrpSpPr>
          <p:grpSpPr>
            <a:xfrm>
              <a:off x="7877114" y="3210132"/>
              <a:ext cx="1665840" cy="1790401"/>
              <a:chOff x="5914661" y="3210132"/>
              <a:chExt cx="1665840" cy="1790401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EEDA596B-D05A-BE81-9347-D33B3C10981B}"/>
                  </a:ext>
                </a:extLst>
              </p:cNvPr>
              <p:cNvGrpSpPr/>
              <p:nvPr/>
            </p:nvGrpSpPr>
            <p:grpSpPr>
              <a:xfrm>
                <a:off x="5914661" y="3210132"/>
                <a:ext cx="1665840" cy="1790401"/>
                <a:chOff x="768732" y="1033768"/>
                <a:chExt cx="2371621" cy="254895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5D70D575-E660-269B-6EA4-F570B2453014}"/>
                    </a:ext>
                  </a:extLst>
                </p:cNvPr>
                <p:cNvSpPr txBox="1"/>
                <p:nvPr/>
              </p:nvSpPr>
              <p:spPr>
                <a:xfrm>
                  <a:off x="768732" y="322122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542C90A9-A636-2356-8835-12F4AA3A94AB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F92F005F-AC90-6C9A-1557-8A10337990C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9793B373-FC44-DECD-E751-3FC389D85605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2CA66982-E6A2-88AF-57EF-15A7E10B5A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6876C8AF-F4AB-766B-3424-077C122F89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0B94B1F8-F889-22A3-A16B-8C8AAE451D9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72F49D4F-E726-B1FE-00A7-683B9FB23F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A7D25771-5241-8086-A812-1B9485A4C2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51164352-B2B9-1270-1E56-7BAECA37F6AA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D0A7AD1B-2D7F-656B-A35E-1486CB324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2A85ED5A-CB0D-688F-3F82-C048ABD5F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8B170C97-7526-89E8-DE48-E87F2A5E96C5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31F30895-6184-E5B1-7504-5F610F6D49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4B1E4962-8E52-5CD5-E0F0-0B015A0609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383E7E7E-3407-9E02-5B22-E9406D5B47D5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620E91DC-7AD5-F64B-263F-2F1FE50FB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29D3EE3E-0E77-D79E-CB3B-429F883849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8B1710B7-47A0-6BA9-EFA7-514432F847E0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259C9A0A-9C01-5423-D363-F5B602F098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57C6C1B2-2A6F-FC74-89E0-B51EA85CA6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4F41DE25-5A6D-3630-DBF0-4E1CC909A8C9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AA0E9757-A71F-8D7A-D813-99B2E4FB8F56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DB9DA587-A2DC-AEDC-435C-8F03A84219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B2741A80-6C69-90FD-8C05-3C4289D8D1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C094B7A8-C227-C63B-4BFB-5745E1C319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CEB3E1E4-40A5-EF79-80C4-05E3BDD03F9B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B9C43C75-2319-69FA-CDDA-A981FDC37C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150F5B11-8091-C13F-C5F2-E26EC2E0D2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B183212E-9100-39D5-3B97-B6806B16687B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013DF7C1-2FDD-2928-9365-2EB0EA4CEFEE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1382" name="TextBox 1381">
            <a:extLst>
              <a:ext uri="{FF2B5EF4-FFF2-40B4-BE49-F238E27FC236}">
                <a16:creationId xmlns:a16="http://schemas.microsoft.com/office/drawing/2014/main" id="{6AA9114A-A060-7200-D627-E6B00BED954D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1</a:t>
            </a:r>
            <a:r>
              <a:rPr lang="en-US" altLang="ko-KR" sz="1000" dirty="0">
                <a:solidFill>
                  <a:srgbClr val="FF0000"/>
                </a:solidFill>
              </a:rPr>
              <a:t>  [ID: 302,  127.0.0.1 : 5000]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2</a:t>
            </a:r>
            <a:r>
              <a:rPr lang="en-US" altLang="ko-KR" sz="1000" dirty="0">
                <a:solidFill>
                  <a:srgbClr val="FF0000"/>
                </a:solidFill>
              </a:rPr>
              <a:t>  [ID: 330,  127.0.0.1 : 5001]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3</a:t>
            </a:r>
            <a:r>
              <a:rPr lang="en-US" altLang="ko-KR" sz="1000" dirty="0">
                <a:solidFill>
                  <a:srgbClr val="FF0000"/>
                </a:solidFill>
              </a:rPr>
              <a:t>  [ID: 852,  127.0.0.1 : 5002]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4</a:t>
            </a:r>
            <a:r>
              <a:rPr lang="en-US" altLang="ko-KR" sz="1000" dirty="0">
                <a:solidFill>
                  <a:srgbClr val="FF0000"/>
                </a:solidFill>
              </a:rPr>
              <a:t>  [ID: 910,  127.0.0.1 : 5003]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5</a:t>
            </a:r>
            <a:r>
              <a:rPr lang="en-US" altLang="ko-KR" sz="1000" dirty="0">
                <a:solidFill>
                  <a:srgbClr val="FF0000"/>
                </a:solidFill>
              </a:rPr>
              <a:t>  [ID: 165,  127.0.0.1 : 5004]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6</a:t>
            </a:r>
            <a:r>
              <a:rPr lang="en-US" altLang="ko-KR" sz="1000" dirty="0">
                <a:solidFill>
                  <a:srgbClr val="FF0000"/>
                </a:solidFill>
              </a:rPr>
              <a:t>  [ID: 602,  127.0.0.1 : 5005]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7</a:t>
            </a:r>
            <a:r>
              <a:rPr lang="en-US" altLang="ko-KR" sz="1000" dirty="0">
                <a:solidFill>
                  <a:srgbClr val="FF0000"/>
                </a:solidFill>
              </a:rPr>
              <a:t>  [ID: 145,  127.0.0.1 : 5006]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8</a:t>
            </a:r>
            <a:r>
              <a:rPr lang="en-US" altLang="ko-KR" sz="1000" dirty="0">
                <a:solidFill>
                  <a:srgbClr val="FF0000"/>
                </a:solidFill>
              </a:rPr>
              <a:t>  [ID: 1020, 127.0.0.1 : 5007]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9</a:t>
            </a:r>
            <a:r>
              <a:rPr lang="en-US" altLang="ko-KR" sz="1000" dirty="0">
                <a:solidFill>
                  <a:srgbClr val="FF0000"/>
                </a:solidFill>
              </a:rPr>
              <a:t>  [ID: 754,  127.0.0.1 : 5008]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P</a:t>
            </a:r>
            <a:r>
              <a:rPr lang="en-US" altLang="ko-KR" sz="1000" baseline="-25000" dirty="0">
                <a:solidFill>
                  <a:srgbClr val="FF0000"/>
                </a:solidFill>
              </a:rPr>
              <a:t>10</a:t>
            </a:r>
            <a:r>
              <a:rPr lang="en-US" altLang="ko-KR" sz="1000" dirty="0">
                <a:solidFill>
                  <a:srgbClr val="FF0000"/>
                </a:solidFill>
              </a:rPr>
              <a:t> [ID: 275, 127.0.0.1 : 5009]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64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FD17-2D3F-6AAE-CF19-2A7D152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67A74090-8D35-F370-E51F-B8992CF6A2A2}"/>
              </a:ext>
            </a:extLst>
          </p:cNvPr>
          <p:cNvGrpSpPr/>
          <p:nvPr/>
        </p:nvGrpSpPr>
        <p:grpSpPr>
          <a:xfrm>
            <a:off x="8275846" y="3641998"/>
            <a:ext cx="1799521" cy="1859969"/>
            <a:chOff x="840041" y="1033768"/>
            <a:chExt cx="2506122" cy="2590306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D54E05DC-0EB6-AE0F-03A5-E4DDAAF9B5BC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2661AFFD-C3E2-BA5C-E5F3-59C2EE50419C}"/>
                </a:ext>
              </a:extLst>
            </p:cNvPr>
            <p:cNvGrpSpPr/>
            <p:nvPr/>
          </p:nvGrpSpPr>
          <p:grpSpPr>
            <a:xfrm>
              <a:off x="840041" y="1033768"/>
              <a:ext cx="2506122" cy="2413631"/>
              <a:chOff x="345387" y="2077312"/>
              <a:chExt cx="2506122" cy="2413631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3B89DB07-87BF-A37A-882A-66ADE26C4F2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B3574734-8A7A-B0A1-995B-937982AC4649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AF37165D-9B3B-2B58-C952-18CAA4C97937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80A0A39B-7AB3-77B2-4837-2F239DEBF76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ACBB8B80-D942-9671-5D9D-0E2D880FD3B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62C838E6-7B66-B91F-4116-BFCB2C0ADB7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3072E65F-F9B3-9DDE-A14D-D78D20545247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0C8EDD38-D92B-0E8B-D7C3-7C42845740E0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C8578061-34B6-A8A1-51E1-DE10D0BB420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C78137B5-E382-AC3B-FF47-E25330D73188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F325D97C-E2EB-49B9-092C-FCD46141C821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C7091BD6-6665-5021-BD65-AB7FC13E086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FDAC4A6B-35A0-99DF-1BB7-A58AEB3BC4FB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CD5A5B54-3F65-F169-0DA0-22BDCAAAC26E}"/>
                  </a:ext>
                </a:extLst>
              </p:cNvPr>
              <p:cNvGrpSpPr/>
              <p:nvPr/>
            </p:nvGrpSpPr>
            <p:grpSpPr>
              <a:xfrm>
                <a:off x="1777259" y="3748090"/>
                <a:ext cx="1074250" cy="522099"/>
                <a:chOff x="3949243" y="2842578"/>
                <a:chExt cx="1074250" cy="522099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E863C8D5-C23B-C8E8-83AC-6F53AF8601E1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5ECF31A-00B2-8D07-2302-74040DCA67E1}"/>
                    </a:ext>
                  </a:extLst>
                </p:cNvPr>
                <p:cNvSpPr txBox="1"/>
                <p:nvPr/>
              </p:nvSpPr>
              <p:spPr>
                <a:xfrm>
                  <a:off x="3949243" y="310750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80FC86F7-9A50-329C-5F00-4FDF8D1FD3A5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EEAC510D-A27D-5A31-9859-AEEE2F370E0C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BAA901B0-90CF-8A19-9723-B0B25BFFD5A0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48803B09-4D27-0A04-67B3-236825C2A39E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50D7F078-5287-115A-2925-5EBE9DA79977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882AEABE-F847-66E5-6CCA-5D9ACBEB8D4C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09357156-924A-AD9B-ECD0-4D273187EFF1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88E2EC4C-64C3-B1A9-3CCB-DDDE6B5C9843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C7843B5E-FC82-5910-021A-3FCB72ADEA9C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ECEC2A2D-A8F3-12EE-75E1-4810D5832C3E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8229F970-1CF4-3CE6-2564-5BCD8B3966AA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BAF48342-112C-8E51-E4CE-20B5C40E491F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42D0525F-FE66-7048-B4E1-719A304D334D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B6E2671B-8E29-535F-B430-BBC296BD31DD}"/>
              </a:ext>
            </a:extLst>
          </p:cNvPr>
          <p:cNvGrpSpPr/>
          <p:nvPr/>
        </p:nvGrpSpPr>
        <p:grpSpPr>
          <a:xfrm>
            <a:off x="2357832" y="1038174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2B9B0869-809B-47DF-87C2-A13A06638E19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7D0B3EBA-DEC2-E3B7-07BC-5C37AFB15CF0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018757B6-21B2-DE81-B5A4-1EA95DD5B64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822D8DB6-598D-D4C3-C910-DE57C97DEA35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A4492609-8BB5-CE1A-FD5B-751BF8332CE8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65B7D3D2-1CA2-E59C-12C0-7941132EB2C3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3871D543-6262-99C2-FACB-188D9440799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29D8740A-ECBD-E079-AB00-0F5DE5B0A1A6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967D305A-7CC2-5364-6E1A-C2104F7112FF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ACE5E741-A375-441F-8C5A-314AE6C21C1E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95C5E5A3-E18F-9C0B-7C73-30FE92C41F1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DF19B3B4-09D5-8783-56B6-9B5E94E589CD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05351E5B-A0D8-57D8-AF83-83E768F944EC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761E7DAF-1A34-8718-6A37-AEFD4D6AC0F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2A179310-8E78-D271-024E-03B5A2143C37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2B8B35C7-69FA-052A-2619-CA3012D7A1F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BFCB279A-4897-9A97-DD9C-3A3B8A70E30B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744B7B9B-743E-78B1-0FD3-4FC8E054ADD0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D94B793A-8586-D9D6-5DD6-004227F05B59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FD8E46E4-0628-595E-A3E8-07A5F6CF3EF2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5FD232C0-94E3-BEA0-2A29-C5CADF3CBEDB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670F404F-8ADB-1849-8E57-F05776E87A03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E30222B9-2ED0-79F6-1CC5-9AC14D39E213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722181AD-B26C-BE89-90F4-500EDB317C3D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BB9F4449-128F-8650-283B-372F0D0A0B71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F6DC85C-F8B8-1E69-BACB-A702E1D62536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675F3E46-150B-60FB-6C19-6B1C3054E116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A0BB6669-3438-D282-A5C0-7FEE8E47CA96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9B94D0A2-0717-E6A6-99B9-F3DB468B856B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0FF5E851-DF39-39FE-1ED6-5CAD325896E9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FD079834-65D2-F17B-9731-4B86B63898E4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A82A7563-3D84-0F7E-0B8B-E879696EBC53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64D4B38B-CE66-66D2-53E0-47B1803E8E84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4FB55AE2-18E1-7877-01BA-0400BD48F2CE}"/>
              </a:ext>
            </a:extLst>
          </p:cNvPr>
          <p:cNvGrpSpPr/>
          <p:nvPr/>
        </p:nvGrpSpPr>
        <p:grpSpPr>
          <a:xfrm>
            <a:off x="483084" y="1035890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6A1282A7-0B95-F129-9847-4AA7BF1D5B9A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EB1329B9-786A-09E0-3965-B305824B5EE3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AC81227D-EFE1-6DF0-1FA0-C52B3B45010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93FF3F4-EB9F-3337-E0ED-5A30B884C8C3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68A613CE-C036-7691-CF52-6D15681EBE26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BD85F2BC-F223-FCBE-143F-140BD5E42E2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630E8251-C63E-8033-CC12-56EA9697035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F0C3847B-F353-64B0-2F09-5836E42EF3E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0753E655-7051-D242-51D3-437C8E1BB5C1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5F4BF180-B468-E513-A716-DAD432C7BB66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E179F9C5-0610-8E58-8049-8773926D105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D76C9604-F252-61C1-A64C-B457E11CAEF5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D9D3DECA-18A1-5D39-7B63-1B6310A33139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D8CA5DE6-D5B2-5F48-8BD9-F4426F3D3EA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A0EB3B11-2824-C9BF-9638-C952F8CAAAF0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92A341BE-B3A5-DB15-A1B6-D475BA3ED117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8F4FCEF5-AB5B-CD32-73A3-06BF0EBDDCC2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3E714396-C078-8FE3-BFC2-B4C88DA14E2C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60AAADFE-034D-82D3-3342-DC8C8DF07AC5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04047FE0-0C30-88EA-BE20-ED8C854F534B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026D29DD-D211-2C3F-C44C-0A9C49F1B4EF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C5539B6D-5EB9-7704-637B-1C55A605AB79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297F2EB0-35AE-4A51-A3B9-79B08527A18D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8D7B557E-C522-A49F-8C18-D50FE7F6F47D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FB9E4D06-E00C-6415-826B-0BC6EE808078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93525544-0CB4-C6CE-7D93-0AE2B15B1C83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21B857EF-542E-1378-2E24-4A5D8BA4A030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29B6F0FB-0745-D594-F970-3DBC5620FFC0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15AFF3D0-E7D0-A752-339C-60A1E6A03F1D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839221DE-04B7-A2D4-E903-1120B31C5CEC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AC4831A0-65F1-E129-86D0-87CD767DCB48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sp>
        <p:nvSpPr>
          <p:cNvPr id="1156" name="TextBox 1155">
            <a:extLst>
              <a:ext uri="{FF2B5EF4-FFF2-40B4-BE49-F238E27FC236}">
                <a16:creationId xmlns:a16="http://schemas.microsoft.com/office/drawing/2014/main" id="{8F0996D3-09BE-5632-0215-51556AF425F7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5000) ID:  302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5001) ID:  330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5002) ID:  852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5003) ID:  910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5004) ID:  165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5005) ID:  602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5006) ID:  145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5007) ID:  1020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5008) ID:  754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5009) ID:  275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BB624DF3-3CCD-7623-3D90-C142FBF0B0DA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6" cy="2511697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7C5E8719-7816-0880-4A6C-79DD642E8056}"/>
                </a:ext>
              </a:extLst>
            </p:cNvPr>
            <p:cNvSpPr txBox="1"/>
            <p:nvPr/>
          </p:nvSpPr>
          <p:spPr>
            <a:xfrm>
              <a:off x="836343" y="3183971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64C414BA-C07A-5F59-D87D-9C733B2EC647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E214710A-F8CB-3F9E-772D-782317E1BB7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FDB6C8B6-82BE-949A-92C5-89258FDCDC39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D96877EB-042C-7643-DE3E-03BF7E476BFA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01087BA6-95A7-71F5-B9E1-94EAEAB4361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6C77D834-B70C-0020-049F-D0BF519410B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281284A0-58ED-4B7F-6E5C-8D993B3007C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284BDC25-224E-3097-E5B9-14D9B9F44348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92B6D3B9-6846-F864-10B3-6A00453DB485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A30F64BC-4C0B-B6E8-047F-D041FB2BC67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9C0435CD-12B8-FE7B-C9D7-7B27FA0B306B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D8367900-0243-ABD5-F3EE-FCFFE67392DB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744CA04B-A06F-43DC-1E9D-E3A265EE110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8629ED1B-54D3-CFD0-0D0A-00124EB4FF71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BF40FD56-82DF-4EC2-1F62-765B05BF550B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4DA14CDB-A4C4-0C58-3864-2EED1BB513B3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8608B37D-C021-DF47-59A2-B12E1E23FBE6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A790BCE7-05BE-E775-FD65-3E46FF442D66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604DE23D-6A87-2AA1-16E3-BA0B7E0964F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78C7A97E-A65B-B4E0-B176-29FED961EF0F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418DFC8C-0C2F-52E9-BFBF-029D93A5DE34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14AF519B-A91C-07DC-5FB7-2D131390F36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7161FB83-9EF2-E55D-67D2-922ACF4FE6F9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26586DDC-5DDB-7F2D-F828-407D6D83995E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27649966-D1A4-C040-40F8-13D9A698B3D4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62A0D491-2E1B-1CF7-BA35-145C762BCF16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CBF46B4D-C09F-D8B3-C335-F05DA97BE869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3367CE0B-88A6-36ED-CA66-373DDDD2994B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8791E44A-1F8D-B999-43E5-FC3148299A76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C70D5DB7-DF9D-95C8-1BD0-394F7D55C353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208DFE96-7E48-EE88-6886-6ECFABB1D888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99611372-4ECF-431E-7E7D-1391CCBB438B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438D4238-2721-B5FC-E689-905DFEC07A05}"/>
              </a:ext>
            </a:extLst>
          </p:cNvPr>
          <p:cNvGrpSpPr/>
          <p:nvPr/>
        </p:nvGrpSpPr>
        <p:grpSpPr>
          <a:xfrm>
            <a:off x="2444298" y="3746699"/>
            <a:ext cx="1772845" cy="1727858"/>
            <a:chOff x="82290" y="591927"/>
            <a:chExt cx="1807180" cy="176132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B668B379-74C6-827F-FE6A-6E46CC1A0539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A19E4FAC-425D-70C6-8694-F20605B7080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524FCEED-6538-E94F-4645-FA80772DF0B0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1DACC82C-2ED2-A6C7-594D-7C582871B518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32212260-E512-271E-B449-2FD7BAF7552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24FEFD8B-DD21-E75D-1EC3-BD2FAD5BCAEB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5C8802F1-4917-E354-859F-5006C3C554A7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E79F6E46-7CD5-AA92-DE2B-5C153A21BE5A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4E57F5C7-6B9D-013B-2B68-8D42FFBEDBC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334D2056-2377-B3E1-BC32-19CFE4ABE2B3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B17E821F-C929-629B-ED2F-BFEEF946F20C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332E6FA7-F260-7D54-3628-C2F4C16734E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E6A6D421-CBFC-1B72-0156-2C2FC0AB6CCB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FF161EEC-89F1-66B7-06CC-9472851D7DD7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A37EB34A-7E26-45F2-D3B1-FE6C37153189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EDD3CEE2-F151-7142-A440-49E336C0CF65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9C39FFCF-6037-E65A-315B-1E94D7D1B030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D941E944-80D8-AB00-7245-78B2FE962F9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F2D06B15-B15C-0F67-479D-818BF787A35F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CE0D11EB-7944-3D70-F9A6-2D545B0C9722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B57E1B4B-A363-459E-8589-FEF4249755EC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0287EBBB-2703-62EF-6862-46C7275A2EF3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F9ABC660-FAE1-A719-4C6D-267932C4942F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0267CF95-D63E-02AF-57B2-E440ED66DF9D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59ABC899-4A02-75D5-3127-AC3C730D36B6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4BB9B61B-B737-4471-6C70-20C23AD77642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EA49AA7B-A055-80C6-17DF-2E4415E2882C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8107B10C-3F18-661A-3F4F-9C276E0A4D6E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EDD89CC8-E9AA-316D-F6B9-50B9AF293CAA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A3577A0B-6193-0766-ABB7-663D93E9B2F0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00AD89AD-8A46-1C2A-5707-C8E99FC7D6A0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032EFCE4-6270-8E7E-33F4-FC3B8184035F}"/>
                </a:ext>
              </a:extLst>
            </p:cNvPr>
            <p:cNvSpPr txBox="1"/>
            <p:nvPr/>
          </p:nvSpPr>
          <p:spPr>
            <a:xfrm>
              <a:off x="82290" y="2071992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52D7B289-F10A-1306-F88C-B37FE7B2B553}"/>
              </a:ext>
            </a:extLst>
          </p:cNvPr>
          <p:cNvGrpSpPr/>
          <p:nvPr/>
        </p:nvGrpSpPr>
        <p:grpSpPr>
          <a:xfrm>
            <a:off x="8232179" y="993689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57D193D7-1B42-91E0-3DB1-92A821B8FFEC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1E2900B7-CE7F-2B2A-D324-9F1628764F1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9" name="타원 1018">
                <a:extLst>
                  <a:ext uri="{FF2B5EF4-FFF2-40B4-BE49-F238E27FC236}">
                    <a16:creationId xmlns:a16="http://schemas.microsoft.com/office/drawing/2014/main" id="{3151E592-4995-CE8F-5A74-C905C00C24AC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275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285971E9-42C3-759B-787A-3EEA2A3FC5E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3160EFAD-9F05-EEA3-6EE8-F0A45CD3D19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4A6F405B-F75E-A545-8EF6-9D56108A33FB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E7B1459B-1EC1-FEB7-53F2-DC4D1B9B9FAB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CDD73CC5-4318-24A2-4A5B-E44F72C8329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2AF808F9-A36B-9003-CD67-D5C84C3C7720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9CDAAF8E-72CD-2878-9769-9AD2327353CA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FB0AD8BD-B2CB-5159-3089-68CC94BEFF1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3F6CE008-9DC7-1FE5-16D6-281119F8D91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2B9A36D6-7C1F-45B1-DDE6-8EC8C1C8B01F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C8A5D15A-3A41-730A-3527-B8D684D162B3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78F5D84B-B3CF-D2FE-641D-FBFF0402DA8C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7A0EE0BA-0800-1782-F5DE-9A9C75E12DF1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D3786E29-47F1-3B25-ECB6-4065DA7D4D6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C9924DC0-4701-5A22-DF6B-959D0D87FAA5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6ED590F1-B3F8-2CC2-CF09-712564D6FC35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15BAC4DA-6914-5A59-5691-C9D96B476FD6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2F80984C-098E-4294-5863-EC4C7D835D77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67AE8DD2-0E90-8F1B-6A94-4CFD84CD3B81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A67B2341-B6DB-626D-B62D-BBF1418D4BD2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A6EEFC87-A121-8006-F746-6F86B41409F1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52AB37FB-A061-110E-951E-C9BF94B6EF83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FEE36FE6-F993-D8EC-64AB-097FC9E9D854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0C897D69-C662-F26B-97BB-A087BC028051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C0E0DB3C-87BB-4B0D-0548-B22E24C185F0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16096F86-94A6-0D07-540A-60E379A61C6D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9BA62597-2080-C344-A650-F2040F974749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6A85CDA7-1035-E274-ACD0-F4EBA3BE26C7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CFE8228F-E240-465B-70F4-2D59E1F87A2E}"/>
              </a:ext>
            </a:extLst>
          </p:cNvPr>
          <p:cNvGrpSpPr/>
          <p:nvPr/>
        </p:nvGrpSpPr>
        <p:grpSpPr>
          <a:xfrm>
            <a:off x="6374922" y="3707789"/>
            <a:ext cx="1693925" cy="1739333"/>
            <a:chOff x="2078611" y="3210132"/>
            <a:chExt cx="1693925" cy="1739333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4D909C7A-FD9E-C24C-4EA8-65A85868930D}"/>
                </a:ext>
              </a:extLst>
            </p:cNvPr>
            <p:cNvGrpSpPr/>
            <p:nvPr/>
          </p:nvGrpSpPr>
          <p:grpSpPr>
            <a:xfrm>
              <a:off x="2078611" y="3210132"/>
              <a:ext cx="1693925" cy="1739333"/>
              <a:chOff x="728260" y="1033768"/>
              <a:chExt cx="2411603" cy="2476247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250ED619-5A9B-50B0-9BF9-0E8BCFCFC75F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7352326E-D86E-19F9-3CB2-CC425AF9910E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982668CC-1364-DE2B-B29C-B45404E4426F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05E6F4D4-9D59-153B-256B-6723D38713A5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EA31E3B3-CCC6-27ED-A1E5-52FD5C904DA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A5D97DC5-DFA7-F70C-752E-E5EB42A36576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C58DA669-BD3D-E00F-639E-D85171D8EE2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76E936F2-EC72-9D05-7049-E24C9FE9B792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24B0043E-B359-5F14-338B-7763DF5E6B5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583D0E26-2F26-3C7C-062D-CC390BDE9F49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B2AD0891-C1AD-3CC7-9D43-C203E9C4F3D8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BFFF8E26-6142-2BBE-634A-5C7AD3B9FF85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A5B31C61-481E-5F51-F3E9-E560B45A4FA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EEB1BE00-4F6A-712A-020F-0084754F8BD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1C8492A4-4FCC-263C-7C15-3A43A48289A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94AC2827-4DF2-56E3-486D-ACAB5AA3C0E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A248C3D3-4A2B-8839-9B7E-C4531E1B15A8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04EF2B1F-8612-C549-A595-D6E3255E45B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573D7232-08A3-DF4D-74D8-78D3F1423AD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8911F1A5-66CA-0A2C-F5DD-E7891FB2DB22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D9AACC07-E16D-681C-F72D-E5568EDC5E53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B1F0C8BF-4FE0-4EA0-4C58-BAADE0E7ACB2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626C4122-5299-1F5D-70D8-C72B552A147E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5BF93637-2AE8-A992-FDD5-41871691ED97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660E3B5F-51BD-6C2E-84C2-CB0B3B808286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C9B27647-70D1-BD81-1A32-70EA24F8E837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7E00F39E-2051-3269-0615-DEF56C771A71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D1BDDB75-47D4-CC38-CD19-9A9AB0890108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89CC943B-08EF-BCD9-A42A-0EB4BE53E169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6F731614-5F9F-CB7B-3597-0EB46EFD08F9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848C1D50-5362-C2A6-EBF0-9FD74DBF8B39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1415D657-13CE-D6E2-4452-A9825E632F50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A0FC30EF-9429-C20D-EF85-D4805BD7C5F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327E4845-109A-8D13-A8FE-E31C5F85A1F8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3C923E2D-4182-675A-0099-3BFD5C28BB39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56CD0026-E8E2-E27B-2AD5-8CE45E992510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08AD0CFF-CC08-628B-6AC9-452F68D518AB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4363A7B5-00D7-B9B1-4101-037CEEF469A4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1D67CED3-5341-0BC9-04F2-B83C273C72C9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E9A0B975-BA8D-9133-D11C-D074B3EA15B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532ED226-F80B-9BA1-EF49-17AF936D6FE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20DFCAC6-53D6-1E1A-23F6-901973EDDE42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2E7ADD6C-FCA6-5F81-0CF5-BCC64A2FEFA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C4A8891E-7101-4FA2-41D3-8F6B73BCA02C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6AAEBC7D-D8E9-4772-E29C-42D1C0FFEB09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B89654A2-8B1E-EB06-36CD-BF0BBBA7297A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D37242AB-965D-7110-685F-2AF4AA0305B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DABCDD08-0180-A025-0236-A1FFF163179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995CEBF1-ADCD-25A4-7792-2A1B3F77A84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148A71D8-EFF3-23E5-1AE8-B0597AD1E3A7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C7AEFF10-ED78-AE95-82B2-19ED13AAEC8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C9222A05-F448-6D18-6760-CC2DB27172C0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FD80C2DB-424C-56FB-6021-18308617B701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2FB46645-274D-5C6C-66FB-2F0767499E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A38DEF26-8F08-3C27-B98D-799118C85D4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9C74E665-FEA8-FD08-1411-CBB6FED5F128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FC090D0E-A07E-E18C-F04D-AD36CD2EAFB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318ABB5B-7404-1C03-46F7-2D923E481262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C393FCC6-1B94-527B-BF4A-09ACF6629566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50FB5C90-6D41-FF55-3C32-FA2CBB149530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19E87206-C23F-E8D5-3337-3F45D2C348DA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FFD32B95-985F-6289-D181-528789757A59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3744F9E9-81BA-2388-E464-88D78CF004A3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8C39F55A-EC19-13FB-D170-AC6E4DACCC05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3F5AECB9-ED2E-6A4D-3E6B-3193083D7D77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15CE8F05-88B8-B91F-3B6F-B49A6F1EA97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4DCA9E1C-7BFC-1BF2-E080-1015A0DD0DEA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F38E6CCA-D2D0-1E8B-B3AC-E983A1A85AC8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564C8468-96E9-8CB2-3727-600CD4BCEA62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AFD8D410-2CE1-5700-6D63-1204F54456BE}"/>
              </a:ext>
            </a:extLst>
          </p:cNvPr>
          <p:cNvGrpSpPr/>
          <p:nvPr/>
        </p:nvGrpSpPr>
        <p:grpSpPr>
          <a:xfrm>
            <a:off x="6086497" y="1020239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7515D289-720A-9347-152B-AB8F83C8451C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D6BBAEDE-8EC0-2A79-2809-CFC83668E35B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601D544E-13EF-2CC3-CE92-9A528E5F5E23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4E4D5788-63A1-C8CE-5ECC-E32890530E14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63816E44-0CE5-9C8B-524E-B7D1AD447E94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85FD6EC7-B2CF-2008-7312-4007ECBD7AC9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4711D708-FD77-4CAE-89AC-A0EA3B03B5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107536A0-379C-2455-0A35-6EE41071A0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16A4C0FE-0CC9-6E7B-1D96-374AAD2AD9A2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0425AA97-53DE-8C58-F42B-0A5EA805BB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7AE5F3D0-78B3-E699-D7F0-919C6139C4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293C0186-0563-4E28-4D27-8D588E35F719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07E65E34-CBB1-E666-5BAF-DBBD57CBF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87FED551-A529-8EB6-E9CC-7D2F42E99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D35A5C0A-ABE4-6A7B-DE6D-C27CCD2D8CA9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ED72CFE7-FFEC-6808-F8BF-631D323C1C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C738C9C0-7D82-A1DE-122E-83E2D560DA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CB380D98-5EEB-0F34-2779-60FF680E6417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23A4CB85-F30C-055F-B89F-89142E259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DB1BCB8E-37BD-ABC5-4BAB-38FAA105AE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3EFD0CEB-C467-7F86-7A10-03BA5156CE54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CCB8DD50-FE07-4932-B7EF-D85551C90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67AE9D57-9993-AFC2-5FCF-A66A3BA639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3BCACEB3-79D6-B0D3-3A93-26F19D1EFA8B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0532ED26-BDD1-F850-5CEE-ADFD128A21FF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E0D6C8F5-A6D5-C782-5218-6A8E0C45398E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6CCF0457-279A-AB89-4B67-642320AA9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991BC5A6-1460-61B4-BB99-5A296A7617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687E6A6D-E3EF-EFA7-EADA-3C1FE13CCB89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EB182E46-A2EB-FE5B-CAB2-A75A9B041B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63B5F3E0-8372-080A-C196-50B101CC58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E7ED03F0-8A24-75F4-1E3B-E438334B7E5B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768066A6-E92D-03F0-4062-1CB169EEF30F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26FF138F-464E-5885-EBFD-333C0BB3286E}"/>
              </a:ext>
            </a:extLst>
          </p:cNvPr>
          <p:cNvGrpSpPr/>
          <p:nvPr/>
        </p:nvGrpSpPr>
        <p:grpSpPr>
          <a:xfrm>
            <a:off x="4308396" y="3706127"/>
            <a:ext cx="1665840" cy="1712683"/>
            <a:chOff x="7864758" y="3210132"/>
            <a:chExt cx="1665840" cy="1712683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7802A57A-5E83-C02C-3565-88CFB73075B4}"/>
                </a:ext>
              </a:extLst>
            </p:cNvPr>
            <p:cNvGrpSpPr/>
            <p:nvPr/>
          </p:nvGrpSpPr>
          <p:grpSpPr>
            <a:xfrm>
              <a:off x="7864758" y="3210132"/>
              <a:ext cx="1665840" cy="1712683"/>
              <a:chOff x="5902305" y="3210132"/>
              <a:chExt cx="1665840" cy="1712683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4E6334B9-D4B5-ED6F-34D9-371AD77CE637}"/>
                  </a:ext>
                </a:extLst>
              </p:cNvPr>
              <p:cNvGrpSpPr/>
              <p:nvPr/>
            </p:nvGrpSpPr>
            <p:grpSpPr>
              <a:xfrm>
                <a:off x="5902305" y="3210132"/>
                <a:ext cx="1665840" cy="1712683"/>
                <a:chOff x="751141" y="1033768"/>
                <a:chExt cx="2371621" cy="2438306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D4C6E9FF-EFAB-616C-483E-5AEFF9C82924}"/>
                    </a:ext>
                  </a:extLst>
                </p:cNvPr>
                <p:cNvSpPr txBox="1"/>
                <p:nvPr/>
              </p:nvSpPr>
              <p:spPr>
                <a:xfrm>
                  <a:off x="751141" y="3110580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2DB1747E-6FE5-4E7C-ADB6-27750705BB43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4AF04886-9B20-9386-B317-D1FE5059EE81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B6B60D36-5FFA-3197-F722-453017652618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6B185816-C65C-7AA5-D03A-72850AFBAA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851BEE86-F9DC-8544-0804-C5A45AC61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FF929905-677F-BA96-A98E-3EB1B45E56A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D02D65C5-B08A-E7CD-0961-818557935A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319644A2-A354-2441-075B-C278947B21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AA18CB35-736C-5687-832F-225D6B76F8E5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D3CDA634-BC37-22DC-1C46-DC62A640C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6823F302-BCA5-7912-E54C-2F627C060C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AEFEBBBD-8C4F-C74E-D3B8-664DA9EB9920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55DC260F-7BB2-591A-C1D8-F3B1C5CD8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B1B98B26-EC56-54EB-5950-81B9248A3B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6872E130-6B00-8085-27FA-E1D9F2C423E0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4428DE42-305D-458E-6B14-739519F78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EA089286-772C-4803-A72C-016BC87163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F97F27D5-835A-EDEB-95BC-FFC96F58FE26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AEA94F76-C184-1789-B179-74677EF38D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36FAD30C-2BB0-A195-8C07-893D3E41AD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66012F59-BC2E-9EC1-0952-29575827ACAE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FED26922-8890-B6AF-279E-6ACA3EF7151C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8F434F82-83CB-2565-B003-C5BB3B41B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D3933BEF-176F-E237-C14B-E7FE9E7628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B8F21228-B443-18B0-A083-7879FD775C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57C37FE6-4926-3867-871D-7562916A9321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8FCCE302-CE43-1609-5C4E-1F31C36E0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18CF43D8-8D58-DF78-F931-9095C4C2BA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C2C436D1-504C-A4A9-80EF-592FC285B76C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913BD2AE-2158-FFCA-EE06-E3AF85F66431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9C8B1B9-C309-E4CA-A739-5834ED84AB65}"/>
              </a:ext>
            </a:extLst>
          </p:cNvPr>
          <p:cNvGrpSpPr/>
          <p:nvPr/>
        </p:nvGrpSpPr>
        <p:grpSpPr>
          <a:xfrm>
            <a:off x="-145460" y="16800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2655047B-9D21-BD40-011B-682E885C2A1C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2386E5-8554-BB1C-11AA-F1FCE05E8FC9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0AA46DE4-EB77-0154-55C8-F6016F5839F6}"/>
              </a:ext>
            </a:extLst>
          </p:cNvPr>
          <p:cNvCxnSpPr>
            <a:cxnSpLocks/>
            <a:stCxn id="1263" idx="5"/>
            <a:endCxn id="1248" idx="7"/>
          </p:cNvCxnSpPr>
          <p:nvPr/>
        </p:nvCxnSpPr>
        <p:spPr>
          <a:xfrm rot="5400000">
            <a:off x="4481274" y="1771362"/>
            <a:ext cx="1262248" cy="5515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37F7A922-4EA6-DFF4-5AF6-F2392149B1D8}"/>
              </a:ext>
            </a:extLst>
          </p:cNvPr>
          <p:cNvCxnSpPr>
            <a:cxnSpLocks/>
            <a:stCxn id="1136" idx="0"/>
            <a:endCxn id="1263" idx="1"/>
          </p:cNvCxnSpPr>
          <p:nvPr/>
        </p:nvCxnSpPr>
        <p:spPr>
          <a:xfrm rot="5400000" flipH="1" flipV="1">
            <a:off x="2856766" y="-1013312"/>
            <a:ext cx="103390" cy="4216313"/>
          </a:xfrm>
          <a:prstGeom prst="curvedConnector3">
            <a:avLst>
              <a:gd name="adj1" fmla="val 3411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7F96BA16-E543-F73E-8CB5-CDE8BC577B2A}"/>
              </a:ext>
            </a:extLst>
          </p:cNvPr>
          <p:cNvCxnSpPr>
            <a:cxnSpLocks/>
            <a:stCxn id="4" idx="2"/>
            <a:endCxn id="1155" idx="0"/>
          </p:cNvCxnSpPr>
          <p:nvPr/>
        </p:nvCxnSpPr>
        <p:spPr>
          <a:xfrm rot="16200000" flipH="1">
            <a:off x="710178" y="459711"/>
            <a:ext cx="427295" cy="725062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281B091A-B4ED-E830-A141-C1B4D8352A35}"/>
              </a:ext>
            </a:extLst>
          </p:cNvPr>
          <p:cNvCxnSpPr>
            <a:cxnSpLocks/>
            <a:stCxn id="1155" idx="5"/>
            <a:endCxn id="1136" idx="4"/>
          </p:cNvCxnSpPr>
          <p:nvPr/>
        </p:nvCxnSpPr>
        <p:spPr>
          <a:xfrm rot="5400000">
            <a:off x="967770" y="989298"/>
            <a:ext cx="200532" cy="535461"/>
          </a:xfrm>
          <a:prstGeom prst="curvedConnector3">
            <a:avLst>
              <a:gd name="adj1" fmla="val 213997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3064F7ED-50DE-29F0-6C6E-8C8F29D446CC}"/>
              </a:ext>
            </a:extLst>
          </p:cNvPr>
          <p:cNvCxnSpPr>
            <a:cxnSpLocks/>
            <a:stCxn id="1190" idx="5"/>
            <a:endCxn id="1171" idx="5"/>
          </p:cNvCxnSpPr>
          <p:nvPr/>
        </p:nvCxnSpPr>
        <p:spPr>
          <a:xfrm rot="5400000">
            <a:off x="976507" y="3673612"/>
            <a:ext cx="172513" cy="432117"/>
          </a:xfrm>
          <a:prstGeom prst="curvedConnector3">
            <a:avLst>
              <a:gd name="adj1" fmla="val 25036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F9694C9-58F5-B803-E78D-0B610E37C7AB}"/>
              </a:ext>
            </a:extLst>
          </p:cNvPr>
          <p:cNvSpPr txBox="1"/>
          <p:nvPr/>
        </p:nvSpPr>
        <p:spPr>
          <a:xfrm>
            <a:off x="1171200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302 → 852 → 910 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1DCF93-3B8E-CBD1-7647-211A1A5B1429}"/>
              </a:ext>
            </a:extLst>
          </p:cNvPr>
          <p:cNvSpPr txBox="1"/>
          <p:nvPr/>
        </p:nvSpPr>
        <p:spPr>
          <a:xfrm>
            <a:off x="1014920" y="548989"/>
            <a:ext cx="579357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50" b="1" u="sng" dirty="0">
                <a:solidFill>
                  <a:srgbClr val="FF0000"/>
                </a:solidFill>
              </a:rPr>
              <a:t>SEARCH(127.0.0.1:5003)&gt;127.0.0.1:5000(302)&gt;127.0.0.1:5002(852)&gt;127.0.0.1:5003(910)</a:t>
            </a:r>
          </a:p>
        </p:txBody>
      </p:sp>
    </p:spTree>
    <p:extLst>
      <p:ext uri="{BB962C8B-B14F-4D97-AF65-F5344CB8AC3E}">
        <p14:creationId xmlns:p14="http://schemas.microsoft.com/office/powerpoint/2010/main" val="184556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6098-6907-E112-8860-165744B2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13447153-DA49-AB6E-5C3B-DA05B252D2B5}"/>
              </a:ext>
            </a:extLst>
          </p:cNvPr>
          <p:cNvGrpSpPr/>
          <p:nvPr/>
        </p:nvGrpSpPr>
        <p:grpSpPr>
          <a:xfrm>
            <a:off x="8275846" y="3641998"/>
            <a:ext cx="1799521" cy="1859969"/>
            <a:chOff x="840041" y="1033768"/>
            <a:chExt cx="2506122" cy="2590306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7627453A-A7C8-A285-0787-773A8DCDA101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F09DCA76-1C0E-9D21-BF66-777C2484E935}"/>
                </a:ext>
              </a:extLst>
            </p:cNvPr>
            <p:cNvGrpSpPr/>
            <p:nvPr/>
          </p:nvGrpSpPr>
          <p:grpSpPr>
            <a:xfrm>
              <a:off x="840041" y="1033768"/>
              <a:ext cx="2506122" cy="2413631"/>
              <a:chOff x="345387" y="2077312"/>
              <a:chExt cx="2506122" cy="2413631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C1CB1EB5-B2BD-6047-8265-3A5B600BC11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7687E62A-23E0-FFCA-A135-12D16907551D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43EF3854-83C8-BA5A-62BE-DD25CE3B3467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3EF8C7FD-4A6F-524A-8405-2A00E69033B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A02CF481-99AA-C2AB-A5F9-9F4D1D90C25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0A311B47-DC2A-1C3E-0A8C-3FDE56EC0F8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FA3F37BC-021E-3A0F-316F-9E6944C056ED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9C836A08-EC15-9C23-B4C8-1C267EA1B0E9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2FB854D7-5C5F-D24D-E75C-0B94CF706A7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9F2F540C-6233-F030-AD82-4B1308BE7737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ED3F3BEB-F64A-A047-D4E2-C16CF4C721B1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CDA7A829-FA25-CA6C-F0B8-9C6F6D4694E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57EC5C2F-88A0-FA71-A7FD-1CB5DB9692C1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E929D3F1-0347-2AEB-6B5F-4E89D4DD95C2}"/>
                  </a:ext>
                </a:extLst>
              </p:cNvPr>
              <p:cNvGrpSpPr/>
              <p:nvPr/>
            </p:nvGrpSpPr>
            <p:grpSpPr>
              <a:xfrm>
                <a:off x="1777259" y="3748090"/>
                <a:ext cx="1074250" cy="522099"/>
                <a:chOff x="3949243" y="2842578"/>
                <a:chExt cx="1074250" cy="522099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8D05D2C7-ABCF-FED8-C12B-643925BCB661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B6D6337-0174-8F3C-E1F7-ABC5FFBB15F8}"/>
                    </a:ext>
                  </a:extLst>
                </p:cNvPr>
                <p:cNvSpPr txBox="1"/>
                <p:nvPr/>
              </p:nvSpPr>
              <p:spPr>
                <a:xfrm>
                  <a:off x="3949243" y="310750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1D8CB9EA-A75D-A8E0-291C-06BC3409DB08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85D49DE1-9EBC-AF8C-2FD4-D0D88FB29466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38FD8D08-B435-FEBD-4446-6DB0AAB0AB8B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E10FE565-5769-1C4A-82A9-EBFD9807A7F0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2E79BC9D-A8A7-0644-0F53-2D30A79FF122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D6F84B43-836B-6A42-7E10-EB783C41A527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898A5805-510E-38F4-D136-F61EBA640480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E2FC75BB-DC0C-3200-670B-C8C705715564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1DCE03B8-3869-FE1D-D5AF-D6D3043150B7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CFF39C34-058C-FCB6-63FC-A184A8634EB1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FCB8A148-D02A-9756-9F8A-E1E05A19F7F9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7CD5E243-0CB3-BC12-19CB-8AADF56946AD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BA4DF18E-9A87-DED0-21E7-C18F699D38EA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716CA78C-C09F-E21D-A15E-5A1080DECE3E}"/>
              </a:ext>
            </a:extLst>
          </p:cNvPr>
          <p:cNvGrpSpPr/>
          <p:nvPr/>
        </p:nvGrpSpPr>
        <p:grpSpPr>
          <a:xfrm>
            <a:off x="2357832" y="1038174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F8E19A21-AE66-E4E1-8A61-1B30B45C708A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1C228ACE-AB3F-AFC5-AF5F-9CA7C52AEC73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C56B4B0C-0795-525E-7ABF-F380BEC8B827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AEB2A68C-20DE-A446-0E2A-A605983B0D6B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488A5E84-1AD8-5F68-E5A6-E9E9E1DB9F6D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7C9F6EE1-1FB5-81A9-34F4-0CB823AA3D1E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9D12A339-A8F0-0679-2108-D300B3EC087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99A62454-D018-1E2E-C859-F29BC41581D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800F5C04-6DB9-6EFC-47EF-A33778D68EC2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BCDE5855-72AF-5C4C-B7D2-9E3081A044C6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342834D1-969F-4972-D570-CD07288C282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DE201B32-E202-A90C-E80A-B8104E3275D4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192D2172-B45F-9AD3-FA26-E1B968948F32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8C3B7511-FC1C-DA1E-D718-40770C9D51E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EA809ED8-6790-A239-268E-D853B833F6CA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7C8599A0-5FFE-2820-7A41-67642E402146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2F755262-FEB7-1FAE-8BB8-5100DD92958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71076288-A166-AE0E-9529-14FD33F4E73C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EC71486B-5B7A-9B5B-9BE6-9E1DC20DD133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3D03DDFA-57CB-2C8D-CDA0-7A56F00076D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3202FC72-617E-62BD-2F45-5A936775E95A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1773DFFE-FBC8-7B56-BFC0-9D972AD95F2C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7401574C-7651-CA09-5333-95522AA8022E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DC1C153B-E9B5-416C-C944-255A347F2ACD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649FFF9C-D678-E0C5-2E2C-FBC6BE9951C1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1152B681-EAA4-5549-4849-3793C37E7DF8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4855C03-2B0A-92E7-9EE7-7B7929332B5F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7B027A20-0E75-1C63-3B20-F5FA46FD412B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0261D5B5-2665-AC32-204C-B2E8CCA66926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A45ACA20-EFDA-AFFF-A2CC-A3722DABCA7F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C05039FD-BC08-DC11-5FE5-420498C94014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3D0F34AF-5661-ACB6-7F3C-A60FC1035AF0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0E078640-128C-8BCE-712F-BB70C2764D4D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63FAAF27-551E-5661-0771-06FFF3DD2D97}"/>
              </a:ext>
            </a:extLst>
          </p:cNvPr>
          <p:cNvGrpSpPr/>
          <p:nvPr/>
        </p:nvGrpSpPr>
        <p:grpSpPr>
          <a:xfrm>
            <a:off x="483084" y="1035890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281C96A9-989B-7533-B05E-4868D9144CBC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72455FC4-EE3B-CC31-EC76-C6511E0FED0C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2FD3A120-FD42-5B41-53B7-C0B44E95D10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411A496F-FD67-1EC4-786C-D9540253B14F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DC574EA5-DED8-D523-3AE6-B33C41FB5BED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2ACBCE32-31E5-DDC5-F4FB-4996E84BC06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4A8064E8-EDDE-49EF-FC20-9BA030DED9D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7F9D2141-759E-4B32-FF7A-03F94F918A9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ED35287B-6B86-59AB-9F18-B75234F8AE92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7BB5B8D1-C0CF-8D9C-E853-D81A6FA8D29F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6DC70986-A6C9-8C8A-7F85-BB5FEB7BE8F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D84C1331-65FF-7FF5-45F0-8A77425B6626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DA04F670-4AC4-11D6-B7AB-5F88756D6B01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22868324-3478-2D75-6B2D-93206063E74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B439B19B-419A-74A5-359B-89C839815674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9D11F6AB-C31D-D24F-AC14-CF86EA0DA864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116DC9AF-540D-AF29-E32F-45A4F715F051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0AF29C7A-D032-ABF0-56CA-0E28C1F7C799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CD36AB00-5960-D346-D002-063B4CBA15DB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A1423B19-50E3-AF58-F201-027665E7BE88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17B28CD3-3F38-9DEF-0D65-03AC340CD655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E3761DBC-D092-0528-5395-5775A7144ABD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3D30D063-80D2-A5A3-0277-D95EA74E24FE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A030C0B5-16C0-CC96-3BA9-31ED6FE9959C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8C788F8D-A026-8E54-84EC-D776E0EE32C3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4CC81A4D-7A68-72FB-ED1D-D643545B87AB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2688686F-9B8E-6D44-0B52-9131B0888DC2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EB4C6555-C835-BDFD-7742-751F3C3B66AB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4E6F52FE-9578-531D-986E-01D48FC150F3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CF3733EA-3563-24B6-08E4-2365C88CB4F2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B9F6F315-1580-9A84-02E3-42107C9F65AF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sp>
        <p:nvSpPr>
          <p:cNvPr id="1156" name="TextBox 1155">
            <a:extLst>
              <a:ext uri="{FF2B5EF4-FFF2-40B4-BE49-F238E27FC236}">
                <a16:creationId xmlns:a16="http://schemas.microsoft.com/office/drawing/2014/main" id="{871E9C12-28A7-D143-A21A-46363E5B4780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5000) ID:  302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5001) ID:  330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5002) ID:  852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5003) ID:  910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5004) ID:  165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5005) ID:  602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5006) ID:  145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5007) ID:  1020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5008) ID:  754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5009) ID:  275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6B4E204A-A185-DB82-3498-0B653FABADDC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6" cy="2511697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78BB6C58-BAAE-3EA6-5DFD-5D9FE79D113E}"/>
                </a:ext>
              </a:extLst>
            </p:cNvPr>
            <p:cNvSpPr txBox="1"/>
            <p:nvPr/>
          </p:nvSpPr>
          <p:spPr>
            <a:xfrm>
              <a:off x="836343" y="3183971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DEFA1A6A-4DA1-AA22-2D1C-BE5C399EDE40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86962BFD-9E04-2760-233C-A73E58CB15C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E46C7A5E-C9C3-C781-96F1-E3F7BF543A5F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94FB25EF-EE32-28E9-D033-232337EB365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D1A7C112-C922-4F38-37A7-85FAC2B72A4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69598054-D3DF-BB62-833D-066631C18335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69832316-E670-57E4-B1EE-2F0CD3D9E736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C946294C-F971-0C17-0BCE-9CDD3D0D1504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462F555C-07DA-56C8-507C-D23BE12A5F0F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AADBAA88-BC15-6554-93F6-A194CCAC062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1AF3A774-9809-961C-0240-D893F3D2B1E8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5DF1EE15-2AE8-383A-70FC-4A2DA1562017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1567B43D-C793-8667-A40B-D0AAEDAF4A0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DF300A49-7D3F-ED2A-451A-410E45E789C2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4BD86FFC-07B1-CAC2-C9FF-19A750E0A20E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A3538713-1C42-79B6-CE82-B6B610AEB75B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EF4060A9-C264-1560-2B50-B5749A009AB2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04F109F7-A818-ABB7-BF24-8931A4CB3481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751E63A3-5B7F-50B5-E9CE-FD4959E7015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4BFC70B2-E07C-597A-D30C-A2FFE4FEC221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E92FA251-D05C-9F6A-B330-F8A1DAA771B1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517FB566-2BC0-3323-838E-4C9B33B29BC3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A258A9D0-15BA-B497-24A3-E499B4D87B28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47BEC7C5-631D-F56D-6913-FFC63830344C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62A86D10-3597-D0C1-F34A-D7B9AEAA70FC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4DEA6453-1091-5528-4D6B-64A6FC484760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B9282FDD-630C-44CD-30B8-02B67345872D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A07B474B-FB6E-FA8C-692E-F60626B6A638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14BEB32A-07EC-F044-9BA7-EECCA0159363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2E6314FB-32F2-7E68-ECC4-F53000719430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22B30D05-58DA-09FA-AD32-486F91CD02CB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1D60978C-A7A9-775C-8BE2-B145AAE352FF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747280CC-2635-534B-0265-6800129CF5FA}"/>
              </a:ext>
            </a:extLst>
          </p:cNvPr>
          <p:cNvGrpSpPr/>
          <p:nvPr/>
        </p:nvGrpSpPr>
        <p:grpSpPr>
          <a:xfrm>
            <a:off x="2444298" y="3746699"/>
            <a:ext cx="1772845" cy="1727858"/>
            <a:chOff x="82290" y="591927"/>
            <a:chExt cx="1807180" cy="176132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6E103543-DD87-2AEF-8719-6C88D0A2E1DB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6C237FE5-EE72-0AFA-5040-8498B545DB5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C568DD9A-F195-0ED4-4B7B-CE2EE3BB333C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BA3197BB-77A4-2E24-50D7-405678BD1DBA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A638ACF5-1E89-EA36-068D-8F49F0A37D7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937EE632-DA24-3268-DBB1-2627D6933B6F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4FCEDD4F-F22A-ECF0-C0AD-DC0312A8441B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604D6124-7B4A-9237-DAEC-1BEA626712CD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848A27C5-FAFE-B3E0-645A-86451B47845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077A2498-78A2-9113-36F8-F0D9D355B06A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2C166620-05DC-1764-291D-DEED69C3019C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C6EA34E8-C6E0-82DC-0B60-085D35C79B3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6859AF83-AC22-D475-96F6-BE979E6F86C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3560047F-FCA2-C6E8-DDC4-BB7BE66F289E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56C60B6C-1676-83D1-979F-A5EDB7843D21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A8B037F5-E0B4-0A33-9B0F-D0B50D9D6DE7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5B6FE98A-A2B0-D48B-8CD7-A3D6F43E462B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2616FACE-39A9-18A3-469D-48BBF46088D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177DAC1E-8958-CB9B-96B5-820B7757E116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C77100F0-F4CB-8393-BBFA-A523B4105E63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66364FE6-2D52-8422-84F8-8164FC19F6C1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1FF06307-C794-A013-290D-13204D0D89B2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42007FA5-F5D9-FA75-43D9-D186BFA574B4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54ADBC6-A485-544A-0669-79F8213286B6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E8B70CF0-1A72-D59F-2EC6-109F574F8B51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815F3ADB-9019-75AD-9F9D-D4D5B6308B7F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09A2B0DE-563F-E35C-91C6-A9EFC0103D61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9E5D7A2E-2AC6-DAB6-4CAF-77AC41E41828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AF1B90B7-64DC-BC54-693B-4038E5BA9BC3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023A85F0-B8CF-37AD-AC86-A882412FC07A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A43CBF19-D53C-B7DB-1E43-D58619E873B9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3987169E-3D86-5FB3-1B22-2284C7A6CB05}"/>
                </a:ext>
              </a:extLst>
            </p:cNvPr>
            <p:cNvSpPr txBox="1"/>
            <p:nvPr/>
          </p:nvSpPr>
          <p:spPr>
            <a:xfrm>
              <a:off x="82290" y="2071992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AD9B7C76-32FF-6EE4-6C8F-2B031A4D5830}"/>
              </a:ext>
            </a:extLst>
          </p:cNvPr>
          <p:cNvGrpSpPr/>
          <p:nvPr/>
        </p:nvGrpSpPr>
        <p:grpSpPr>
          <a:xfrm>
            <a:off x="8232179" y="993689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CC191FFA-83DA-B561-8608-AF0954FD8651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F7E6562E-0845-B769-187B-D65C6262FC7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9" name="타원 1018">
                <a:extLst>
                  <a:ext uri="{FF2B5EF4-FFF2-40B4-BE49-F238E27FC236}">
                    <a16:creationId xmlns:a16="http://schemas.microsoft.com/office/drawing/2014/main" id="{68680A70-C8E9-82A9-DA73-2B108E700447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275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EC75BA59-67B4-746C-D371-9E2737D4406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83B8EB2D-DCE3-F2AD-D525-FB28C0744F6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2288C89A-A74E-D5DE-6D5A-D5AA163A2F15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312EA2B3-9983-83AB-9A33-29FC4ECAAB6F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D5F2D363-6229-2B8C-B0D8-DBD190162FD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AC099A74-9CAC-FC39-E56E-E85C6917EB9C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FE8110B3-0769-C3D2-35E2-3EB99FFE9539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D42E2645-5A5C-CFC4-88A6-0782D2D2486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F8C71068-1EA3-019A-520D-A1B55DDF8C4F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495E177C-6EAF-8C58-C870-A8AF3918F684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032BA211-F1D6-E7C2-94DE-F855B77E935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8B4D2740-7404-746B-3C40-80809AEA0A16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5736C321-A7D0-01B0-7B59-0E877EDA789C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B795846B-36CC-2F6A-8BA9-0BA4310D98B2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CA3EF518-6A9B-E4B3-1A85-DE5DB871AFA7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C6D68E2F-7F28-4A14-ED3D-93327B5AABEC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FBE07659-978A-606E-CBF7-28163F3684D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A1E37818-A4AA-9D72-3502-886D78D026B8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67140577-6442-64F5-FB6E-FBD114AE5869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722FEA29-310D-6BDF-10CE-65BA15507288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52F983AF-B80C-A0D0-56DA-48C742ADE193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E812BBF5-988E-24F6-0C48-FB02166E479D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90364C40-BF25-0FFD-3A59-75C506A30DA0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48560943-8806-F592-B0E0-F68966465056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A087AECC-814A-EF2F-B280-6F36AB36BB34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F0A2E53C-82F4-D28B-44AE-65455D51F94E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127F4F7E-BA5F-43DF-74FE-06D0E39761A7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30E62547-0E8C-BDE0-6544-D00D4DACC9E0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12AE6AFB-9E6C-D59F-BA6E-E6E7FF257776}"/>
              </a:ext>
            </a:extLst>
          </p:cNvPr>
          <p:cNvGrpSpPr/>
          <p:nvPr/>
        </p:nvGrpSpPr>
        <p:grpSpPr>
          <a:xfrm>
            <a:off x="6374922" y="3707789"/>
            <a:ext cx="1693925" cy="1739333"/>
            <a:chOff x="2078611" y="3210132"/>
            <a:chExt cx="1693925" cy="1739333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F980BBA8-AC27-D80B-9EDB-8D651DAB7BC8}"/>
                </a:ext>
              </a:extLst>
            </p:cNvPr>
            <p:cNvGrpSpPr/>
            <p:nvPr/>
          </p:nvGrpSpPr>
          <p:grpSpPr>
            <a:xfrm>
              <a:off x="2078611" y="3210132"/>
              <a:ext cx="1693925" cy="1739333"/>
              <a:chOff x="728260" y="1033768"/>
              <a:chExt cx="2411603" cy="2476247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6146368C-9607-0305-01DB-8BC3C43D39E1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C2FCCA03-F831-A706-E410-65464E25A0DC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273E9174-94C0-6C76-59B4-E7DE95B6D1C2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3917AB4D-D1B6-1D22-05DF-2A8B19B02D5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98546BB3-090B-7EDB-34FA-2AF58BAEC246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C40D8A16-007A-3820-3294-D357DAD9C26E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7A468905-E447-FD85-DAA0-2AFDC9EBB82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5E609FAF-9B57-8F8B-9ACA-616FE4F8DB1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1EF02F06-0F31-4B4B-1194-D03F1C1B814D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B05B9960-2407-ED8B-FA98-EA2433414ECA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5DBD58AB-5705-1CB6-DB94-00F3513B897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56075B31-F7D9-5358-783A-6CF47EE4EDD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EA13D786-9428-385F-D09B-EF346122836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A1DD2FC9-AFA3-E4D4-F413-A9CCA5984C69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52FE1F61-1D34-79EB-6E39-9F0667C3D9C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9C12D2AA-55C6-842B-6F51-56AF12B4177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02BF74CA-847A-9437-085B-886AF2151D15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D2A3F1E2-A0D8-7DCE-F429-9ED0AAEF11D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7AF29A68-D2AB-CD0A-E30E-D362CEB95909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616A4137-B513-1C42-5471-3C5D102A13FE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180F96CC-D494-ED5A-8DAB-67898E586DA1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8B440EFF-5744-6D4A-85E5-4084A44FAF07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4E5B55A8-1562-5A07-23DC-D0C1BC9A11B0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36C9BEB6-5B44-956E-8422-E70B58DF7FFB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D6FD00C7-D59B-638E-6F64-F70F3FEC7467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C4576DEF-5B23-20CD-820A-F66D3720078E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D87236B6-B9B1-EAA3-16F5-8B88F1ECE4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67E414E4-446F-A292-7BDB-8D9A50B93E5C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C84D671E-FCC7-1595-4FE0-2D3123DAF23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FACEDFA0-4C48-F18D-9BE1-3CD945AC9E39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43A6529F-8402-806B-111C-C94D9E3517DE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04E7731E-BB2A-0935-E1A5-DB8D35397D6B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6C7D5AB6-2504-C23B-0A0A-CF0FE1893B39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4868FB31-6734-A411-DCD7-88B560B7AC15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BE5D934E-E29C-7920-E008-20F4C1CE9187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934B10A1-E0AA-4304-AD2C-44511F1FF4C1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46F326EC-9425-C1A4-B62A-B0F5EC1DA267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18A18933-6534-1422-C618-B03E09DC5B94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B9EE768B-1527-5E74-7AAC-0ADCF29BA5F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A97E8B6F-D063-47EE-FA5B-204EDECE7A7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5A7FD697-BB76-C06E-674C-3EF60BB5FBB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F2974C76-B555-3518-83BA-8A41CF6F97CB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16C74FF8-1DFA-E995-9864-E812B5110D7F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91854BBC-9AEC-5ACC-60E7-58D42B44BE46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00BD7916-2230-61FA-EE46-9C614E9E7190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B05C2871-10E0-CC99-FD45-511ACE2551A8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0B4CFA56-56F3-5D51-787F-EE9AC204822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2C3ABC3A-BCFA-793C-5EAF-50A6003895B9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EF53181D-E5DE-1D2C-1E0D-EC9E85C3EF03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CDDA2A81-2813-6B5B-937F-0ECF10E3822D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69A3BACD-E7DF-E82C-AC85-B988CA79EBD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20F59E50-F845-DB2B-1CAE-721F9F41868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A25F1555-7B20-156C-840D-7DFF6A9E71ED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46336062-BD0F-F315-AD44-D8198CC1FCF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A630F42A-FB2F-7A35-5506-F7D7A74AFCAF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8EF129DB-53F2-6860-1412-7BE1CDA0491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62C44A5B-DCF0-CF80-E1DB-308E3054C13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680A73B4-E15C-CF63-7216-06186B36FBF4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33CE49BB-24F3-6D68-2028-1CE3DC0D920D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BA071511-D385-ADC0-83A5-860F77FDB577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CAB97058-A1FB-A190-94B5-B17B5DF0DE4F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A3792659-ACE2-588C-EEEC-2376E19F7EDB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2FD01ACD-BAAD-B829-65C5-78BAED704AA2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9E7295BA-D34E-B92E-D3E8-04379FDDC563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DA7178FC-253F-CD96-1C9C-198BCFED9DB3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262056AA-3C94-17D4-F16E-4E76FB73B372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23A6D88F-DB02-9C1A-435F-D92421269B81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1C1B9F90-8C95-9B04-8383-83DA47EC7DEE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8E082005-A10A-235A-EC90-DE8A38175C3C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07475E8B-5B62-DACA-B7B5-2BD8CDC35A05}"/>
              </a:ext>
            </a:extLst>
          </p:cNvPr>
          <p:cNvGrpSpPr/>
          <p:nvPr/>
        </p:nvGrpSpPr>
        <p:grpSpPr>
          <a:xfrm>
            <a:off x="6086497" y="1020239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024075C6-C879-2FB1-CC5D-8A60B3821920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9A8FC3A8-BC87-D06A-2503-CA5369E6779E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7D665D8D-BE4D-0754-3B02-2D20E35D7C0F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3283507F-1DAC-7E0A-A237-5396D21BEE2B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155A31AF-3C47-DC4D-EB4B-10C5EF53742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093FFE52-AF98-7D8A-E8C5-86424C3C6B31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0DCE4473-B41B-E966-837C-907C2618AA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5D9140B4-7981-0240-3020-C1060608B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0228487D-C2DB-67BD-B84C-93C08B535FED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F006D241-DB3D-53D8-A036-B6633E8862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EEF5D3EF-AD8D-A635-FDE4-0CF10A54C1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AB1A9C94-C7B4-5AA1-DFE0-95E384E4D865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4FF4EE3F-8674-09F7-EF69-2DC98B23E8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226EB487-1115-BE20-D812-459E708268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EA465818-139C-0FA0-E8CF-1F44BCA80636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BE0DFFD7-C438-20E4-2911-0EF364B19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88A3FC21-4854-2348-5E6A-18624B0B77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5F8D3B90-6DE6-23E6-35B5-8E5308918B11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C6D1C155-63C5-E3C1-6A66-B6867C1C6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8E102AF7-F82E-0BE2-67F8-6B27FDC56C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9BFBE74E-3D79-5454-8AF4-170E63A4E31D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08B16B53-3682-C83D-EA41-F0BA1CED5A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D94D4A2F-789F-7EE1-8490-B49032B28D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528EF881-CF7A-E6B4-7702-4BCAE8DCF349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2709E7AC-4D13-702C-34D0-C9307C7A3D1F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CBAB96EB-0C40-50D5-0F1F-D60ACEF7A8CA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3A455C03-0715-CF91-B012-5F93B6A026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D957C259-1919-36AC-C9C6-925E40F852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5870FA2F-1DEC-9027-5CE8-E942E5BE639D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EB602C77-05EC-8189-9931-DDFBC0A34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AF355452-E79B-254B-1A9A-046D724468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0E419449-388B-AF88-5131-775D40601A67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8E06B477-41DA-6694-E7F2-AEE7C6D75347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69CA5E89-50BE-D5C4-BE06-D67EBDDDCFDF}"/>
              </a:ext>
            </a:extLst>
          </p:cNvPr>
          <p:cNvGrpSpPr/>
          <p:nvPr/>
        </p:nvGrpSpPr>
        <p:grpSpPr>
          <a:xfrm>
            <a:off x="4308396" y="3706127"/>
            <a:ext cx="1665840" cy="1712683"/>
            <a:chOff x="7864758" y="3210132"/>
            <a:chExt cx="1665840" cy="1712683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7E7E2D28-DC26-8F3C-4B3D-12A80877EF21}"/>
                </a:ext>
              </a:extLst>
            </p:cNvPr>
            <p:cNvGrpSpPr/>
            <p:nvPr/>
          </p:nvGrpSpPr>
          <p:grpSpPr>
            <a:xfrm>
              <a:off x="7864758" y="3210132"/>
              <a:ext cx="1665840" cy="1712683"/>
              <a:chOff x="5902305" y="3210132"/>
              <a:chExt cx="1665840" cy="1712683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B69B02F8-272A-97FB-DCD5-51A5B0DB2008}"/>
                  </a:ext>
                </a:extLst>
              </p:cNvPr>
              <p:cNvGrpSpPr/>
              <p:nvPr/>
            </p:nvGrpSpPr>
            <p:grpSpPr>
              <a:xfrm>
                <a:off x="5902305" y="3210132"/>
                <a:ext cx="1665840" cy="1712683"/>
                <a:chOff x="751141" y="1033768"/>
                <a:chExt cx="2371621" cy="2438306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A1DE67C3-77BC-E9C1-A6B3-736688906C53}"/>
                    </a:ext>
                  </a:extLst>
                </p:cNvPr>
                <p:cNvSpPr txBox="1"/>
                <p:nvPr/>
              </p:nvSpPr>
              <p:spPr>
                <a:xfrm>
                  <a:off x="751141" y="3110580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EF50AB8F-EF83-E25D-452D-B9EDE8D6C5E5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D2795D74-47E0-C5B4-E7C7-5D1E962735B3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4D650340-50DD-8B4B-7417-3C035D9CB39A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486445E9-CAF8-6D8B-FAC8-697FA3B467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6F04859A-9FD4-B13D-9DF9-C7FFBA63F2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0193382D-8A1E-5784-B850-A10BEEF4E314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04A84AB8-D90A-0078-DD87-CE4BC85F60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318EB046-58D9-650B-76C9-0BD0B8F303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7D2DFC7F-C95F-4D60-979D-AB629DBC0AF1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E7620AA3-E52E-4A79-EB7E-9C0A9FBB37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5D12AAE0-9D49-69FF-2641-88F695BE28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FEDD5902-5843-2702-8973-08C7FB163B33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343CCBAC-67DC-BB45-348B-78DC3C474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283C3DAA-2624-2035-4B9F-B412D57AC4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527B1AAF-BB6B-B57A-F602-4C91E4EEF708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1FA167E4-D834-2EAB-9135-4B165937DD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533E5CDA-7215-5603-71E6-E8188C36AA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F73FF7CD-A604-9817-2FD7-A895490A2B1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402089AC-9E5F-5C4C-F4F7-FD5EF40AAA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3CA47BE3-BC6C-D797-721D-7244E0B3C5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0EA816BB-8EB8-F9E2-737E-F367B9EE6E44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6ABBDE91-4C85-AAB7-E599-266AB9DE5314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E0AF4EDB-2172-4222-C16E-FF2C38E247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85CF92F9-C221-4802-ED4A-9DF6FB4A2F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878687A8-C0DC-2FE2-0F87-69FE20BAD0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A376E92B-2FD6-F123-DA61-C3A50E84E9C7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6A3F5AB1-FFA6-928D-B602-D1A2DC6F4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AC2C86C0-7CE2-F7E7-1D5D-7222F422B6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98D27798-7EED-35E5-EBF3-58E9CB68BD90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82856116-4A02-5CFD-3511-0BE3DDA9789E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BE264E8-150B-AE21-39EC-85B226205235}"/>
              </a:ext>
            </a:extLst>
          </p:cNvPr>
          <p:cNvGrpSpPr/>
          <p:nvPr/>
        </p:nvGrpSpPr>
        <p:grpSpPr>
          <a:xfrm>
            <a:off x="-145460" y="16800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FD1A8360-C965-55A6-4B9A-05AD8667AA0C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BFA439-864B-FFD4-0B1A-8E8AE279341D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275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(127.0.0.1:5009)</a:t>
              </a:r>
            </a:p>
          </p:txBody>
        </p:sp>
      </p:grp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7DC5D53B-506B-D77B-5070-0173C7CBF098}"/>
              </a:ext>
            </a:extLst>
          </p:cNvPr>
          <p:cNvCxnSpPr>
            <a:cxnSpLocks/>
            <a:stCxn id="4" idx="2"/>
            <a:endCxn id="1155" idx="0"/>
          </p:cNvCxnSpPr>
          <p:nvPr/>
        </p:nvCxnSpPr>
        <p:spPr>
          <a:xfrm rot="16200000" flipH="1">
            <a:off x="710178" y="459711"/>
            <a:ext cx="427295" cy="725062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4271DC23-910E-8D1F-3C3F-F68E83F29725}"/>
              </a:ext>
            </a:extLst>
          </p:cNvPr>
          <p:cNvCxnSpPr>
            <a:cxnSpLocks/>
            <a:stCxn id="1155" idx="5"/>
            <a:endCxn id="1136" idx="4"/>
          </p:cNvCxnSpPr>
          <p:nvPr/>
        </p:nvCxnSpPr>
        <p:spPr>
          <a:xfrm rot="5400000">
            <a:off x="967770" y="989298"/>
            <a:ext cx="200532" cy="535461"/>
          </a:xfrm>
          <a:prstGeom prst="curvedConnector3">
            <a:avLst>
              <a:gd name="adj1" fmla="val 213997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구부러짐 225">
            <a:extLst>
              <a:ext uri="{FF2B5EF4-FFF2-40B4-BE49-F238E27FC236}">
                <a16:creationId xmlns:a16="http://schemas.microsoft.com/office/drawing/2014/main" id="{E86F6E0A-1FDF-D876-D138-100330FB84C2}"/>
              </a:ext>
            </a:extLst>
          </p:cNvPr>
          <p:cNvCxnSpPr>
            <a:cxnSpLocks/>
            <a:stCxn id="1136" idx="0"/>
            <a:endCxn id="1263" idx="1"/>
          </p:cNvCxnSpPr>
          <p:nvPr/>
        </p:nvCxnSpPr>
        <p:spPr>
          <a:xfrm rot="5400000" flipH="1" flipV="1">
            <a:off x="2856766" y="-1013312"/>
            <a:ext cx="103390" cy="4216313"/>
          </a:xfrm>
          <a:prstGeom prst="curvedConnector3">
            <a:avLst>
              <a:gd name="adj1" fmla="val 3411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70">
            <a:extLst>
              <a:ext uri="{FF2B5EF4-FFF2-40B4-BE49-F238E27FC236}">
                <a16:creationId xmlns:a16="http://schemas.microsoft.com/office/drawing/2014/main" id="{33EC4EE2-6BD3-1860-4363-32F78EA9E4C0}"/>
              </a:ext>
            </a:extLst>
          </p:cNvPr>
          <p:cNvCxnSpPr>
            <a:cxnSpLocks/>
            <a:stCxn id="1194" idx="4"/>
            <a:endCxn id="869" idx="0"/>
          </p:cNvCxnSpPr>
          <p:nvPr/>
        </p:nvCxnSpPr>
        <p:spPr>
          <a:xfrm rot="16200000" flipH="1">
            <a:off x="2957321" y="4197119"/>
            <a:ext cx="1066187" cy="452253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25">
            <a:extLst>
              <a:ext uri="{FF2B5EF4-FFF2-40B4-BE49-F238E27FC236}">
                <a16:creationId xmlns:a16="http://schemas.microsoft.com/office/drawing/2014/main" id="{E917DC86-3362-C4CA-9F89-2A6650B8B176}"/>
              </a:ext>
            </a:extLst>
          </p:cNvPr>
          <p:cNvCxnSpPr>
            <a:cxnSpLocks/>
            <a:stCxn id="869" idx="5"/>
            <a:endCxn id="1019" idx="0"/>
          </p:cNvCxnSpPr>
          <p:nvPr/>
        </p:nvCxnSpPr>
        <p:spPr>
          <a:xfrm rot="5400000" flipH="1" flipV="1">
            <a:off x="4362436" y="430538"/>
            <a:ext cx="4160267" cy="5286569"/>
          </a:xfrm>
          <a:prstGeom prst="curvedConnector5">
            <a:avLst>
              <a:gd name="adj1" fmla="val -5495"/>
              <a:gd name="adj2" fmla="val 49652"/>
              <a:gd name="adj3" fmla="val 105495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74F44B01-C576-4BC3-4FB3-14BDACFFC6F6}"/>
              </a:ext>
            </a:extLst>
          </p:cNvPr>
          <p:cNvCxnSpPr>
            <a:cxnSpLocks/>
            <a:stCxn id="1019" idx="4"/>
            <a:endCxn id="1006" idx="6"/>
          </p:cNvCxnSpPr>
          <p:nvPr/>
        </p:nvCxnSpPr>
        <p:spPr>
          <a:xfrm rot="5400000">
            <a:off x="8294553" y="1600452"/>
            <a:ext cx="1253976" cy="328628"/>
          </a:xfrm>
          <a:prstGeom prst="curvedConnector2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E372223-DC1A-B180-95AD-B36918FFCFFB}"/>
              </a:ext>
            </a:extLst>
          </p:cNvPr>
          <p:cNvSpPr txBox="1"/>
          <p:nvPr/>
        </p:nvSpPr>
        <p:spPr>
          <a:xfrm>
            <a:off x="1163132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302 </a:t>
            </a:r>
            <a:r>
              <a:rPr lang="en-US" altLang="ko-KR"/>
              <a:t>→ 852→ </a:t>
            </a:r>
            <a:r>
              <a:rPr lang="en-US" altLang="ko-KR" dirty="0"/>
              <a:t>145 → 165 → 275 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A9534-5FB5-8F49-210F-6D198B9AFCF4}"/>
              </a:ext>
            </a:extLst>
          </p:cNvPr>
          <p:cNvSpPr txBox="1"/>
          <p:nvPr/>
        </p:nvSpPr>
        <p:spPr>
          <a:xfrm>
            <a:off x="1014920" y="548989"/>
            <a:ext cx="850264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50" b="1" u="sng" dirty="0">
                <a:solidFill>
                  <a:srgbClr val="FF0000"/>
                </a:solidFill>
              </a:rPr>
              <a:t>SEARCH(127.0.0.1:5009)&gt;127.0.0.1:5000(302)&gt;127.0.0.1:5002(852)&gt;127.0.0.1:5006(145)&gt;127.0.0.1:5004(165)&gt;127.0.0.1:5009(275)</a:t>
            </a:r>
          </a:p>
        </p:txBody>
      </p: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5314CA9B-2E8D-5C8C-0091-866380CDD40C}"/>
              </a:ext>
            </a:extLst>
          </p:cNvPr>
          <p:cNvCxnSpPr>
            <a:cxnSpLocks/>
            <a:stCxn id="1263" idx="4"/>
            <a:endCxn id="1246" idx="6"/>
          </p:cNvCxnSpPr>
          <p:nvPr/>
        </p:nvCxnSpPr>
        <p:spPr>
          <a:xfrm rot="5400000">
            <a:off x="4561524" y="1105271"/>
            <a:ext cx="445960" cy="562766"/>
          </a:xfrm>
          <a:prstGeom prst="curvedConnector2">
            <a:avLst/>
          </a:prstGeom>
          <a:ln w="12700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225">
            <a:extLst>
              <a:ext uri="{FF2B5EF4-FFF2-40B4-BE49-F238E27FC236}">
                <a16:creationId xmlns:a16="http://schemas.microsoft.com/office/drawing/2014/main" id="{562E357F-8296-77C8-21D2-A989283B8AFA}"/>
              </a:ext>
            </a:extLst>
          </p:cNvPr>
          <p:cNvCxnSpPr>
            <a:cxnSpLocks/>
            <a:stCxn id="1246" idx="1"/>
            <a:endCxn id="1194" idx="0"/>
          </p:cNvCxnSpPr>
          <p:nvPr/>
        </p:nvCxnSpPr>
        <p:spPr>
          <a:xfrm rot="16200000" flipH="1" flipV="1">
            <a:off x="2689456" y="2110133"/>
            <a:ext cx="2211397" cy="1061734"/>
          </a:xfrm>
          <a:prstGeom prst="curvedConnector3">
            <a:avLst>
              <a:gd name="adj1" fmla="val -1173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4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7E5E-44AE-5D5E-F470-61F62DF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5D3DF6-87C9-64F3-49A7-64AF0B245D10}"/>
              </a:ext>
            </a:extLst>
          </p:cNvPr>
          <p:cNvGrpSpPr/>
          <p:nvPr/>
        </p:nvGrpSpPr>
        <p:grpSpPr>
          <a:xfrm>
            <a:off x="-196800" y="5332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259319AA-A5E6-BFED-D5A4-9D33773B687C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3A91EA-B4D7-5830-6AF5-189D18F34273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C1FB1C-67A5-3F70-AF7B-2950E62968C8}"/>
              </a:ext>
            </a:extLst>
          </p:cNvPr>
          <p:cNvSpPr txBox="1"/>
          <p:nvPr/>
        </p:nvSpPr>
        <p:spPr>
          <a:xfrm>
            <a:off x="1219269" y="58600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1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767AE-50F0-6156-99D1-28EC9DA00E47}"/>
              </a:ext>
            </a:extLst>
          </p:cNvPr>
          <p:cNvSpPr txBox="1"/>
          <p:nvPr/>
        </p:nvSpPr>
        <p:spPr>
          <a:xfrm>
            <a:off x="1285291" y="247296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u="sng" dirty="0"/>
              <a:t>a. 910 </a:t>
            </a:r>
            <a:r>
              <a:rPr lang="ko-KR" altLang="en-US" sz="1400" b="1" u="sng" dirty="0"/>
              <a:t>찾기</a:t>
            </a:r>
            <a:r>
              <a:rPr lang="en-US" altLang="ko-KR" sz="1400" b="1" u="sng" dirty="0"/>
              <a:t>(</a:t>
            </a:r>
            <a:r>
              <a:rPr lang="en-US" altLang="ko-KR" sz="1400" b="1" u="sng" dirty="0" err="1"/>
              <a:t>FingerTable</a:t>
            </a:r>
            <a:r>
              <a:rPr lang="ko-KR" altLang="en-US" sz="1400" b="1" u="sng" dirty="0"/>
              <a:t>내 노드 </a:t>
            </a:r>
            <a:r>
              <a:rPr lang="en-US" altLang="ko-KR" sz="1400" b="1" u="sng" dirty="0"/>
              <a:t>Skip)</a:t>
            </a:r>
            <a:endParaRPr lang="ko-KR" altLang="en-US" sz="1400" b="1" u="sn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495F8E-CA71-3E89-C86F-CB349E03B951}"/>
              </a:ext>
            </a:extLst>
          </p:cNvPr>
          <p:cNvSpPr txBox="1"/>
          <p:nvPr/>
        </p:nvSpPr>
        <p:spPr>
          <a:xfrm>
            <a:off x="1219269" y="80055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2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9EDDB1-7F64-1D63-B8E1-0F050AF96D5E}"/>
              </a:ext>
            </a:extLst>
          </p:cNvPr>
          <p:cNvSpPr txBox="1"/>
          <p:nvPr/>
        </p:nvSpPr>
        <p:spPr>
          <a:xfrm>
            <a:off x="1219269" y="1056266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3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602</a:t>
            </a:r>
            <a:r>
              <a:rPr lang="en-US" altLang="ko-KR" sz="1400" u="sng" dirty="0"/>
              <a:t>754</a:t>
            </a:r>
            <a:r>
              <a:rPr lang="en-US" altLang="ko-KR" sz="1400" u="sng" dirty="0"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C3EA66-6D98-92A1-8639-224A0BDEE3F8}"/>
              </a:ext>
            </a:extLst>
          </p:cNvPr>
          <p:cNvSpPr txBox="1"/>
          <p:nvPr/>
        </p:nvSpPr>
        <p:spPr>
          <a:xfrm>
            <a:off x="1219269" y="135152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4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51556E-6A70-EC99-1308-6DDA0EAA5D2F}"/>
              </a:ext>
            </a:extLst>
          </p:cNvPr>
          <p:cNvSpPr txBox="1"/>
          <p:nvPr/>
        </p:nvSpPr>
        <p:spPr>
          <a:xfrm>
            <a:off x="1219269" y="162407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5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330602910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5D2E87-7C70-5CF0-C456-4609B7F1B7BB}"/>
              </a:ext>
            </a:extLst>
          </p:cNvPr>
          <p:cNvSpPr txBox="1"/>
          <p:nvPr/>
        </p:nvSpPr>
        <p:spPr>
          <a:xfrm>
            <a:off x="1219269" y="190249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6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602910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888171-56D5-CFB5-26F5-BCBFA3AE72EC}"/>
              </a:ext>
            </a:extLst>
          </p:cNvPr>
          <p:cNvSpPr txBox="1"/>
          <p:nvPr/>
        </p:nvSpPr>
        <p:spPr>
          <a:xfrm>
            <a:off x="1219269" y="221027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>
                <a:solidFill>
                  <a:srgbClr val="FF0000"/>
                </a:solidFill>
              </a:rPr>
              <a:t>7</a:t>
            </a:r>
            <a:r>
              <a:rPr lang="ko-KR" altLang="en-US" sz="1400" u="sng" dirty="0">
                <a:solidFill>
                  <a:srgbClr val="FF0000"/>
                </a:solidFill>
              </a:rPr>
              <a:t>회</a:t>
            </a:r>
            <a:r>
              <a:rPr lang="en-US" altLang="ko-KR" sz="1400" u="sng" dirty="0">
                <a:solidFill>
                  <a:srgbClr val="FF0000"/>
                </a:solidFill>
              </a:rPr>
              <a:t>] 302</a:t>
            </a:r>
            <a:r>
              <a:rPr lang="en-US" altLang="ko-KR" sz="1400" u="sng" dirty="0">
                <a:solidFill>
                  <a:srgbClr val="FF0000"/>
                </a:solidFill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>
                <a:solidFill>
                  <a:srgbClr val="FF0000"/>
                </a:solidFill>
              </a:rPr>
              <a:t> (</a:t>
            </a:r>
            <a:r>
              <a:rPr lang="ko-KR" altLang="en-US" sz="1400" u="sng" dirty="0">
                <a:solidFill>
                  <a:srgbClr val="FF0000"/>
                </a:solidFill>
              </a:rPr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FCCDFB-CB88-D75A-5BBC-CF262C4CF94F}"/>
              </a:ext>
            </a:extLst>
          </p:cNvPr>
          <p:cNvSpPr txBox="1"/>
          <p:nvPr/>
        </p:nvSpPr>
        <p:spPr>
          <a:xfrm>
            <a:off x="1219269" y="248869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>
                <a:solidFill>
                  <a:srgbClr val="FF0000"/>
                </a:solidFill>
              </a:rPr>
              <a:t>8</a:t>
            </a:r>
            <a:r>
              <a:rPr lang="ko-KR" altLang="en-US" sz="1400" u="sng" dirty="0">
                <a:solidFill>
                  <a:srgbClr val="FF0000"/>
                </a:solidFill>
              </a:rPr>
              <a:t>회</a:t>
            </a:r>
            <a:r>
              <a:rPr lang="en-US" altLang="ko-KR" sz="1400" u="sng" dirty="0">
                <a:solidFill>
                  <a:srgbClr val="FF0000"/>
                </a:solidFill>
              </a:rPr>
              <a:t>] 302</a:t>
            </a:r>
            <a:r>
              <a:rPr lang="en-US" altLang="ko-KR" sz="1400" u="sng" dirty="0">
                <a:solidFill>
                  <a:srgbClr val="FF0000"/>
                </a:solidFill>
                <a:sym typeface="Wingdings" panose="05000000000000000000" pitchFamily="2" charset="2"/>
              </a:rPr>
              <a:t>330852910</a:t>
            </a:r>
            <a:r>
              <a:rPr lang="en-US" altLang="ko-KR" sz="1400" u="sng" dirty="0">
                <a:solidFill>
                  <a:srgbClr val="FF0000"/>
                </a:solidFill>
              </a:rPr>
              <a:t> (</a:t>
            </a:r>
            <a:r>
              <a:rPr lang="ko-KR" altLang="en-US" sz="1400" u="sng" dirty="0">
                <a:solidFill>
                  <a:srgbClr val="FF0000"/>
                </a:solidFill>
              </a:rPr>
              <a:t>성공</a:t>
            </a:r>
            <a:r>
              <a:rPr lang="en-US" altLang="ko-KR" sz="1400" u="sng" dirty="0">
                <a:solidFill>
                  <a:srgbClr val="FF0000"/>
                </a:solidFill>
              </a:rPr>
              <a:t>)</a:t>
            </a:r>
            <a:endParaRPr lang="ko-KR" altLang="en-US" sz="1400" u="sng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D88240-02DD-8872-7273-52379FE8DBEC}"/>
              </a:ext>
            </a:extLst>
          </p:cNvPr>
          <p:cNvSpPr txBox="1"/>
          <p:nvPr/>
        </p:nvSpPr>
        <p:spPr>
          <a:xfrm>
            <a:off x="1219269" y="2755716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>
                <a:solidFill>
                  <a:srgbClr val="FF0000"/>
                </a:solidFill>
              </a:rPr>
              <a:t>8</a:t>
            </a:r>
            <a:r>
              <a:rPr lang="ko-KR" altLang="en-US" sz="1400" u="sng" dirty="0">
                <a:solidFill>
                  <a:srgbClr val="FF0000"/>
                </a:solidFill>
              </a:rPr>
              <a:t>회</a:t>
            </a:r>
            <a:r>
              <a:rPr lang="en-US" altLang="ko-KR" sz="1400" u="sng" dirty="0">
                <a:solidFill>
                  <a:srgbClr val="FF0000"/>
                </a:solidFill>
              </a:rPr>
              <a:t>] 302</a:t>
            </a:r>
            <a:r>
              <a:rPr lang="en-US" altLang="ko-KR" sz="1400" u="sng" dirty="0">
                <a:solidFill>
                  <a:srgbClr val="FF0000"/>
                </a:solidFill>
                <a:sym typeface="Wingdings" panose="05000000000000000000" pitchFamily="2" charset="2"/>
              </a:rPr>
              <a:t>602910</a:t>
            </a:r>
            <a:r>
              <a:rPr lang="en-US" altLang="ko-KR" sz="1400" u="sng" dirty="0">
                <a:solidFill>
                  <a:srgbClr val="FF0000"/>
                </a:solidFill>
              </a:rPr>
              <a:t> (</a:t>
            </a:r>
            <a:r>
              <a:rPr lang="ko-KR" altLang="en-US" sz="1400" u="sng" dirty="0">
                <a:solidFill>
                  <a:srgbClr val="FF0000"/>
                </a:solidFill>
              </a:rPr>
              <a:t>성공</a:t>
            </a:r>
            <a:r>
              <a:rPr lang="en-US" altLang="ko-KR" sz="1400" u="sng" dirty="0">
                <a:solidFill>
                  <a:srgbClr val="FF0000"/>
                </a:solidFill>
              </a:rPr>
              <a:t>)</a:t>
            </a:r>
            <a:endParaRPr lang="ko-KR" altLang="en-US" sz="1400" u="sng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E6A187-DEA4-E92E-B403-452E918B6EF7}"/>
              </a:ext>
            </a:extLst>
          </p:cNvPr>
          <p:cNvSpPr txBox="1"/>
          <p:nvPr/>
        </p:nvSpPr>
        <p:spPr>
          <a:xfrm>
            <a:off x="1044261" y="463085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4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910</a:t>
            </a:r>
            <a:r>
              <a:rPr lang="en-US" altLang="ko-KR" sz="1400" u="sng" dirty="0"/>
              <a:t>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D1FEF5E9-E0E3-DEAF-5C4C-924DCBA2E3AD}"/>
              </a:ext>
            </a:extLst>
          </p:cNvPr>
          <p:cNvSpPr txBox="1"/>
          <p:nvPr/>
        </p:nvSpPr>
        <p:spPr>
          <a:xfrm>
            <a:off x="1076241" y="3892761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1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1345" name="TextBox 1344">
            <a:extLst>
              <a:ext uri="{FF2B5EF4-FFF2-40B4-BE49-F238E27FC236}">
                <a16:creationId xmlns:a16="http://schemas.microsoft.com/office/drawing/2014/main" id="{D85B5564-3BC2-63D4-C9B5-FBD1758BFD75}"/>
              </a:ext>
            </a:extLst>
          </p:cNvPr>
          <p:cNvSpPr txBox="1"/>
          <p:nvPr/>
        </p:nvSpPr>
        <p:spPr>
          <a:xfrm>
            <a:off x="1076241" y="4111429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2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EA4699BC-CB06-36AB-4E47-576286054516}"/>
              </a:ext>
            </a:extLst>
          </p:cNvPr>
          <p:cNvSpPr txBox="1"/>
          <p:nvPr/>
        </p:nvSpPr>
        <p:spPr>
          <a:xfrm>
            <a:off x="1056841" y="4366016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3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754852910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81DBEFB5-1842-7430-4648-C18710297964}"/>
              </a:ext>
            </a:extLst>
          </p:cNvPr>
          <p:cNvSpPr txBox="1"/>
          <p:nvPr/>
        </p:nvSpPr>
        <p:spPr>
          <a:xfrm>
            <a:off x="1056841" y="485995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5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145754852910</a:t>
            </a:r>
            <a:r>
              <a:rPr lang="en-US" altLang="ko-KR" sz="1400" u="sng" dirty="0"/>
              <a:t>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1349" name="TextBox 1348">
            <a:extLst>
              <a:ext uri="{FF2B5EF4-FFF2-40B4-BE49-F238E27FC236}">
                <a16:creationId xmlns:a16="http://schemas.microsoft.com/office/drawing/2014/main" id="{6594CF05-843B-A505-8281-0D6D6E337E92}"/>
              </a:ext>
            </a:extLst>
          </p:cNvPr>
          <p:cNvSpPr txBox="1"/>
          <p:nvPr/>
        </p:nvSpPr>
        <p:spPr>
          <a:xfrm>
            <a:off x="1076241" y="3565800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u="sng"/>
              <a:t>b. </a:t>
            </a:r>
            <a:r>
              <a:rPr lang="en-US" altLang="ko-KR" sz="1400" b="1" u="sng" dirty="0"/>
              <a:t>910 </a:t>
            </a:r>
            <a:r>
              <a:rPr lang="ko-KR" altLang="en-US" sz="1400" b="1" u="sng" dirty="0"/>
              <a:t>찾기</a:t>
            </a:r>
            <a:r>
              <a:rPr lang="en-US" altLang="ko-KR" sz="1400" b="1" u="sng" dirty="0"/>
              <a:t>(</a:t>
            </a:r>
            <a:r>
              <a:rPr lang="en-US" altLang="ko-KR" sz="1400" b="1" u="sng" dirty="0" err="1"/>
              <a:t>FingerTable</a:t>
            </a:r>
            <a:r>
              <a:rPr lang="en-US" altLang="ko-KR" sz="1400" b="1" u="sng" dirty="0"/>
              <a:t> Skip)</a:t>
            </a:r>
            <a:endParaRPr lang="ko-KR" altLang="en-US" sz="1400" b="1" u="sng" dirty="0"/>
          </a:p>
        </p:txBody>
      </p:sp>
      <p:sp>
        <p:nvSpPr>
          <p:cNvPr id="1350" name="TextBox 1349">
            <a:extLst>
              <a:ext uri="{FF2B5EF4-FFF2-40B4-BE49-F238E27FC236}">
                <a16:creationId xmlns:a16="http://schemas.microsoft.com/office/drawing/2014/main" id="{30C46D6A-33F8-55F6-04E0-8D8C5A2F7164}"/>
              </a:ext>
            </a:extLst>
          </p:cNvPr>
          <p:cNvSpPr txBox="1"/>
          <p:nvPr/>
        </p:nvSpPr>
        <p:spPr>
          <a:xfrm>
            <a:off x="1069421" y="5136471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6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???? </a:t>
            </a:r>
            <a:r>
              <a:rPr lang="ko-KR" altLang="en-US" sz="1400" u="sng" dirty="0" err="1"/>
              <a:t>루핑이</a:t>
            </a:r>
            <a:r>
              <a:rPr lang="ko-KR" altLang="en-US" sz="1400" u="sng" dirty="0"/>
              <a:t> 도나</a:t>
            </a:r>
            <a:r>
              <a:rPr lang="en-US" altLang="ko-KR" sz="1400" u="sng" dirty="0"/>
              <a:t>???? </a:t>
            </a:r>
            <a:r>
              <a:rPr lang="ko-KR" altLang="en-US" sz="1400" u="sng" dirty="0"/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92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8EFB-8104-9EB2-F9A4-3FC61DA3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C7934F46-D450-7911-82B6-9AFB9A948DC0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2B853353-B7B0-5471-38B6-D48CB8A168F1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4808138-13FF-C8F9-1E71-201261B415B1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D4E83B72-8541-189F-27BC-46C9CC150E7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F798FE46-7915-DB3E-3892-4E0E7DEE4C63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7A81C049-27B2-898D-F15B-75247D7876D1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12D9D350-CA98-567B-AAB1-15C96C88821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13CE6571-5BE8-B02A-ACAC-D160947850A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93463C5B-6274-69E6-6C14-0134F51C6F4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B23739B8-7882-785C-CFA6-C229327F910C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ACF92DC1-5BED-ACE7-43BD-0A186F732373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FA266979-1757-3C19-4848-6FFE5BC5C70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4AE0B920-B83D-B6CF-E9C4-CAC3F2008C5E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1F32E2A1-012E-8165-8E59-062ACE0FEB5D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BD543264-E315-8417-4ECD-61628079CD3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0BC8F071-208A-EF8D-BB99-5D11C701C69E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5C295111-395F-E28E-F405-AE50434A5610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105E1A17-2D32-117C-36B9-8EA4042F6E20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A158725F-6A46-C67F-7B60-C013D019B754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C1297FD7-CA39-6CDB-4FFC-FAB618167BEC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8371C58B-42EA-BA7B-CAF4-013647396AF9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0AC511FE-E68F-0C95-3C01-0A345F5EEA95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7F47F8D9-42CF-CEF7-E355-2496FA479515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F5F1DA42-3353-F507-66D4-E7B4CB565E1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E48AE45E-FD9F-18CE-5A0B-2D750DA99015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87D1451F-AEF5-F5C8-A079-01B7B22BA886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9A34C01C-FED7-9E4B-B026-220607659AAB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A53AF121-606E-AAF4-6BBF-A788AA6829F1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41327C04-9064-9E80-4208-45EE74433CF4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02E9550C-045D-85FB-52FC-45ABBECC554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D3E0E572-D8B5-0DEF-0019-393E044ABC1C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A5E970AB-DF68-1AB4-2549-BB542037FD0A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B02CF08D-7261-9407-94E9-0EE1A8CCEB27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92C82D01-432F-1E39-EE29-B2228792B53F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8039D2A2-6383-B911-4F40-4442163D8689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71AB0E14-75A3-70BE-381E-C2FF5907C231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4A769FF6-D286-7F6F-D934-D2989DDB3F4D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A255238C-2A64-B203-444A-1013F4FECE4F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61316E60-2B5A-5E6F-6842-2DDFC9597D03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4A95D974-F76E-7597-F6DD-EB7E0FDBFD7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E31A3335-49D0-3F85-7336-72927E16F7E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128234DE-5946-EDF6-297E-41B6ED53D09F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692EAB45-6040-42E7-0E41-67C1C9C957DF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FBFC02FE-098A-9B94-F99A-956D007A1F7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531AF67B-2F3B-E868-029D-B393603D75C6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A6A8321B-3C40-97FE-5059-4D4814F03C4A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DAE1E864-BA78-76C5-EA66-5E1510AAC8E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40A88354-ACC2-8855-BD46-9F6BD9ACAC71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254D7B3D-6D75-778B-3FE6-26A98C08CB44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2A341179-1F4B-FB81-C879-9E9786D0E3B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E98C61B6-FCC3-F6D6-7848-266BAF4A15B0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3F40D82D-8058-5AF5-5372-9A82E465D4B3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6B4EBA1F-29A0-4EAF-CBA6-2001CB39B2B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1417042B-DCEB-0ABF-BA37-D5A390F25149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20EC72BC-0B29-01F4-B5B3-685723A9417E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AB8E5136-1756-2FEA-A228-2B1C61E8D1B4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315F7911-DE4C-0896-221E-1285C89F0F0A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FF0BE994-C6D6-1459-FC78-2329FC1B8046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9B3900FC-904A-5540-D81B-4643BF03D02B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ADE57394-294B-F691-3B9D-7E4475EDFBC6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E4B79EE2-ADA7-43C9-BADA-814AD3404113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3086480E-F2B4-026E-C2E3-C0657B556940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2536536E-AFD3-763A-085A-2FD2F4C762E6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315480F3-E777-0D2F-EBA6-5F83AA16D771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783A9751-7129-18CC-43D2-5237DBADBD2F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3FD7AB5D-EEC1-29E6-2086-E65E742CD07B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EE8B53E3-642F-3BFD-2937-3BE9A5D3F629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2ED51622-40B9-679A-BAB4-98A37FA64DB7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F360D051-9F8D-030D-660B-B293BA073A31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C0995D37-5195-5CD5-6870-08690BBFD38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763A7D8D-08F4-E9DA-E262-6D0850CFAE3D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B81F2098-9E48-F5C3-8AE6-74CA2D873BBF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BF89AF9B-F0C1-FDFA-03D6-CC87BC68F53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78CEB633-DAF1-44E9-D34F-EE001E41035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8DDBD7BA-E3C7-6057-FA1B-157E1E03991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29497559-73E7-56CF-0F26-8D7DB76AE8DE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19FDFDD6-E262-D74D-D636-385C85DA4542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ED816478-E580-D293-72B2-C5ACD442A17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8CDD41A0-8176-AE6D-C114-72112B5F1888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0525C0AF-5389-8446-9240-AFCB483EEAC6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394927F2-8A2B-33C8-AA31-BE6E2998309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A0592F1B-28F7-2339-828E-FE874B2D9CB3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234C1C91-67FF-6982-62BC-C7946763880C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90FC9B23-A57F-E49F-6593-EE8A9FDE97D0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F6988379-44A8-D14C-C4D9-E2507DF7230D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5E538977-FCBE-CAFB-6625-EA20AA83E744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7F4DB99B-D67F-BA47-A649-4280B7FEC131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8B8DA329-8D8E-C559-8241-92F13CC0303F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1B761F53-4695-2FD7-504F-C36A9644C3FB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6FE31277-0964-D5D0-A4E5-42EC6E99354E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F56E759F-A670-123A-7D8A-E95E30DD2001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09ACBFC7-6AA1-6BC5-36AF-1211E33B32F3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DAD65844-FF8F-E2CC-6276-8F1EAE9F2FE3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752623AA-9A0E-7BA2-C5DD-3DF2DF1032F2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002008C8-CF84-80A1-C0DF-E7EFA5FC7FAE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BD7ABDEF-A09D-2681-1870-2D024152D5AC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8CEA6564-6CDB-47FC-FC1C-252C6EEEE138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10F158C4-F34B-3F0B-2A05-532C511DD247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2545F163-7221-32B7-DBD6-E4904C496794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00954755-B21A-6DEB-5D06-4ACC45E4672D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A3B8ECEB-FA52-86DF-1852-566A4E5CC1C3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EE365715-8763-1175-1096-7F68E47208D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B1057689-CA6B-316D-9B33-7CB71D8A3662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9C30CE10-8BA8-2080-789A-9849A9D68686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A21FA7C8-A1AC-78C3-BB38-1BFFC839EFE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5509B0AB-CBEF-2CFF-4CFD-A2C3AA82ED5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FF850A3E-3546-D441-2E55-C523AD3AB4C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245CD90E-6A28-C87F-562B-215BD208A265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CF77B9C4-5BDE-0F83-B1E5-CDE0430E0064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80EA72F4-6D3D-A7DA-863B-02B39143B63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501B9C54-8711-A87D-4408-0F3470A9F1F5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C2CD9340-CB3C-C177-F3B7-C1DF42D19E92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61770FCD-EF48-24D5-B3F5-996A274059A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C71405EF-7B74-D81E-D713-766594517F8B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BCB9E8C4-B855-82D5-EF62-7506D9E62C9F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91DD82DF-2F2E-6DDA-BB9E-0E0FA51E580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BA653EDC-47D6-68C8-B150-8EDE29479070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444C64CE-599E-7342-308A-1B77DCD4B780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7969928C-81B6-F78A-99E9-FB2AF580270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084FBAF8-6006-D3BA-77D3-827A424E8D9D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5D67D1F5-1672-5429-CC96-A3895B4A1393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E0EE9772-1B8F-1CB5-7329-3A4B47DE46B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5382FDA0-6F58-62F0-94D7-52CD11B83DB4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004B1AD3-8D19-1A22-CCE8-42B6FF943838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69F0D0A2-06D7-BC10-DD1A-AE3FF96B50BC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209FA89A-90BA-97F2-9805-9AF05A31CCDC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B3AEBDCC-4C87-59C9-30CD-F811D2D06E58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092DC161-796F-ED18-D90F-A75C2825473E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E5E2B623-6B2B-F486-D88A-0EA79CCA0A4F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F2BB89CE-3763-6FDD-6C1B-FDC0C024453D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52940408-85BF-5AAE-6120-0E09CEB50D4F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64460AA5-3A71-B568-8A0C-DFFF17D63BFE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442A8B20-E65C-C9D7-D31E-5666F19F5473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A9F38F47-06F4-093B-5623-06DA08730B30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85FB3E36-B192-3B31-86F6-9F0FB1F56D8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C75A3CE0-0C15-1C52-31B3-C44EDFDDB6D1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8441615A-A4A7-6457-2FE1-40E95CC27041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CCF49AB7-A11A-2016-C9D2-B11AC1E4C62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4C592D1E-4E93-F892-6902-AE11FFB47B7B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2C28AB75-D8E6-DA36-F501-87E045772BA8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5D3D15D4-7D5C-8AB7-7B95-D95DCF2A470D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BD155585-BD13-77FF-DB83-4D85A1FEB89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4B2DA3CB-2008-0027-532E-B4E991AE2560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89485CF3-9F22-19FD-C6E9-101CA7F89933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A3B58A11-6734-70C7-6A45-19423755E1F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C0F15234-7EAE-4A1B-4E5B-4549AB75F7A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5ADAF63D-F400-0408-AE4E-D6C3E77BFD46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38BB896B-3446-AECE-900C-A7BA22DC2C25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4A5962FD-5C89-93E0-382F-5A4F0623E03F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0277C3C3-054A-678A-2762-D44BA9C273E9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27192573-6243-D38F-4C55-D3C48FFA75D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8FC4D287-FDAA-36E8-A24C-8B6970D6C96D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E89169BA-BA0E-A939-08AA-CA8A71A31567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8F5AA43F-4A39-7761-5D7D-8FF80ED24FDF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6CED93A7-153F-2071-19D1-772D0FC2AB73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5E880C23-13AB-A33D-6C8A-884E01A0FE1B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EA626B96-90FB-D3CB-1E6A-BCF71BC027B4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F7A3BEEF-1731-B60F-0255-8E3492F51E0A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D4E16E6B-1E61-14CB-2198-12FFE408FBA4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0DB50694-E4DF-9C52-6415-DAB57739C9D0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5871FC83-4022-6F8F-7640-FBDA8EF33215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612B6CE4-30FD-199B-B033-B291D0A4C6B8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854F84C1-678C-BBD9-7536-7615DAE76488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1EF56E6A-E2CD-4214-4F68-1C3AA6E88888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31057A05-5700-8DC0-6E0C-3B42524D929C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6B3FE3C0-3F4E-EA08-F4A9-24B3015AFCBC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A745AE92-4049-2716-147B-8AC945A3A333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24A5B10F-AD97-69CC-A455-C68B0372E0C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CC7A5E65-5967-9B48-D41E-38458A1C0AD1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71EFB42F-B7AC-3FD3-3314-86828AFC2D66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2967155E-A259-DD00-4FB4-A4C69D020DD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DCEDEFB8-5D6B-BDF5-0020-EB6D278157A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FCCC48C0-C991-C2DC-EE01-B270EB750D9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D556ABE2-E9FC-02A0-7097-A0EEA13B9B23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4A84C3A9-6004-1459-DF40-1BCBAE8FE90B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54B04EB3-F4E4-4C0B-BFBF-CF5002E5657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5B942A1D-60B3-2728-0209-1C9F9A401427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2E5850E5-02B2-F13F-2E63-835A474A10FD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EB761C0E-9F49-2A54-A22D-9C95B879288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E951BFC8-2F34-2A5A-C059-B817318B860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D9FCA402-A137-DF16-9872-2509306DF861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2B88C623-0E66-D168-EA5E-B0B62569948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393D81E6-DAB4-1AB2-7BCB-411EFF79208F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618A1336-5B82-7CFA-8DB2-28DBF3EBB222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5C5645AC-9FAE-31B0-ADE5-D0908BEF419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6569B115-B058-4C81-EAF1-2E94F880D33F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589EAC4F-740A-7C87-ABE0-EF889281B137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240F9444-03D7-2268-8A13-5DC3887CC59D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EA26931B-17FB-E723-E944-A36E6750203D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C4349901-1401-A70F-020B-A7B4033B7B41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71F2EE47-9597-C990-F085-A0A09117101A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AD5251E0-0FF1-2276-2CEB-78CB9C2320EF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ED56E81C-C91D-D0B3-EC92-6761B3833F24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2FF3DCB0-D2F6-727B-6152-5EDE1A3E8445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2CAFB703-EEE4-8C08-E6A5-68E268D16DB8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C0C87354-CC7E-C098-DF3A-43609298AAD0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8F12F36A-6B1D-57AF-D726-4A142D641C68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A0B1C94F-CBC9-10EB-801A-8E1B3DA78E62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9899998A-6E96-E4F0-8FF8-3045A1E04C7C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088B6077-4B8C-A40A-A065-F150CD3789F7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A9C12D34-C5BA-FEA7-F050-57EB8FE82954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BB9047F6-E61D-95A8-EB8B-995F3CC758E9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09C02FDF-C388-F192-502F-34F6E4EFE2B3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3BFAEB31-C5B8-77A5-32E5-2920ED56412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DE3CB8D8-2DAC-5818-AE81-AAD69B20DD0A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B5869033-B4CF-B76A-7A4C-C0BA5ABDEEE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19B653CC-92A9-6033-EF24-0BDC45C033B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014B948A-B00C-3B72-4F31-19BF2F95A87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EF754CC7-1D9C-BCF0-A2D2-33448AB80D8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4A130D5E-6A18-B83E-F1A6-3951BAA444DE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EDF0B7C4-C9E8-C16F-141A-3F3018B6066C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6D5D17DE-476C-163F-028F-C505EA2D41C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18DEDF25-7609-3088-2608-2B2D40B3D62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EC38F4DF-A613-55BC-69E5-FF6C06DD020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22C4442C-4EF0-2B60-F2B3-5B55D24821C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06B9BE7E-3938-9479-5ADF-B89D69AF3B1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C12598BA-47F5-23BC-A5FC-C99CC8B257F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F4CFE473-2071-64BA-7652-02FCDD56B006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F787220B-58C9-392A-95D7-229637033A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1CD551E7-7373-B6B8-446E-0307DE4EC39F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AF6D90E2-126D-680F-B88F-C072C758443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799CD46A-7BCA-D101-FF86-D3A9133E4788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123DDF73-2901-0C64-3590-926EEBFF4BA3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A2F39BD4-A6E1-2DC9-0565-EECA575DBFD5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D31E67D8-6CD5-45F9-4E45-DC56F1FC3665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F6DAC981-88FA-96D7-C62F-364C6B19548C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36A8AF0F-D9DD-976D-42C8-2B49BF90DB5D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FEE77D45-90C2-095A-5B36-74823B5B4074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B16CC27D-5CDA-7F5C-075F-AA06B4FF16D1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A5E700DA-E903-7279-52C3-CE3DF7F7DE11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B1EF10E4-B360-F6D6-8705-AA93EAA7D93F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EB0EDFC3-BF48-8918-4D5B-65077BEA726D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7D732BBA-3DB2-9A28-8F6A-23EFC06021E6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B1386BF8-8113-C238-DA96-16E0D6171B5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652AA51B-C47C-60D4-8D3D-BA69442C523B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17165AC6-AC59-CECC-056D-41EF437D911F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DDCBBC61-CA37-EA9F-AF88-E60459119B61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77B85F39-3E2C-FA73-2EB1-08F8336E17C6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43CC03AE-2DBD-8F47-AF73-15265A191E0A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18C23471-5E1D-ED72-306E-D9786E89B251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50083CD0-B0F8-7E12-1EFA-FB24CEF76F7F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28328327-70BE-7B1B-915A-E658E623DC5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968FE8F5-3852-49F5-961E-E63DD489D6E6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6A84B7A2-B430-6988-988D-82AF68F964A8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1332FEFB-48E4-E6DE-9426-E848A074BC13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5E066DB4-8C4B-7E2F-5AB7-315D452C2F1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D7B1539D-BE73-F792-C271-6A78B5D690EE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87DCBA53-C65E-F50D-3BB1-D3ECFE1A2F5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99715E76-5193-609F-1603-BA2BF8FB3AE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6BD30D74-383C-57AA-A977-6C872F49E3D4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423F4710-3661-DF7E-87BB-AC9D90DC7481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7C7C8B4A-D4BD-A1A2-0CC5-6009F89E36E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011F6D08-58BE-7DD8-9B15-11D6FD4EFB6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8EE3148F-77E8-4B0A-F32E-0ABBC0122A04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9ED55AE4-B3E0-5D4E-389D-6D4C8EA5964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6DA3D43B-B692-B290-45D5-A569EDC5ADC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1C61DC90-1E0C-7376-86BA-3FC990EFFF8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B2E74C19-1141-6DF4-BD54-D92E93F9D94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73139133-DECE-8DFB-4744-981D65E47C66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AB62ED53-7CBF-0CB7-59EF-9B638121796C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37989B7B-8846-A1A6-E29D-C3E39B9B39BA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777AF13C-6CAD-3E30-4F6A-6B3A23734AAD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84BFE998-E9E5-6580-C9DB-662A6B261E18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0EDCE141-B059-5F0E-CE19-86368547C75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EC3C57E1-8C7F-CEAD-B5BA-E50D8EA2327E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6D873DF4-72B3-B633-BE07-F18783EEB4E2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EAA1364F-EF32-5116-0652-6FA5B5C549D6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EBC48161-206B-6219-C1FC-610F8BFF0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1ED4A089-5D2D-5783-98B7-8B3A1DC94BE1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1C5A9D88-87FE-DDE8-13EE-7CD57E4F8BE0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2CB5D46C-D857-97E9-D1AE-D4E664DA87DB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C5D98A2A-B4B0-A131-63F0-85681C29D718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8F0C8989-E286-0A9F-973C-C58F596F3373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57E53055-C9E3-FB2F-9A64-9321CF5365DF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B43E5184-512C-72AD-C9BB-3868BED71BEB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96734F26-6CDC-D4E7-A7DD-567B5833DDA8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EFF247B6-5069-6846-7829-7DA1C4F64F6F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5EF6AABF-0FE7-C30C-BE49-E707D2A72E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1B2C80D4-A49F-ACF2-806F-ADF5EFFED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62F64BBD-FA7A-E090-0760-230ECACD560C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1B7594AE-7E2B-D92D-BC9E-F409002461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C2C65D37-1C8B-DCD5-59E2-107EBFE96B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20FB370D-319F-4E5D-D046-BCA5F5D9728E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9111CF5A-B24F-FF63-A5DA-4CAD0C3EE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F7B5FDA4-A01E-DE67-EAAD-ED1074F673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E609C938-0CAF-FAA2-0E01-BE77C11A7991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17415E82-CCEE-AB78-A693-5FAF733CC7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4E754B25-B0CF-545F-688E-E143177883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B9A19DDA-923E-6ABB-ACEB-01E3E11BF76F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86DC2E8F-CAC6-7467-4E3E-5360700CA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7D0739C9-53EA-A5CD-7D5C-1DF4F171AD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D2837257-85C8-2BE0-CB18-62018E2E447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2E17521F-76A4-C51B-B33D-EAE3FEEE84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42201FC1-0AAF-D644-A6EE-59AFDF6643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13A3CEF9-E0D5-302A-E09E-DE6ABFBF1655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D8EC7D7B-1CF9-55F1-E86D-3978311346CD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122BA6D9-7167-528D-F5E4-11DEC8ECDA33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B6F5BF2C-F1DE-F6F4-461E-E4A64521FC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7079A95A-771A-5BEA-CC33-EEB280A1A6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C90315B1-1201-9B99-89FF-CE5BE9653329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B75D556A-139F-0D5B-8C29-58C17CEC06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B253FC04-0016-6606-666E-217639D93C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F4016123-6954-CEA9-838C-1646A785A818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663953CE-B2C8-C04A-5445-2BD48B00D1ED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1E8E759D-01BA-F877-9299-CF04FEC6FC03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138ED8FE-B72E-6D75-B852-D20ECF0604AC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E38AD807-4EA6-FAEB-27AA-587327EB60FF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0AD515CB-9579-B878-77FF-01F149493E21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617D4E22-F7DF-FC78-626C-75CCC16A3667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18E3CC59-9A47-063A-1CCB-1C0AFFE8A2AC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BADF5C19-7870-708D-0A47-FDCBC0363F08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4C1E2DAB-1F76-B62C-1791-C632F7CD0D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9BC713D8-AFCA-3265-E249-116B81B4BA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82706F59-3393-356D-EFCC-ADBE3439F611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CBCC17FC-9851-DA4C-C21D-9AA9CFE390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ABA99DB1-BCF2-FD7A-BDB3-AA57458362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9F38A20F-D28F-EB01-1698-9D88C01ACB54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4C5BF567-C95A-4705-4DE9-602BCE543F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57DE69F1-0A50-FDB1-C623-68E4609C6B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2BCBD464-EE33-38A4-422A-FC417152F3CF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85374164-1AE5-541D-04C5-E89E8E714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51FFBE91-DC26-261D-1F91-F27FA0C36A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C8D06855-3CFB-A001-5337-AA8E07DC3034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7A5E56D3-B80E-B2E9-FC37-94B2270239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37B8C4F2-5487-D9F9-315F-30737557D6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56E63F7D-A3C3-F3E5-6414-B8571CA7DB2C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D08513EB-718C-C9C8-ABB3-5C1B9B8FE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435E8DA5-0379-7A09-DA4F-C6D67E74BC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ABD50689-DEF7-5525-7540-E5A8276324DD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1FA4B7DE-B290-1AE7-972F-8284ED341834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DA8A8A5D-9CB5-95EB-216A-0C4E71553F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FE608AE1-BF93-A4A5-A56B-E038002D6C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AE38E31C-417D-93AE-1391-7221B6A11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996EDECA-469B-4456-5433-D7F52BD6871A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EE51422A-8B95-8926-C3D1-8D314DA35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B5282D82-8699-EEDE-84D0-6FD1CBD567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DED5E262-75A1-CB5C-074A-973077B26AE3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B9804815-DA78-CF80-A27F-FFA852D28EAD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6D90714-397F-9335-35D2-3856FE10F918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22DFC0E1-0B48-3F46-07EC-E55137F38705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A44084-FCF8-0A54-43D0-DAFB251E49E3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41D3F073-C779-C357-C54A-4E3A27810C7B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62AA120D-83A8-7308-CE7D-0BC2902275CD}"/>
              </a:ext>
            </a:extLst>
          </p:cNvPr>
          <p:cNvCxnSpPr>
            <a:cxnSpLocks/>
            <a:stCxn id="1136" idx="0"/>
            <a:endCxn id="1263" idx="1"/>
          </p:cNvCxnSpPr>
          <p:nvPr/>
        </p:nvCxnSpPr>
        <p:spPr>
          <a:xfrm rot="5400000" flipH="1" flipV="1">
            <a:off x="3910738" y="-1580015"/>
            <a:ext cx="103390" cy="4828382"/>
          </a:xfrm>
          <a:prstGeom prst="curvedConnector3">
            <a:avLst>
              <a:gd name="adj1" fmla="val 3411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D81D525F-AC1E-3D4A-14C8-1CB453558286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1B113DF5-AA48-3F54-2B42-38E257E4A18B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88F18AB-F79A-6454-C861-220F82B9FF65}"/>
              </a:ext>
            </a:extLst>
          </p:cNvPr>
          <p:cNvSpPr txBox="1"/>
          <p:nvPr/>
        </p:nvSpPr>
        <p:spPr>
          <a:xfrm>
            <a:off x="197270" y="2650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1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E3EEC-E6EA-B38E-3544-CE4DB771F8E1}"/>
              </a:ext>
            </a:extLst>
          </p:cNvPr>
          <p:cNvSpPr txBox="1"/>
          <p:nvPr/>
        </p:nvSpPr>
        <p:spPr>
          <a:xfrm>
            <a:off x="1319306" y="69293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780840-D4DD-07C9-CDAE-8FD8F20DA27B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435B02-FB49-7435-0D40-A2627F6482A9}"/>
              </a:ext>
            </a:extLst>
          </p:cNvPr>
          <p:cNvSpPr txBox="1"/>
          <p:nvPr/>
        </p:nvSpPr>
        <p:spPr>
          <a:xfrm>
            <a:off x="1005084" y="2652109"/>
            <a:ext cx="201497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A647EA-7001-C039-591B-51EDE127521F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9D05AF-C36B-994B-54FC-622E53E15985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59B12B-4528-749F-C024-3B115D5DD070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58748F-6EEC-6A9D-A510-E20A12CA2177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48ECE0-9A13-6FA6-923F-61FE301CB696}"/>
              </a:ext>
            </a:extLst>
          </p:cNvPr>
          <p:cNvSpPr txBox="1"/>
          <p:nvPr/>
        </p:nvSpPr>
        <p:spPr>
          <a:xfrm>
            <a:off x="3129789" y="2630237"/>
            <a:ext cx="218098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C9FFF4-6BE4-451F-9A1F-40D0AC76D9A4}"/>
              </a:ext>
            </a:extLst>
          </p:cNvPr>
          <p:cNvSpPr txBox="1"/>
          <p:nvPr/>
        </p:nvSpPr>
        <p:spPr>
          <a:xfrm>
            <a:off x="5359389" y="2651244"/>
            <a:ext cx="218098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C45780-810A-F806-6B62-764C59EB8117}"/>
              </a:ext>
            </a:extLst>
          </p:cNvPr>
          <p:cNvSpPr txBox="1"/>
          <p:nvPr/>
        </p:nvSpPr>
        <p:spPr>
          <a:xfrm>
            <a:off x="7593290" y="262757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63B53B-9977-9684-2640-6047375E781B}"/>
              </a:ext>
            </a:extLst>
          </p:cNvPr>
          <p:cNvSpPr txBox="1"/>
          <p:nvPr/>
        </p:nvSpPr>
        <p:spPr>
          <a:xfrm>
            <a:off x="9865827" y="262969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41AE34-C38E-C197-AB8F-1A1D28BBE426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7D170C-4C3E-8F36-EAD3-CDF07874C41C}"/>
              </a:ext>
            </a:extLst>
          </p:cNvPr>
          <p:cNvSpPr txBox="1"/>
          <p:nvPr/>
        </p:nvSpPr>
        <p:spPr>
          <a:xfrm>
            <a:off x="870165" y="5080313"/>
            <a:ext cx="21627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313D7F-004D-3537-A161-6083501D519C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6B771-6F28-F9EF-7B23-6D8474804CBA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1C7109-4655-4FB8-3398-3AB48FE3635A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04C390-1597-BA9E-8F7F-DBE01DF4D3ED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5E0F18-3412-039B-5254-67C42664C01C}"/>
              </a:ext>
            </a:extLst>
          </p:cNvPr>
          <p:cNvSpPr txBox="1"/>
          <p:nvPr/>
        </p:nvSpPr>
        <p:spPr>
          <a:xfrm>
            <a:off x="3169001" y="5119274"/>
            <a:ext cx="19909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8B96D8-DF80-DB5A-ABC2-E23C9E66EB8A}"/>
              </a:ext>
            </a:extLst>
          </p:cNvPr>
          <p:cNvSpPr txBox="1"/>
          <p:nvPr/>
        </p:nvSpPr>
        <p:spPr>
          <a:xfrm>
            <a:off x="5403942" y="5119273"/>
            <a:ext cx="21579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40B590-3C1E-3876-07F7-9F9A2196DCF1}"/>
              </a:ext>
            </a:extLst>
          </p:cNvPr>
          <p:cNvSpPr txBox="1"/>
          <p:nvPr/>
        </p:nvSpPr>
        <p:spPr>
          <a:xfrm>
            <a:off x="7601055" y="5099458"/>
            <a:ext cx="22789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F9CA6A-BA77-A93F-71AF-725F64AD261E}"/>
              </a:ext>
            </a:extLst>
          </p:cNvPr>
          <p:cNvSpPr txBox="1"/>
          <p:nvPr/>
        </p:nvSpPr>
        <p:spPr>
          <a:xfrm>
            <a:off x="9878523" y="5078664"/>
            <a:ext cx="214321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8AAF3447-7B13-58B2-D9AE-3F6B698D1E50}"/>
              </a:ext>
            </a:extLst>
          </p:cNvPr>
          <p:cNvSpPr txBox="1"/>
          <p:nvPr/>
        </p:nvSpPr>
        <p:spPr>
          <a:xfrm>
            <a:off x="1940358" y="414447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46" name="TextBox 1345">
            <a:extLst>
              <a:ext uri="{FF2B5EF4-FFF2-40B4-BE49-F238E27FC236}">
                <a16:creationId xmlns:a16="http://schemas.microsoft.com/office/drawing/2014/main" id="{448D280F-53AF-1E2D-E57D-E4BF53DF82BD}"/>
              </a:ext>
            </a:extLst>
          </p:cNvPr>
          <p:cNvSpPr txBox="1"/>
          <p:nvPr/>
        </p:nvSpPr>
        <p:spPr>
          <a:xfrm>
            <a:off x="5179069" y="37192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8C794333-DEB4-BEE3-6C54-9BDA5F315810}"/>
              </a:ext>
            </a:extLst>
          </p:cNvPr>
          <p:cNvSpPr/>
          <p:nvPr/>
        </p:nvSpPr>
        <p:spPr>
          <a:xfrm>
            <a:off x="8771758" y="606012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95BA95DA-EC05-6651-0861-16B035DCDBBA}"/>
              </a:ext>
            </a:extLst>
          </p:cNvPr>
          <p:cNvCxnSpPr>
            <a:cxnSpLocks/>
            <a:endCxn id="1302" idx="0"/>
          </p:cNvCxnSpPr>
          <p:nvPr/>
        </p:nvCxnSpPr>
        <p:spPr>
          <a:xfrm flipV="1">
            <a:off x="6506402" y="722598"/>
            <a:ext cx="2217125" cy="1524061"/>
          </a:xfrm>
          <a:prstGeom prst="curvedConnector4">
            <a:avLst>
              <a:gd name="adj1" fmla="val 48429"/>
              <a:gd name="adj2" fmla="val 11499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4" name="TextBox 2003">
            <a:extLst>
              <a:ext uri="{FF2B5EF4-FFF2-40B4-BE49-F238E27FC236}">
                <a16:creationId xmlns:a16="http://schemas.microsoft.com/office/drawing/2014/main" id="{C66E9D03-746E-923C-47B3-C1D34032D1FC}"/>
              </a:ext>
            </a:extLst>
          </p:cNvPr>
          <p:cNvSpPr txBox="1"/>
          <p:nvPr/>
        </p:nvSpPr>
        <p:spPr>
          <a:xfrm>
            <a:off x="6860876" y="205534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7026E531-434A-3EE1-FE4D-895823D5DE60}"/>
              </a:ext>
            </a:extLst>
          </p:cNvPr>
          <p:cNvSpPr txBox="1"/>
          <p:nvPr/>
        </p:nvSpPr>
        <p:spPr>
          <a:xfrm>
            <a:off x="8262085" y="31704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89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2D41-266B-4D65-F436-3E29C01E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B4F3199F-68A9-EB61-7A66-C403D4AAEA0A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CCCA7752-2887-4938-F4BD-FC2C8DA295F9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47C6514-74B8-3402-D0CA-4EED97E397FC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51B94084-C872-83E9-F77A-CC8BB163EE2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1E671F65-19A7-EE2A-450D-8482B75D5B27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5E82103A-DEE3-B52B-4A38-B8F999E65F47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F86F9CA9-1116-1A30-CDEE-E814351CD4C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438EBFA9-F974-9F13-7D59-F85123A0B8E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7B042C24-D660-D62E-2400-3428483870E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B055F295-06AC-57AD-4ACB-BEA42CF88766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D68821C2-9934-6478-05B3-8EC8C03395FA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EBD917DD-EE63-C28C-A4F5-80C0A0AF15E5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D25F794E-E0B0-8481-AA1D-81429224DF0F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61F5970B-53EB-7687-103F-37E01BB19817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4C705FC5-3360-4D6F-9B09-F5C28CE5241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C3196AC3-5F37-B242-C4CC-E6502CBBC218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F9F3C4B9-2405-A102-DE5A-8BF89FD825C7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54124FE4-1C4C-6322-6675-6424D6954551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F04A929-007E-DC24-3315-1DA9ED85D19F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3666C8FE-0F24-515E-7E9A-4AE8F9C5C5C3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DC4F9BBE-09B4-709F-62FA-77A9A5DBA30F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AA7918A7-15F0-DC4B-2F54-BEAFB87AB83C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E3D4D2D7-DBC5-F674-C83F-C9EB4A434E1D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506CE702-1AF8-56CA-8F85-C927787DD62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4F189DFD-CA09-2428-533D-473DB2B3B0CC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DE02D603-1C48-2108-C047-E05757A355A5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18C9D0C-DDAB-4E60-2EE8-91D087874200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376A2167-E97A-FA36-4BF4-9BD5FFC08D59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71629F21-8E4D-775C-C388-39D9CA040CC5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7DD9A1FA-FBF3-118B-ADBA-4A734D3F08D4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69637825-7B62-9D01-4A3A-C5E491606823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403F6462-8967-3AAD-CB67-B69B1116287F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B2E9BDE8-BDBD-E061-C707-A16F9061A85D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3A0E4F58-B656-D319-31FF-7183F95AA47C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5025A2D8-7324-24E2-D909-250B657FBD47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218691CD-0719-F483-FBF9-3D3A5B449843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B90115C9-0F70-26D4-D94C-FC1C5AD3210E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C48311DB-6F98-6666-BB38-CF3D13C8334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82DFDD2A-07CD-1E55-B902-E2F18516CEE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28B0B0F6-7DB9-E0D7-8FE9-418C0C3EF0D4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678C04CD-E02D-25E5-E08A-35518B0EBE38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C097800F-4DA0-37F3-4BD6-F066C182C48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1519A33A-592C-716F-5D50-F14466C27757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E290DEDA-EA12-3E7A-C540-9B852D900DA2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7D401979-1D84-658B-1A7A-15685F2B92F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79B38C73-C796-6B93-A955-FE334EBD63EE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702C90FB-A2B3-AD89-2142-44FE9D049BF6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0DA20B90-E6D9-BD69-AF07-B93F0F3074E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0A6EB678-3F16-DFE9-78C4-5147A1E03D67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6C099607-2BF0-4849-E9FF-B0D2AC91A086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CAC1B3D2-28D8-ABAB-B47C-23463633B871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EF271BCE-C086-3FA9-B244-300BE4B9C787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2B5E061C-3D93-E003-E948-5C9E7D147B0A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F0FB3407-F13F-83A7-4950-843F029A3508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86C60A24-E882-C2D3-2E1C-B466D3CCD99F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D7D74E92-E3C1-66CF-5B0B-5C704031068C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6BFB9CBB-FB59-C9D7-CA75-96C8328766EB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9A96968-FB61-01AC-A53D-014BA61AEAC7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DF14EB58-29DB-EBEB-7CB9-06DD50DB1741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C2C156EC-527A-EEC1-1506-FABA180512A9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FC3641C9-9E55-2241-3745-C03B68E30517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5A5D6E42-1B2A-A9C2-6FB8-045E98F20BF8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B8070EA1-E560-047C-F555-B774B5F5F851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C1B36BC2-80A4-110B-6770-1478E6AE6C48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9377197E-65FB-4703-55B3-5E1A23A1B374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E23B1BD6-10B4-8E59-49FD-B8CC137D2091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38BA4DFA-1227-6230-7163-F755ADB3DA6A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9C4A2010-A3C8-3FA2-9A72-A5048E09C43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0BD79495-3064-5C15-3656-F2DAAD3C127D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78FB2124-C7C3-49DF-E97A-A6A177427E84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1D2395F8-C7F5-C3E3-329C-A62212FA038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9920488D-E957-C646-2FC4-BE208E2FAF3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2875B465-BB1F-F1D4-C290-F0B8988AD5D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976B625D-AE66-AE3C-D917-17349076F0E1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448E9FD9-BFC9-E7E9-12A1-D5C753DA5926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F4774D7E-901C-6D85-7B69-8AB3A3F906C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57A07B6A-ECF2-26DF-A308-F58077EC72FB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F44AE102-3A49-580E-7D3F-ECDDEE655B5B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0E30D5EF-5879-DD91-E8AB-9ADFC0BBE1C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FCCCF028-039D-425F-5AEB-C98F41E41FE1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DDED9158-1AEE-294D-C964-1183CEFC3234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716DE479-EDD4-E9A8-00CB-6D4C0C23E6AA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1B69ED83-5B2A-E761-6057-501C37BA6776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30911C8E-E4AC-A857-E543-6EB5429A1994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5E16BCB1-942F-F3BB-8A56-778006845A00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42AD4ED5-6947-85F5-A0B6-82FB26BC08AD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F61AFBB8-67EC-BED3-1C54-B2F6CF331CEE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9A9D8C7C-06F4-4BCE-CE7F-0EB72F5F16C4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A3A1F5CC-609F-7376-418C-867D7B1BE4FB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89368915-C38C-DDBA-2CE6-72415E79BADC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3C408420-CC53-EB82-A743-282FC4D1BD92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48C8351E-AE7D-9EA3-C331-7F5AD4C42BF6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DE4F4FC6-C17F-7201-EF36-D1A3FE30F6DB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ACAEA8C7-612A-8E16-82B1-DEEF696AA8D6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796BACD3-7474-09E0-6011-00D19373A491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32DEC9E2-E8E4-3ABE-69A3-5033AC9A54A2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981ADE58-B352-D323-7A74-FFD3BF53ECB5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6874D762-E832-D110-F849-56D54CDB5572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16951ABF-0880-3EB4-6E94-3C913A88F375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F526CF73-F34C-65D6-1FAC-964697BF460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0FA35A14-6E3E-5378-DC42-943EA281C553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C8C6783A-7173-ABE5-D7DC-F55599CE2F5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D7C6A7C1-A52D-DB5B-DB84-DD389180054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E0049BEA-D425-D69A-E518-96E591B344C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559A70D9-C9CF-31E4-0B20-2136C7B9C24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78C35C44-0FC1-7EF7-6274-04159B87142F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3A655FD3-B893-1E6F-B470-E0C71E5D3CFF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E70334E7-45E5-0C20-B47C-7E565F119428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1F0ADC04-1AB7-242D-C6E1-069C95A2D72A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8214424D-108C-450B-7ACC-CEC91B546551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1B665327-93D7-5EAE-025E-CB60FCBDEFF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E18BEECB-4115-23FE-D02F-6F05A2D15242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8FF257B2-EE52-C4EB-1530-CBCA4D93AAEC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2EEC702F-3B86-2AC3-CA13-25552FC66BF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815E5852-B948-C0B6-2515-6E698440F0F2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8E6FDB75-D099-BBED-1D03-B632D83F67F9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DB9A7F5A-6CC1-8B39-F380-D4FBB2943E5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70E8AD44-F68F-1AC1-8ECD-B724ECC4F290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1D7A330F-2A67-E978-386C-69AC7CBB8109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97773A20-C29C-A7BC-5177-9D9766D15EA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EE3078F4-01F8-2212-00AF-991267CB9996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8E9E9F9F-8B3B-1266-7894-CCAC72405BA3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2D76C6EE-D0DB-E09A-63F3-E4EEB68DBFA1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F1AE0A8E-4029-0D5E-8D77-152B48EB151C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DF2B61DD-FA38-17C2-235B-8E5F3352DE80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6158C07D-4B39-8F73-5467-01FE65DFA653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F43BA288-1536-2C23-015F-C3829A45D29F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13566DC2-A0E7-0401-77A0-805D0C8B171C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1BB73AD2-187B-87D0-0472-B1E9704686EC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A9131CDA-12D7-965C-8F7E-383D943A06BE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5230AE29-58A4-7EC6-0EAE-A46BB558ECE6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3A32A6E2-D774-7DAD-8E73-4AB11DC29585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311C9EDA-B413-E6E9-8539-D8D0DA5537F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1ECE3953-9D7F-C420-F628-7ADE1603420C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D187DB3F-C5D0-59F2-32DD-0D5BB417B306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CF32953D-FE68-C81B-0775-FEED97EAC5D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94CAA62D-A1D3-6D60-5A86-6355B52B8D78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4B5114BA-39B5-51D8-1880-32BAFC6ED6F7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7A28FCCD-F7C5-385F-09B1-5E7755AFBEBC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2C11E84C-0378-83D4-4864-8717D845043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7AD513F-CBD5-EE70-0B9A-6A967F5E3D2A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9973F8A5-7626-7605-8522-DBB3592C5EFF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47A8194D-E2A6-61CE-BBB9-0C6503C5DAF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2F8A4854-431D-594A-D42A-48286B9E843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88843364-F398-A822-8D74-CA8839E7B12C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52CF1F69-37B0-A3D1-D7BC-86BE9639C035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48CBB93A-EEE6-812C-49F7-F94CED665954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10B224B0-A7E6-AF57-58E7-0BBD82856BDF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9BF829B3-2828-2917-F71A-037D4C8653A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60EF5B4-ECB5-5039-968C-1E7D6A4D10CD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0FEA5FD3-69EA-6269-7217-6FDEFB5A8F23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513682E1-B90D-B523-05A1-1B9627A0920E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9D3A71F0-199C-868E-53A8-94F00957A4BD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B2898EB9-20CF-9B90-8FBB-CB8D3DFDFBA5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5AC296D9-EFAD-AB79-17FF-332EAE0CB6B4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72CA8C2E-4E8E-4260-D211-BB185C15F03B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E61BB930-04E6-FB3E-BBF3-CC4D205BD732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4ECEC13A-76C7-2954-9EDA-D0EC03715A0B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9566B044-7547-1383-B02B-8277D0F04DCD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874F0FB2-DDB9-E0B2-4127-D754C469B4DA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DE68FFB1-8544-657F-CF99-0DF3E6224566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15EA3E97-68D9-B4B6-8F8B-6025A7905A5C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1219D38F-E75F-1DB9-1C95-AE1894282FB9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5312BC67-74BB-7E88-8777-196E94F1A904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21AA8B9B-34AC-F262-4FCF-432608BD1A06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8927AC31-5742-51D8-523F-0D135D87D50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BFD2ABD5-A8DB-1600-43AC-9C7C59707A7F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1EA4DA01-4CF7-E6B7-8976-17F0BFBE5058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1152B0BC-48C2-835A-9772-61A2E66EA56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C1596BA5-CE64-EB6A-608C-7477863E265B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3559447C-017B-1338-B93C-7D2CBA1DCE7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D69CB846-C7D5-26F1-E39E-00139C765A5A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CD6B5423-F1D1-F5E6-F0AB-CAA1DB0E185F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411BCB4F-A351-AAF5-21FA-CC024339389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17E8A813-3125-3926-4EBF-2EBD25276F01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890BBD4E-B6A3-3866-38DF-C3170974A145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39635DF3-EEA1-4278-9369-4B62CE9767F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6031E491-4BBC-076F-D827-89DABAE525DD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C0482198-2588-23D5-D760-74709D70AEC7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66457314-28E0-A62E-6A9B-A8F684999FF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CC8DA51B-FA1E-E2DA-B6EF-B47DBF481FCE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CBC72FF5-660C-C071-880A-73B1617BCF95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88C408FB-D6FB-63B1-B237-BD8E5B306CD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54CEC179-54FA-630C-6A3A-B51997A02B53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54900134-E863-366E-9B92-C8D7CF5A6C3F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528D62B8-7242-A18C-E390-E62460A698B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3581D27B-CA5E-6D5A-926F-F8CBD7911FAB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19239F1E-7B53-E1B6-B730-98B66FC96B98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986BE084-C4A0-B11D-5CE8-19FF5E24B1DA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C1DBFDF4-AAFE-34FF-C053-0DB896FAF464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DFB23876-7398-C7B2-B27F-4DCB21DFBA80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6969A72E-519A-68A6-CD51-2C66CF839A05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B6AAAABA-A309-245A-299B-01F0FAF6734E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AEC90103-21EE-2408-0FD6-FD3993BEFEA3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6861298E-A2EA-1EAB-23D1-06E9EEEBC668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A97B263E-A24B-F295-65A0-D2992995A27B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0982B4D1-D78B-5E74-430D-2C16BEECAF5B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F51DE9E8-3242-4084-0508-D75AF1DC8B21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B53E3178-547B-773D-32A6-3B5B3D91F429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116D5CE6-9322-2444-4B7B-FEE7A1771553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7F568DA5-FDCB-F52E-ECC3-79A6B3D4A5E4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9BDB895D-FA2C-C468-B43B-CCB5D7403CAE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94C35B40-BD1D-DB03-8A2D-2F97E26049C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A42DC447-F644-4DA0-118C-8087A6FE566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39E50999-6BBD-3ACB-C8D1-AA59BB62EDA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25C3F85F-5A4E-BD41-E8FA-FE057EDA839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1EE09AA3-3937-23BB-E54F-EC845E7CB6A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3D3D95D9-E3B3-1415-48E3-3925F681BC69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BD28D9A2-A6DB-F5CA-E30B-15EBE3B6C733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8A7D9A1F-30F6-1499-136F-03BE03D1445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D5F301D7-45C2-0172-0EAC-F0FBCFE594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2083ACF1-8658-A96C-22DB-D498B36ED2A7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CC50C61E-0359-EF36-DC8A-FC3F0FBD0187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EA4CE1E5-6851-2275-65CD-73566D406AD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90D4BE86-8835-C79E-CD14-747E5A260850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C336DD79-E9DD-2B31-A8F2-9D6E8F3F46E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0AA87FF0-8CB2-47F9-6FA5-68D63BB2D14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97A5C32B-A5D9-CE0F-4767-B45E3723DB82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3123E6C0-0B74-3AA1-8B80-44142B712EE0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9EE5A32A-878E-FCD3-C2A3-ADD12CCDA0B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62BE441E-091A-642A-4CE6-EC9D54039F39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DED38011-9667-E71C-05F4-2E4C20BEEDD9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4CB39B3E-02F6-4A33-8F80-E6FEC351BBAC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77A7A7CF-D4C1-9352-03D6-788E691026B7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7AF6D46E-4456-C80D-A53B-C5B40A7F16C9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0980D290-4066-7B53-2719-AE96A745535D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48E42817-2505-B026-E3C8-2084B1C10DDD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CAFBC0A0-033F-0658-26C9-06684CBF8A43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9379EC67-BEA0-8271-45AE-76721AF31A1C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CF0EE5E0-E7EF-DD6A-AA1E-33504DF25E4B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F6927685-82F4-8DCC-BEEF-399C59571139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5595F24B-EC60-CC79-BC74-BBF61025B019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D44A4E6B-1CC8-2C32-70D9-8B85F01ED1B7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B0D4C969-8551-48EF-817D-5F87630D4962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C227ED5D-ECCB-55CE-4F89-4A0B7AA07C34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E9168D4C-E3BF-3A48-D05B-7B3712297F28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994BEBD4-7084-F6AA-B2A8-7B888AB072F7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0FC5976D-D0E3-52E1-7C7D-77D50067A97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DD009A4F-18D0-34D1-6D3C-CCD940A62C0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8DE07D06-AD7F-D210-D042-5FDEE5D738D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6F35F57F-011B-5578-883E-A9279056E41B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B8DCB94F-C4F1-A6D5-7E2C-1F9A0567019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322C750C-FA94-4512-8206-E98553202ED0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FA871D28-D12A-1813-009D-C4EF7F07382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0E301FE6-8458-12F2-9A8C-00CFF28CA1DA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E57046F7-35DF-A13A-C98B-18A289C6245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33ACCC13-EBA7-F2E5-96DC-A3765821E35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384C8722-5CB7-5DB8-9C26-96BA2817B82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DCEEFB69-DCE0-2395-BFF7-D10D0CBDFA5B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9FB2D854-8BBA-AA3A-E2BB-34A8B854DC2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3E115696-F69C-5E95-78DA-9C0A7EE8318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7A448971-2184-EA65-DD9E-94164F441067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CF6DAD49-590F-C96C-5016-1580254E12A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8A037202-E224-85CB-6CD8-96C5DACF224D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C88396B0-BEDF-90D9-56D8-4C9A4D685D2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0F758653-0848-0850-A20D-5351CADD2B5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6B34D5B4-CD0C-5525-780C-DEA79373E8AB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D4250A33-CC0E-5081-B8EF-D2A06670BC5E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82135346-FD3A-7D51-1EFF-E4B66D050B55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D69648FC-516C-2B2A-0D2B-5149BA89D008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43FC60CA-7485-6E7B-1DDE-A093C06362E8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9D617B3F-84AC-D350-8295-B1082DD90A47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F9AB917B-FE9C-1205-12FC-83FD7FEAADE3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72BBFC03-C516-9E92-1C86-E9D5E95D9B5E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59A0DF6A-AEDC-6ED2-C97B-E29C80BB398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EC4881AD-56E9-CA8F-284E-FC93A06B4C72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B431DC5D-76B6-CA07-AB6E-A30C0D395373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B44AA367-3907-C119-1553-FA0AC4F53AF7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1A3633EB-88E8-31DE-A1C0-6D886F5E789C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33870659-E416-A12C-C106-AAAF531B4994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1AFF3215-58B6-374C-2CD0-2B6E4F0C12C0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C9A042AB-8959-C47E-D88D-A6CFC2015D4F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298DB826-510E-3B16-073A-B4B9E9A41F1C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C2292879-B21B-7ED6-D637-ED35C5E5A526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426060B2-C7AA-3ABD-0ACC-0634A2F4A8A2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D4994B5D-29CE-E111-B522-CEADEEF002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4C385479-9AC5-6159-7E42-9481A2D4CA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5FE0FCD1-8E7E-090F-4976-0EE74E1BDFD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F6C7AE8D-A2CF-B5E0-E78B-3D34494B7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4E841A81-2867-DD3C-95E2-1312E02A51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7C00A483-8E73-8F75-B993-2BF2080A78CA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62D95F7A-547B-A4C6-43A9-647F617A0B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F6E4FE7A-AB66-3048-0497-4FEE50CE3C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FB2C7808-E5CF-B669-780E-5AC8A8C0C577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125FACD7-AE7D-CC2C-1ADB-2E9B024AB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3456A8E6-6B94-219D-D337-03EF9DB13E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E9E6A4DE-67C5-580D-318A-83FDA5F04E4E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E71CA6AD-7F47-10A7-7D82-40EF53CAC3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C300031E-1025-94C2-2519-1BCE0245A9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DA1592AF-1842-5C4A-60F6-8CF3DB3A8609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F951257B-B766-BA1D-9D50-D19CEE4A2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66F95CE7-B0A3-E1BE-1039-F737E0099D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7DE7E405-49FA-8224-DD63-F60E6BB48A4C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D96FAF15-6770-EF51-B0E4-09DDEDCE7DF6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57041162-490B-629F-BC24-A51B5B553C45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6001A4E9-55AF-466F-1670-45844BE8B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11A47176-9252-544E-B6C0-4C9D68DB62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AF83438D-043C-19B4-0F1F-3C20D95A8DB9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47B1E0EF-F64C-511D-5B09-5DECF8C94B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6DDA5489-5DD0-1A28-8D7E-391A488D17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15793A92-60D5-A293-68F4-85DA78C9A69D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3ED5D200-522F-56C2-1F59-53A1772132DD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8CB349EA-7ED8-A260-BD8E-1B17999621F8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FE811FB8-EBF7-8236-5B85-A101D70C6B12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597A9ED5-01F4-0E91-724E-D4DBEDA68C4E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724EF047-6552-5D7A-D864-9B35053BC729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54D9F128-75AD-CBFA-D998-21E3B0AE78A1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076ADAEF-F3D9-135B-638D-7E5B46EBC80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BE7BE703-77A4-E660-7278-9159CB9ECCD6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A4936FF2-F96C-6369-7FF2-DE4E39B0A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319BA041-E24F-64D5-0FAA-1987CBD67C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43B4C024-5BB5-EEB6-BF64-0C5D58CCE20D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04F3769D-1FBD-C739-20A1-76A4C5515B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BA743364-BF5F-3437-A202-71D38C1F9B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35A069B3-6672-A437-653E-EFB1AB9E934E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3841632B-6CF4-5EE9-1591-EDB8120C8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C7F720EA-4296-96AF-6029-9C86F13D26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74796E0F-9034-5ED6-D3DC-11DAB09CA09A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5C1B0A0E-F9F2-5F2E-9582-A008B74FF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0F690096-A78F-F1AD-63DD-DB4EF21CE1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35577990-CC7B-E22A-17BE-8E00A408703D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6390111F-6A18-225F-B614-EA3A86736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398ACCA2-C6F0-3B30-BE99-C36AE97475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A666CDD6-CF0B-7CED-0A62-87643165046B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E8D7AA17-6928-1B7B-5F1D-7166F84694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1853F93E-7D70-1B3B-25F8-BD5B6C2BF9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B267C1EF-5CF2-B3F0-B34B-4A8E204C734E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8BD4C56A-DC5D-840D-E5AE-10EDBC996D73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226F26C5-A2B5-2E21-5645-C7E0BBCA2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23CCFC88-448F-D0B0-6209-3244264A94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07427EF3-E835-DE2E-1994-E7E0DFAB53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8288AC18-A3C2-DD7F-67F5-0BA129C7E9E1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62597F45-9C47-A08B-6825-296BF0C41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C5E64766-6C57-D503-821A-F7CBC893B9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B1FA1828-52B0-A7F3-9909-E3E015464582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793BE57A-BB74-2518-E33E-6C1F4375B1EC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B100D4-8970-514F-DCBE-D24D2E3F1B22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16E8596E-EEAE-4358-DFA9-C011DA4AF4B5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551D8D9-426A-E938-506C-49AF538E00E4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AE490C16-702C-B418-CFA8-DF19E06C9B8F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44A1F3AC-43F5-9258-0B8D-FB3922B9DFAA}"/>
              </a:ext>
            </a:extLst>
          </p:cNvPr>
          <p:cNvCxnSpPr>
            <a:cxnSpLocks/>
            <a:stCxn id="1155" idx="1"/>
            <a:endCxn id="1121" idx="0"/>
          </p:cNvCxnSpPr>
          <p:nvPr/>
        </p:nvCxnSpPr>
        <p:spPr>
          <a:xfrm rot="5400000" flipH="1" flipV="1">
            <a:off x="3078985" y="-316596"/>
            <a:ext cx="18454" cy="2206658"/>
          </a:xfrm>
          <a:prstGeom prst="curvedConnector3">
            <a:avLst>
              <a:gd name="adj1" fmla="val 1351133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9C71959C-8A3A-BDEC-53AE-6E6CD9891E2F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E892F5CB-0FDA-A967-862A-8EA17157F8B7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BB581FF-D0AF-3CDA-153B-C9BD7AEB6C6C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2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6BBE9-8BF8-58F2-708E-A6A41E203B27}"/>
              </a:ext>
            </a:extLst>
          </p:cNvPr>
          <p:cNvSpPr txBox="1"/>
          <p:nvPr/>
        </p:nvSpPr>
        <p:spPr>
          <a:xfrm>
            <a:off x="1979766" y="651096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52E2E4-2DD5-85A0-A06A-3F98647C7419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AE413E-C20F-0BCA-C1F5-E71EA03845A0}"/>
              </a:ext>
            </a:extLst>
          </p:cNvPr>
          <p:cNvSpPr txBox="1"/>
          <p:nvPr/>
        </p:nvSpPr>
        <p:spPr>
          <a:xfrm>
            <a:off x="1005084" y="2652109"/>
            <a:ext cx="201497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38583C-8FA1-CB94-C08C-EC9306F0A935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11F85-AAD2-A201-F7A3-6D63DDC8E9FC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37ACE6-8397-F569-9039-283279C96B2D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FEB5F-E31E-D74F-667B-D3BD9F8824DD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74D49F-5301-B650-8867-29011B12C2A2}"/>
              </a:ext>
            </a:extLst>
          </p:cNvPr>
          <p:cNvSpPr txBox="1"/>
          <p:nvPr/>
        </p:nvSpPr>
        <p:spPr>
          <a:xfrm>
            <a:off x="3129789" y="2630237"/>
            <a:ext cx="218098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D793B7-9D24-C611-B5A6-671C136771B8}"/>
              </a:ext>
            </a:extLst>
          </p:cNvPr>
          <p:cNvSpPr txBox="1"/>
          <p:nvPr/>
        </p:nvSpPr>
        <p:spPr>
          <a:xfrm>
            <a:off x="5359389" y="2651244"/>
            <a:ext cx="218098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B00D67-B402-F5F8-867B-B72EA7DFF31A}"/>
              </a:ext>
            </a:extLst>
          </p:cNvPr>
          <p:cNvSpPr txBox="1"/>
          <p:nvPr/>
        </p:nvSpPr>
        <p:spPr>
          <a:xfrm>
            <a:off x="7593290" y="262757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1F792D-AD47-0319-730E-E019F25ED4C1}"/>
              </a:ext>
            </a:extLst>
          </p:cNvPr>
          <p:cNvSpPr txBox="1"/>
          <p:nvPr/>
        </p:nvSpPr>
        <p:spPr>
          <a:xfrm>
            <a:off x="9865827" y="262969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7753EC-7591-48CC-904F-5CE301E1807D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E6FECD-98D2-5D6C-D023-367311AB176F}"/>
              </a:ext>
            </a:extLst>
          </p:cNvPr>
          <p:cNvSpPr txBox="1"/>
          <p:nvPr/>
        </p:nvSpPr>
        <p:spPr>
          <a:xfrm>
            <a:off x="870165" y="5080313"/>
            <a:ext cx="21627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1B9D3C-E923-BAB5-8B6D-CA39B96993F0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B0AD7E-9B64-0524-4600-CBD072F88D6E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9C578D-65F7-A0CB-D505-370EB4024F44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048F78-EE3C-24B3-4ECB-5B226D674E61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E6EB30-4056-E7DC-6396-2C1637F2B2CE}"/>
              </a:ext>
            </a:extLst>
          </p:cNvPr>
          <p:cNvSpPr txBox="1"/>
          <p:nvPr/>
        </p:nvSpPr>
        <p:spPr>
          <a:xfrm>
            <a:off x="3169001" y="5119274"/>
            <a:ext cx="19909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51DBFC-75BC-B857-D672-4F5E87870B28}"/>
              </a:ext>
            </a:extLst>
          </p:cNvPr>
          <p:cNvSpPr txBox="1"/>
          <p:nvPr/>
        </p:nvSpPr>
        <p:spPr>
          <a:xfrm>
            <a:off x="5403942" y="5119273"/>
            <a:ext cx="21579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295754-BB1F-5332-4AB7-0337AF912249}"/>
              </a:ext>
            </a:extLst>
          </p:cNvPr>
          <p:cNvSpPr txBox="1"/>
          <p:nvPr/>
        </p:nvSpPr>
        <p:spPr>
          <a:xfrm>
            <a:off x="7601055" y="5099458"/>
            <a:ext cx="22789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053D05-9EBE-3709-F8D5-CA24D1CC2B2A}"/>
              </a:ext>
            </a:extLst>
          </p:cNvPr>
          <p:cNvSpPr txBox="1"/>
          <p:nvPr/>
        </p:nvSpPr>
        <p:spPr>
          <a:xfrm>
            <a:off x="9878523" y="5078664"/>
            <a:ext cx="214321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ADD34E6A-D931-528C-BD1D-C024306AB3E8}"/>
              </a:ext>
            </a:extLst>
          </p:cNvPr>
          <p:cNvSpPr txBox="1"/>
          <p:nvPr/>
        </p:nvSpPr>
        <p:spPr>
          <a:xfrm>
            <a:off x="1973251" y="426156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46" name="TextBox 1345">
            <a:extLst>
              <a:ext uri="{FF2B5EF4-FFF2-40B4-BE49-F238E27FC236}">
                <a16:creationId xmlns:a16="http://schemas.microsoft.com/office/drawing/2014/main" id="{20AFE5CD-0751-23E9-C4F0-ECB1C536DA25}"/>
              </a:ext>
            </a:extLst>
          </p:cNvPr>
          <p:cNvSpPr txBox="1"/>
          <p:nvPr/>
        </p:nvSpPr>
        <p:spPr>
          <a:xfrm>
            <a:off x="3450235" y="37928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13BAC6C9-D1B1-8346-7BAB-BCD5AF36FF9A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7C48CD39-BE6D-FB65-6221-0EA1747EDCAE}"/>
              </a:ext>
            </a:extLst>
          </p:cNvPr>
          <p:cNvCxnSpPr>
            <a:cxnSpLocks/>
            <a:stCxn id="1102" idx="0"/>
            <a:endCxn id="1263" idx="1"/>
          </p:cNvCxnSpPr>
          <p:nvPr/>
        </p:nvCxnSpPr>
        <p:spPr>
          <a:xfrm rot="5400000" flipH="1" flipV="1">
            <a:off x="4997961" y="-477369"/>
            <a:ext cx="118813" cy="2638514"/>
          </a:xfrm>
          <a:prstGeom prst="curvedConnector3">
            <a:avLst>
              <a:gd name="adj1" fmla="val 30980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402C43C1-8C9F-1F9A-DE8F-7B397422B76B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CFBFB6-D9EA-21C6-7747-20495D0EE5F8}"/>
              </a:ext>
            </a:extLst>
          </p:cNvPr>
          <p:cNvSpPr txBox="1"/>
          <p:nvPr/>
        </p:nvSpPr>
        <p:spPr>
          <a:xfrm>
            <a:off x="1470502" y="3804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1FA53-DD50-59B4-966D-36AF4D8CADE9}"/>
              </a:ext>
            </a:extLst>
          </p:cNvPr>
          <p:cNvSpPr txBox="1"/>
          <p:nvPr/>
        </p:nvSpPr>
        <p:spPr>
          <a:xfrm>
            <a:off x="3395916" y="67567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5B3F43-1FF3-470D-AE56-725FC0464285}"/>
              </a:ext>
            </a:extLst>
          </p:cNvPr>
          <p:cNvSpPr txBox="1"/>
          <p:nvPr/>
        </p:nvSpPr>
        <p:spPr>
          <a:xfrm>
            <a:off x="6860876" y="205534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452546-1148-3B49-3893-1C2AC96851F2}"/>
              </a:ext>
            </a:extLst>
          </p:cNvPr>
          <p:cNvSpPr txBox="1"/>
          <p:nvPr/>
        </p:nvSpPr>
        <p:spPr>
          <a:xfrm>
            <a:off x="8262085" y="31704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cxnSp>
        <p:nvCxnSpPr>
          <p:cNvPr id="24" name="연결선: 구부러짐 225">
            <a:extLst>
              <a:ext uri="{FF2B5EF4-FFF2-40B4-BE49-F238E27FC236}">
                <a16:creationId xmlns:a16="http://schemas.microsoft.com/office/drawing/2014/main" id="{FEEEAD12-6765-F5AD-FBC7-3E03B00F54F8}"/>
              </a:ext>
            </a:extLst>
          </p:cNvPr>
          <p:cNvCxnSpPr>
            <a:cxnSpLocks/>
            <a:stCxn id="1248" idx="6"/>
            <a:endCxn id="1302" idx="0"/>
          </p:cNvCxnSpPr>
          <p:nvPr/>
        </p:nvCxnSpPr>
        <p:spPr>
          <a:xfrm flipV="1">
            <a:off x="6500031" y="722598"/>
            <a:ext cx="2223496" cy="1496310"/>
          </a:xfrm>
          <a:prstGeom prst="curvedConnector4">
            <a:avLst>
              <a:gd name="adj1" fmla="val 48433"/>
              <a:gd name="adj2" fmla="val 11527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19F7C233-07FD-C331-3A7B-5F8A3B5CB448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1149270-D15B-D070-AB0B-F7AD7563EE59}"/>
              </a:ext>
            </a:extLst>
          </p:cNvPr>
          <p:cNvSpPr txBox="1"/>
          <p:nvPr/>
        </p:nvSpPr>
        <p:spPr>
          <a:xfrm>
            <a:off x="4188634" y="36572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06BA99-04FD-60FF-FF13-E2CB7262F0FC}"/>
              </a:ext>
            </a:extLst>
          </p:cNvPr>
          <p:cNvSpPr txBox="1"/>
          <p:nvPr/>
        </p:nvSpPr>
        <p:spPr>
          <a:xfrm>
            <a:off x="5692759" y="32893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89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A40B-51AD-009B-6AC2-C21C578C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00C4EDC1-B43D-F63D-A45C-58D13370C8BE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C60C231D-474C-18B4-37EE-7C736580E780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6BFB42E6-BDAC-6B55-E014-E6A9DA384822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92B3E11A-B748-440A-187B-2D4F17E2D86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95370BEE-DC25-EEB6-FCBD-7DAE15213CE4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22B1E14D-29B3-16D3-AC87-28800B8873BF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B0E40981-1766-194B-956C-67D0EEBC1D6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E0D654BB-3991-89FD-1DA4-77D9E28EF9C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365B1430-9649-C9C3-D326-77DB13B43BA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5C8CD3C5-5269-B660-7C18-1D5C84F1A5DC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DAD248B2-6124-C5A1-B497-1AFE7902B05D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76ECE4A4-FEF2-A1BA-0207-CC85311A2AB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F32D6FA8-3600-9F15-DBC4-AF10935F99B8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C7B5A3AF-8B41-2AC3-167E-0AB4D28B7D2A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6C8E1D1F-5145-AFA9-C4D6-F09F7B38516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5AC00553-F085-FC2C-E9E3-688AC4E56603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19AD3D27-3CEB-24D7-7120-D8FBCA3532BD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36699D35-2720-1286-42F3-30E30AD03DF6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D4815BF7-A6F0-5CAA-5F0D-9FE270E6E5D9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9400D00F-1540-91B5-8210-58C05014E042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43DB7592-DC8A-4775-B565-4ED136CE015B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4AA6A6B4-49EA-CCF2-AA75-4886A9F526C8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08842556-4EFB-3D27-66C1-4A5A7A97496A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75DAA564-0FC6-22C2-648C-7D16088D691A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72C67E1F-AA0D-E4B7-4E40-63855208EEAE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42A69369-BEF1-1781-FEBD-EBD43CAA5018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E58FD9FB-024A-62BB-676A-07B038E62E87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C27419AA-608E-649E-18F1-FFF6C9570CF7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72EA23A7-233A-4884-2F6E-C00E4DAE8EA5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762D8876-FAA1-3CDA-4647-B22022CB8E1A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E80E899F-7F84-2DFD-98A2-43133911E494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CDC6A298-6B7D-5E1B-2E85-FE6257A5D62A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2E616AF7-E9A2-8817-2FE3-E15E77600E30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C7B32E43-35B6-1776-74C1-6230F3000DF4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1D5740F2-37C3-2239-0F46-50316C000932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FBD529FC-379E-9666-8D88-C2ACACCF4E5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82A6CD26-3587-F06F-3E9E-25CAAF97090F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CC649A2A-0416-A6AC-A352-83CBF3B01EF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EE5F9F25-9520-A1E7-9E35-6FDAEA3505F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9A0D5098-B7FB-395E-0143-0B44139A7F56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9CA2F29D-CFA6-3BFA-5F4F-7F3B7479AD3A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D29A7D3D-6F94-289C-4032-ADB06EF953E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52016733-5B02-8C2A-64AF-9A76E40BED95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B0481EAC-CD6D-5CCC-ECEC-359BEF2EE273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88203A45-441E-B649-AB8B-12318C8B67C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11D52853-CE4C-8724-06F5-D38F5275B9F5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C3C3592E-4DF5-44B9-43C0-E62A59373075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2122B9F4-8F4C-9595-171B-252B0258DBB3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708F1806-B43E-3A15-177D-C360782CE5D4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34EDE026-7E53-AE5B-07AE-1614F04941D8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2D984457-5EF3-5DAB-03DE-973B666668C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02D8A224-A5AF-49B4-47B0-A629666E3596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8212F706-DAC9-17DA-4406-14149E816C41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9785C205-F4E9-2724-7716-1BB159D23774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2C73A2AE-3C54-2B3F-1F53-02ED89DE6826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C028A41A-634F-2838-2B18-F3E3B3C22C8C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1FA6F2E-0F16-092A-7468-40DD62AEC61B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918C8AC3-A5BF-48CA-291D-F44F20A149B6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2AECC052-C1E3-6D18-66FE-23704277272B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E214221D-9BB1-6AF3-4219-09EF66F4E4BB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A49B3E3D-AEE5-8FB4-F75C-D9C09FEA9A4D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C8DEB8EB-DF35-FD5C-3339-649036B75C6E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E8E7FA5B-E642-2227-C258-E95D175EF27E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FBF427CD-608F-5C5C-9DBE-D35F13A9560A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2CECA83B-5183-01D4-3F85-78521009A32A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F193E15D-E34E-5D34-9634-8C33BB0F01E8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7E7705CA-8A39-60A2-9E64-6EA5268D4BEC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11719FB8-4E94-3669-8164-657BC0CB8DA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143C89FE-23D8-B0F4-4B3A-BEF0359FC2BE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B4B0050A-49C0-260D-1C81-AE7DDF404FF1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9C12BF4A-A78D-F713-B459-D230B295DB9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3F5509F3-8A7E-FE8F-3B7C-4216D16828A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5EBF05C7-9711-45F4-2FCC-72007FB93A6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6F86097D-5A7E-006B-BC39-43BFCAE65EEE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0CCFA33F-6AC0-199D-D2C7-3F2A2BC5A4FB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499B9B63-CB37-A9A9-D95C-F46706B1C20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2FBABF16-16C3-837F-3A31-B99457B2517A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F90F5312-0557-ED56-F706-2D6268B9604A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656117AD-B09D-CCF2-B4DE-165A25AC507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83A18D3E-CA20-8064-E29A-881D3837C0CC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7AD3F291-2556-8D3C-7F2B-9D4C1E04F68B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056A216A-B43E-EA59-0805-68E57A54B93C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572690C-51C6-6AA6-AEB2-391A04A2D8AF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272152EC-946A-6EE0-003F-275430927DCC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5FBF087A-DDE2-D646-53C2-B6E0CC446B2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32D393B7-262A-D7A8-5143-3955F0C9E2E6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A827E3CD-0449-13CE-9981-6DF3C1FBD478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5D603015-ACD9-4220-C487-9F2BDA5501A5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FD72C376-F436-BCD4-2DC5-EF518ECEEE73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B5EFE239-4833-F344-1664-0BBC48EF0807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A962B0C5-94D0-8DEA-D134-FBD86CA49F30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995B9434-B56B-8CB8-CD54-BE89DD90DAF4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CFEE5F28-F28F-46EA-C75E-50968A7B346A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FEFB8E91-89A3-3018-EA6F-0F93BF0CFB3E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FC4AA806-7A7F-C51C-8E8D-88B10F3F159C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2DD7A58F-85F3-AB8E-941E-40D85077574D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439174DE-1037-EB7D-09EA-3ABDEA1BC9C0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A6BDF2EA-F24F-852B-EE54-CBB9C0236001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B946483D-E07D-E8C3-8A68-F54B46979412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B6159455-8922-0472-56E2-1085DEC7A48A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0" name="타원 1189">
                <a:extLst>
                  <a:ext uri="{FF2B5EF4-FFF2-40B4-BE49-F238E27FC236}">
                    <a16:creationId xmlns:a16="http://schemas.microsoft.com/office/drawing/2014/main" id="{3121359E-0829-BDEE-6C7C-473250C21BC8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9BAAC4E5-3CB9-BDF1-182F-2ED033A75E0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89086501-B2E0-28A1-F5C8-C1E101EAB58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B888E58D-E42B-23A4-14B7-933C3B1AF5C1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3E6BA2EA-3C65-0EBE-159C-10E8D62AF3EB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EF0CF482-2359-65E4-D7E9-9B3C80C49EC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2E4F41B6-709A-2624-2394-AB150D37D613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D294B553-8707-F98E-017D-50379107AE1F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1260F6DA-C5AB-8BEF-2B7A-E522DB47175A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DE521378-65BD-DF43-2AB8-91F446D68084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2A774E49-4055-17AD-142D-FEC1F7AA7D26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4B0E8875-C206-5AEE-9762-0B679E285A3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F3A696EB-8095-E8F7-6058-91398D9B5524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C8A86BF2-D1B7-A96C-A3FC-AAD86FE966D6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F9FCAB7E-28A5-67D1-5340-A91EFB84962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D04C1D93-D137-5429-7B6A-1D85D2FDE197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21C13519-7049-343A-AD2C-8D064111428F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6727E0E0-C929-99CA-1169-61B7E82845F6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032F14DF-903E-CFBA-6463-918856E5465F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20B0DAB1-41C6-443F-AD35-F9D96FAFD0A5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49546482-5C13-14F6-E37E-46D667AAE1E1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C7832C5A-4CB1-BE1A-995B-9F1FB12C2E69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7E2A81B4-F876-CD3E-8863-9F2D194308B0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1A86065B-CBC1-48B0-9C46-326D784FC0A4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B4B3CE3E-6BC0-620C-6314-45465106808A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036DFAEE-F739-6E28-F346-6EFD0D5CA5A6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4E605639-2B2F-6C97-22C8-C7F195EA98A0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03BEA64A-83FB-693E-52FB-8D0C66E8AF6A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964D6CDF-BEAE-D73A-2E5A-9FFF83A6EF79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E68A6DCE-D308-6078-62B8-E907E9DB7C72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3F42A012-F61D-CE47-581B-2D498C994AE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0168E278-9EB4-E918-0471-BB54CCAC3EC0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D0648C20-DCC3-381B-822C-D8EAD330CFF8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86FCF77E-4955-CC2C-65C2-63178F740B2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1790F4EE-E32A-E6B0-4BD8-E4C26729604D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7F761B11-A87F-41C2-2CB9-D4145B9CB8BC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03A89B6A-4BC4-EF6D-F7BE-06FC21C5857F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9EFF2371-EB2A-C400-7A87-271B5851F66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C53DA529-6F15-37A9-8F0B-169A03871E61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1CBF2559-7AE8-5F25-35E6-D8D2E46FF82F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D3B103D4-9594-D655-8089-850311C1DF6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530914F8-3F3E-98F0-26FF-A98EF331B81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F41E6BAF-FDBB-88B2-D9A6-E7B49B1D29F9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4A53F557-7D1C-2E6A-463A-1BD00A423B89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528D238F-4896-C6C8-262F-0B3ED2446FD0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D16913EE-C80A-257F-1784-93C336C6E297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5AA616B6-191B-689A-7D97-BC2935C9BFF8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4DDBB9CF-4828-6F91-C852-76CF74BE6092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3F03E49E-FDC7-4D10-FB7A-334D6607ED49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76E00EDC-6BC8-68BE-F887-C44DE58B8912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389DE007-1F69-9E33-B757-49F520D05308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023422B9-64D3-F362-E8A9-FDEDD4CBC273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8317FF0E-D3F6-CE0E-CD30-667FBDB71252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EEB488BB-6CDD-C179-E48D-19581F120C3C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3F4EB92F-BE42-7E45-C6F6-7A78A9992619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A3C70C6B-05BC-E80A-A17C-EC6A57A7DB1A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C6324E3C-1406-7E2A-A3BD-C833C412B871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4B84E239-2C7C-29E0-ABA1-08CE6C67CE3D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155DFB49-4A81-2674-0E83-2A9A37240313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942E2798-6832-3197-34B4-BBB6A13AE429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4DC3DC97-2D46-73E3-10A6-C8AFC596530F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4A85EE43-F621-BE7A-3CE5-44109D662A85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AD59F2F2-E9EB-16FD-61C6-F304B3F3253B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70A0A70E-55F8-41C4-74B5-5C7BAB02DD1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A894D870-D827-DDE0-7CAF-60A45451A391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11A05E07-F16B-9428-B02B-7D181F5B50FD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4A1FDC79-27C0-A4EC-867C-AFEC592FD26E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3E1C7219-B92D-AA92-F683-016A07B39D89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D07B7A87-B0DA-0724-6E12-3CC6E584249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D22EE018-08B9-A3A3-6C2A-427690E7944B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6CFEC565-129F-5BA7-A28D-0425E90E82D4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A68863B0-73A1-3B18-155F-39B32389481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8D32BDAF-85B4-1BA1-66FB-8F68509C8A3E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7C97438B-539F-22F5-B627-B122BA589545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81084D9A-CC9C-63CB-93AF-9C4F17C5776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CC35A54B-0861-319F-C201-B98B231F8B90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216CF63C-FC16-9A24-36C3-7380A0474170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23AB2F7F-5A9F-6824-637F-38F76469F317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2F991E8D-22B0-3FDD-754F-97887EEF4CF1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E39BA17B-5530-484E-FB80-6D9B376DB1DD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9C152E06-3FBF-37C3-135D-AE865B39A45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A18B5D13-EE28-E15E-4152-66EC1AF41D82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B9939123-3E22-3343-71AB-DFFBB71647B1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AD9AD1F3-54BE-4474-A343-08F6486F0ABA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A20061B5-B08E-7596-74F8-9870C6A35788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5DB8BCD9-28B2-2FDB-C5F1-5A4ED9948644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1073DD11-FD5D-84E4-2522-8330CB3A9A9F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D9E0BB05-D47F-E8B2-58F2-D05222B26F77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A1EECF20-DE4F-20C9-4F37-BBD784EC0227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A0AA51F0-797D-890F-825A-FA10AA0DF188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20AECD7A-EA74-E753-4B7F-2F59B2E002D5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7E3F0C3E-F631-47CB-D457-13F11DD52101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F4DD9CAE-9777-4241-C8EC-9B1360E56635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C84766F8-EE91-43B9-BF62-C728925139BF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0C1A05BB-DE7A-34FD-69CA-8B00FAA52EFC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789C5C44-17FF-E917-5D75-DCB1D2651342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3D3141D1-0CE2-C25C-3431-940C2EB17576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8EDB0F21-A137-D6C4-5170-6530E44FB3F9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85B9D451-36AA-05B2-AA2D-61C37A20346D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43CB0C25-59D3-26CC-C505-2A315FCB962E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E1FEAED0-0AA1-F206-5E88-C2B92CBBB922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AC8F170C-87B4-7033-CD07-E2C72143F2A1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534B550B-35D3-96B8-C271-E5486A52704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46979CFD-918E-5ED7-ED78-E0A8A13926CA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D14C6201-7E10-6097-A084-DACC86FE4B05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0D9DD787-4241-A708-04E0-A089012A9F9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7035AE66-B450-DB23-5EB0-A75106892905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DF6EA671-A9D2-FF6C-0B21-B2B1CF2F1D90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776BE35C-A6CA-F995-3ECE-9D12DBFC881F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7D13CF2C-51C7-65BE-F108-4EDD875BF08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45247A20-7261-A81C-CE86-FD28AB5E35A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270CE40B-72E8-99E6-5EA5-603FF27BCB2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45764B6E-65A5-C04A-7E16-CC7DF9AE7CCD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64ABA539-C18B-5808-5D7F-AB61BF3473CE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D0D450BE-31EC-180D-6895-708A918F790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BC1DC5CE-7524-6DC6-B7E1-9D5F04842AB8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8F72BD56-2B09-ACE4-0956-2DF5E7F3FFD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752856B3-587A-6B1F-E57E-6AD081D43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1F48C15A-A35D-9C2B-8A5D-E92446A43049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2A6B7383-3A83-EAFF-043D-97B1B2820745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D0BC8648-1B44-155C-4C56-F88E55D7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8ACBC396-1AFA-2105-57C1-77CB7335F0F8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E46CD3C1-999F-4FEB-6744-A2167D53B038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3A17C3A7-B138-6610-A7DF-4422FB2F7CC1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C511ABFD-7566-2A62-100C-B323E8518C22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6C6C7672-EB51-28C6-85D7-9E7B9C3008D9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480FECB2-06E9-E9CA-54A9-F28A676081C5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73439C7B-6119-5B87-0B74-A16EC7F78194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2DFB71B7-4DB0-EF57-0442-5FBEEC79DE9F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F5F690F9-CB25-AC5F-ECB3-8BC99564CDB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D819B680-1E4A-02F1-81F1-93A8337A3B2A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05396341-55A5-5469-2A1D-9DCA544A19E9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857F63B8-B858-AC61-759E-DB1D9BFAD247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0F5E69EE-BD55-9E16-2CB0-7D38FE4486F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59615227-F927-0E13-298D-3D8DAEA25733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7DF0F709-742C-C5E2-BFCE-4FBAB160B50F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06ED22AD-8709-AFDE-27DD-98720CB2701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5AFFFAC0-B633-4483-2DB4-DF56E9A8ADE7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10C10047-8B6D-71FA-97BD-685EC3DE6484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E65ADCFB-AF76-5D74-2F90-061724B8C60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4F0C97BB-66C4-5548-F021-E1FA98F897D7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30AEA796-F8B8-C323-A41E-51B8E67A84A7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5688637D-A090-731A-1862-485A664B2052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69A7963C-AD12-F733-7827-E4B7BB943E64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5BDFB97B-C793-3273-D62B-3A3A0417C9C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F30983D4-5372-6310-5BCE-A2974E11FC95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6EB20146-B65D-EAE1-C867-D26000B2614E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5326B31D-76B4-C9C6-9027-67212064BF4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ECA62A88-00D9-258C-4DA9-99F7B20333B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9C691C6F-6A57-8819-1D64-39D6331850AA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B6393607-1788-823B-81CF-ACBB5273B7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388D4770-A159-B241-A237-F8758D076BD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ED03B5BE-E6BB-8FB6-2030-A88688D22638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F8C84D47-A261-48BB-C8EA-CF6EA03F6D6B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2B6F135C-F95C-E25F-0047-B654A4F6D45E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62DF5D08-F22A-8F22-7C32-12D0E078F242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4870D10F-2EFA-DF84-0AB3-DE55E4C2BB90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59F41A4C-852D-8E49-F4BF-6327AAC31480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C616EFD9-354B-5FA1-FEEC-158D9AED0BF4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1E951891-E4E0-5669-CFC6-4B541FD2C58A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DDCC9C95-EAA4-5532-A780-B886E70934C2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10A20E3F-AE75-0DA4-6D23-D716720643CC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4CCD00D8-E928-8DF3-7285-3DAB5352794E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C8155B82-4ADF-A275-3152-10517EE9824E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519774B3-FE3A-937E-F00E-A30BB8A20992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047FB6BC-9CAE-6A9B-F0EA-CD0C82FE89F6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8CE3CE98-B4A4-7EB2-7CC5-5BB591DFFC55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DAAF896F-138B-F2A3-4509-8A3D9D9391F6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AA0A75D4-F7A1-2AAC-9326-9AE07E2AD712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20AB7F10-1003-6462-59F1-CA4C5DAD3240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C3870A90-71BD-E914-3603-3A2D0ACB5FD7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6FB1CFEC-5A8C-B81E-7894-7E70599D1331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577EAE70-DB73-2F2B-ED91-3823980FE64B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E57F2FD6-8E51-BB90-67B1-9D76013F05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B36D927E-9B4F-BFFE-C48F-D8C91BAB3C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A0EFC41A-9856-9CF0-E9AE-AF403AC8BB6D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8032A64A-752B-BF93-51D4-F42105EC2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39842248-F4FC-9111-91A3-19EBCA02D9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E51DDE3A-EAD2-A142-7363-962CAA1D4730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310F3D73-6855-DB14-220D-4E57372B8A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A69699D4-5FAA-511B-3EF0-5FB7EB9131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E801B44B-85A2-83CD-A519-501ECA333C86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A30958CC-EB8F-D397-A1A3-E06746423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7C9FB376-3C19-8ECB-B76B-726519FDE7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1DC324B3-6C29-AF2F-8DFF-F3E209089756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2395249C-972E-8103-026F-AB76359DC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1697CEEB-8953-E5E9-5B24-BA17042FCD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17933052-4EC3-9621-DF8C-6FD6153B732D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92DD8896-3153-02DD-B302-A63EFD19F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DD3EDB60-AA99-E58E-589B-40D4DD517A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BC314C5E-CA1E-1F68-D04F-71BA27AE1F21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3FE6F716-5BC7-4FB9-4869-1090676FF7FA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33836F38-8E53-01A0-256B-85486E278607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6C4BF3DB-81FC-67E8-3731-287D36FFE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AC2239BF-AEB5-0E04-2A48-5F8BF59152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C036A847-7C91-17EB-E0D5-BC0030B64921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11DC012C-4609-BFBC-4861-043E5F20C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27CEB3E3-B484-131B-9EE6-FB34605CD3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BCC50ED5-5B65-6B4F-104B-ECFF2FB2E13B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B9625F37-0085-A662-DF00-19974695ECD4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63C9E031-F7F5-603E-25FB-3DA73B0D9C09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D89AFAB0-5A3E-752D-427A-C943394543DE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EBCA84BF-A61B-6C52-9C87-5870E21150AB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D2767030-3BE9-A7B4-C3E9-8643CAD92AC3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23B60011-60B5-FEAC-7E1E-4C5D714C3EAA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13AEBAD7-8E63-5A3D-9F04-79819B3B969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35C4BA4F-C5E6-15BC-543C-AC43D82B5493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944BAEBE-8322-1C00-8A34-38723C6366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CB3EBDEB-3BA5-A120-FCFA-AEE22EBEE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FD2F0562-C0AE-5111-4417-24AA5F670F4A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8423F893-7644-6A2C-F69B-23AE12F3F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6B0A280F-2B76-F526-0DEF-6BE9193373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08F42252-29AE-9110-14C4-59475ED8620B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CED91284-66A5-98E4-3D04-0E96ABA0B3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E25083F4-5DAA-F22D-7253-A375A06E34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C7ED2BA6-EB3F-347F-4B55-589D45240FFD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616106B6-0498-C592-EE73-223BCB4083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C544F702-6A38-BB45-7018-585BD6D424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2683D6C4-CB82-D933-ABEF-CDA54C506C3E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45E363C2-D82C-F0DE-53C6-7257C4802A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D009896B-A476-6514-EB5E-D602FD3214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0A13BD38-F649-030A-ABDB-68DBF02CA9CA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31FC0C30-3BA6-036F-C324-D89C3B017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3F69534D-FF61-A782-AECA-58DF544A46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AF93A231-63F3-73CF-50DA-DE3494156D2E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256BA207-3E9A-28A1-F423-E16C907CC3BA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23A8AE54-EDA8-BD6E-DC88-3BEE9E5AD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24D66375-43AB-859D-60BE-59A91C81F1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3D641392-D064-B1B8-2D63-9FB7693E83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22A29016-3E69-308B-4822-7FE90E73C308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8E50D1F6-48AF-EFE0-E738-2CE0434234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F8508A05-1830-E3E5-F812-D7DB29C15F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189B23A2-3701-E71E-CF3A-E1EBCFAA2338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17A4C18A-7BC7-3236-3638-1BDA173066E3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0076F2B-C48C-064C-7E92-E53C7DFC1040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933F05B3-F32F-EFDF-EED5-47C4E2296911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753BE1-F4FA-E1EF-6905-904B57BFA675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025052DC-5DD6-C6E1-FD70-523757792AD3}"/>
              </a:ext>
            </a:extLst>
          </p:cNvPr>
          <p:cNvCxnSpPr>
            <a:cxnSpLocks/>
            <a:stCxn id="1152" idx="7"/>
            <a:endCxn id="1121" idx="0"/>
          </p:cNvCxnSpPr>
          <p:nvPr/>
        </p:nvCxnSpPr>
        <p:spPr>
          <a:xfrm rot="5400000" flipH="1" flipV="1">
            <a:off x="3260165" y="59196"/>
            <a:ext cx="213066" cy="1649686"/>
          </a:xfrm>
          <a:prstGeom prst="curvedConnector3">
            <a:avLst>
              <a:gd name="adj1" fmla="val 207291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3CABF594-962E-9445-7A92-C5860043B30F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85B3F048-80AC-B882-8C29-E831F1FAE902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E97495-7A9B-60B3-E3D7-8AF2BEB483B4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3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754852910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BCBE6-2122-7220-1D5F-F66C61E2D5DE}"/>
              </a:ext>
            </a:extLst>
          </p:cNvPr>
          <p:cNvSpPr txBox="1"/>
          <p:nvPr/>
        </p:nvSpPr>
        <p:spPr>
          <a:xfrm>
            <a:off x="2485131" y="78962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34101-FC07-01DD-8708-6802ADCF32CA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A8B33F-A396-DC6D-65FE-032AEA0C278A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62C7B4-6F14-C6D6-627D-A2E424788D38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B299EC-54E2-699E-9EDF-4ABE625195E6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76A97D-8FCC-3B12-F9CD-BD97EA96605D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307283-2325-70FD-399A-7A94A20BCF4B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9BA510-CC51-83F6-48E2-AEBDAA4860D0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A42498-3D8B-B5AF-0FED-AE1C81DEC3C7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3C5262-85FF-122F-53CB-CD6DEA244316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8D9C22-9077-48FA-BF50-9D9BBF041E87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701A1AF1-871E-3D37-041D-ABD52A30A93C}"/>
              </a:ext>
            </a:extLst>
          </p:cNvPr>
          <p:cNvSpPr/>
          <p:nvPr/>
        </p:nvSpPr>
        <p:spPr>
          <a:xfrm>
            <a:off x="8773884" y="676054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8540D825-6027-F741-50F1-973F7333D15D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D9720A-C35F-1E23-2D03-2A1297955C58}"/>
              </a:ext>
            </a:extLst>
          </p:cNvPr>
          <p:cNvSpPr txBox="1"/>
          <p:nvPr/>
        </p:nvSpPr>
        <p:spPr>
          <a:xfrm>
            <a:off x="1444800" y="375363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연결선: 구부러짐 225">
            <a:extLst>
              <a:ext uri="{FF2B5EF4-FFF2-40B4-BE49-F238E27FC236}">
                <a16:creationId xmlns:a16="http://schemas.microsoft.com/office/drawing/2014/main" id="{95527534-36C5-8495-4AE9-A756AA58A6EC}"/>
              </a:ext>
            </a:extLst>
          </p:cNvPr>
          <p:cNvCxnSpPr>
            <a:cxnSpLocks/>
            <a:stCxn id="1248" idx="6"/>
            <a:endCxn id="1302" idx="0"/>
          </p:cNvCxnSpPr>
          <p:nvPr/>
        </p:nvCxnSpPr>
        <p:spPr>
          <a:xfrm flipV="1">
            <a:off x="6500031" y="722598"/>
            <a:ext cx="2223496" cy="1496310"/>
          </a:xfrm>
          <a:prstGeom prst="curvedConnector4">
            <a:avLst>
              <a:gd name="adj1" fmla="val 48433"/>
              <a:gd name="adj2" fmla="val 11527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70">
            <a:extLst>
              <a:ext uri="{FF2B5EF4-FFF2-40B4-BE49-F238E27FC236}">
                <a16:creationId xmlns:a16="http://schemas.microsoft.com/office/drawing/2014/main" id="{A3ACB3C3-2C03-3212-EF39-5AAF4CED52FA}"/>
              </a:ext>
            </a:extLst>
          </p:cNvPr>
          <p:cNvCxnSpPr>
            <a:cxnSpLocks/>
            <a:stCxn id="1155" idx="7"/>
            <a:endCxn id="1152" idx="7"/>
          </p:cNvCxnSpPr>
          <p:nvPr/>
        </p:nvCxnSpPr>
        <p:spPr>
          <a:xfrm rot="16200000" flipH="1">
            <a:off x="2215473" y="664190"/>
            <a:ext cx="194612" cy="458152"/>
          </a:xfrm>
          <a:prstGeom prst="curvedConnector3">
            <a:avLst>
              <a:gd name="adj1" fmla="val -12812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EDE7C6-B5F9-FEA5-53E6-2B43926627EF}"/>
              </a:ext>
            </a:extLst>
          </p:cNvPr>
          <p:cNvSpPr txBox="1"/>
          <p:nvPr/>
        </p:nvSpPr>
        <p:spPr>
          <a:xfrm>
            <a:off x="2111875" y="375363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869BF15D-DD61-B138-D221-42718B5A20B9}"/>
              </a:ext>
            </a:extLst>
          </p:cNvPr>
          <p:cNvCxnSpPr>
            <a:cxnSpLocks/>
            <a:stCxn id="1102" idx="0"/>
            <a:endCxn id="1121" idx="7"/>
          </p:cNvCxnSpPr>
          <p:nvPr/>
        </p:nvCxnSpPr>
        <p:spPr>
          <a:xfrm rot="5400000" flipH="1" flipV="1">
            <a:off x="3938609" y="598103"/>
            <a:ext cx="102693" cy="503691"/>
          </a:xfrm>
          <a:prstGeom prst="curvedConnector3">
            <a:avLst>
              <a:gd name="adj1" fmla="val 34314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70">
            <a:extLst>
              <a:ext uri="{FF2B5EF4-FFF2-40B4-BE49-F238E27FC236}">
                <a16:creationId xmlns:a16="http://schemas.microsoft.com/office/drawing/2014/main" id="{84430AB6-14E2-1223-6F4C-627AA91709B5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AF43BC-5206-234C-BB98-0283245C458B}"/>
              </a:ext>
            </a:extLst>
          </p:cNvPr>
          <p:cNvSpPr txBox="1"/>
          <p:nvPr/>
        </p:nvSpPr>
        <p:spPr>
          <a:xfrm>
            <a:off x="3795814" y="372241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연결선: 구부러짐 225">
            <a:extLst>
              <a:ext uri="{FF2B5EF4-FFF2-40B4-BE49-F238E27FC236}">
                <a16:creationId xmlns:a16="http://schemas.microsoft.com/office/drawing/2014/main" id="{01065086-6D04-8BC1-6ACC-104368311551}"/>
              </a:ext>
            </a:extLst>
          </p:cNvPr>
          <p:cNvCxnSpPr>
            <a:cxnSpLocks/>
            <a:stCxn id="1121" idx="5"/>
            <a:endCxn id="1190" idx="0"/>
          </p:cNvCxnSpPr>
          <p:nvPr/>
        </p:nvCxnSpPr>
        <p:spPr>
          <a:xfrm rot="5400000">
            <a:off x="1974040" y="886996"/>
            <a:ext cx="2254301" cy="2281222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연결선: 구부러짐 70">
            <a:extLst>
              <a:ext uri="{FF2B5EF4-FFF2-40B4-BE49-F238E27FC236}">
                <a16:creationId xmlns:a16="http://schemas.microsoft.com/office/drawing/2014/main" id="{0D703CD5-D4B2-8678-2C9F-A21FEFC3DC3D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연결선: 구부러짐 225">
            <a:extLst>
              <a:ext uri="{FF2B5EF4-FFF2-40B4-BE49-F238E27FC236}">
                <a16:creationId xmlns:a16="http://schemas.microsoft.com/office/drawing/2014/main" id="{20EDC45E-AC44-6C77-9D3A-566BE2BC3515}"/>
              </a:ext>
            </a:extLst>
          </p:cNvPr>
          <p:cNvCxnSpPr>
            <a:cxnSpLocks/>
            <a:stCxn id="1175" idx="2"/>
            <a:endCxn id="1228" idx="0"/>
          </p:cNvCxnSpPr>
          <p:nvPr/>
        </p:nvCxnSpPr>
        <p:spPr>
          <a:xfrm rot="10800000" flipH="1">
            <a:off x="1230989" y="3179407"/>
            <a:ext cx="7410334" cy="993021"/>
          </a:xfrm>
          <a:prstGeom prst="curvedConnector4">
            <a:avLst>
              <a:gd name="adj1" fmla="val -1440"/>
              <a:gd name="adj2" fmla="val 15729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연결선: 구부러짐 70">
            <a:extLst>
              <a:ext uri="{FF2B5EF4-FFF2-40B4-BE49-F238E27FC236}">
                <a16:creationId xmlns:a16="http://schemas.microsoft.com/office/drawing/2014/main" id="{2CDCC4F4-36CE-0C92-927F-C882282A79E4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연결선: 구부러짐 225">
            <a:extLst>
              <a:ext uri="{FF2B5EF4-FFF2-40B4-BE49-F238E27FC236}">
                <a16:creationId xmlns:a16="http://schemas.microsoft.com/office/drawing/2014/main" id="{1D4C187E-69CC-0C08-DB47-6F69235A8817}"/>
              </a:ext>
            </a:extLst>
          </p:cNvPr>
          <p:cNvCxnSpPr>
            <a:cxnSpLocks/>
            <a:stCxn id="1229" idx="2"/>
            <a:endCxn id="1263" idx="0"/>
          </p:cNvCxnSpPr>
          <p:nvPr/>
        </p:nvCxnSpPr>
        <p:spPr>
          <a:xfrm rot="10800000">
            <a:off x="6425893" y="761803"/>
            <a:ext cx="1654876" cy="3769587"/>
          </a:xfrm>
          <a:prstGeom prst="curvedConnector4">
            <a:avLst>
              <a:gd name="adj1" fmla="val 47895"/>
              <a:gd name="adj2" fmla="val 10606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연결선: 구부러짐 70">
            <a:extLst>
              <a:ext uri="{FF2B5EF4-FFF2-40B4-BE49-F238E27FC236}">
                <a16:creationId xmlns:a16="http://schemas.microsoft.com/office/drawing/2014/main" id="{626A856E-88D5-169E-86E8-0BD568E35C0C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TextBox 1369">
            <a:extLst>
              <a:ext uri="{FF2B5EF4-FFF2-40B4-BE49-F238E27FC236}">
                <a16:creationId xmlns:a16="http://schemas.microsoft.com/office/drawing/2014/main" id="{2F9302B4-EDB5-A643-EE67-7E4431985F57}"/>
              </a:ext>
            </a:extLst>
          </p:cNvPr>
          <p:cNvSpPr txBox="1"/>
          <p:nvPr/>
        </p:nvSpPr>
        <p:spPr>
          <a:xfrm>
            <a:off x="3611859" y="69715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71" name="TextBox 1370">
            <a:extLst>
              <a:ext uri="{FF2B5EF4-FFF2-40B4-BE49-F238E27FC236}">
                <a16:creationId xmlns:a16="http://schemas.microsoft.com/office/drawing/2014/main" id="{284DEBA6-8D8F-1C8A-78DF-ACCACA70CE4E}"/>
              </a:ext>
            </a:extLst>
          </p:cNvPr>
          <p:cNvSpPr txBox="1"/>
          <p:nvPr/>
        </p:nvSpPr>
        <p:spPr>
          <a:xfrm>
            <a:off x="581776" y="3974343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92E1BF9D-009D-4F4C-961F-4F6D437F8B23}"/>
              </a:ext>
            </a:extLst>
          </p:cNvPr>
          <p:cNvSpPr txBox="1"/>
          <p:nvPr/>
        </p:nvSpPr>
        <p:spPr>
          <a:xfrm>
            <a:off x="7436886" y="4427497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B481-7370-C431-6DB0-8AE2ADA2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D0C00C21-B7A8-DAD2-0341-DCA375426A11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40F7E0A1-41F8-2B3D-526A-82630A46F4BD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2C18AD79-F4F1-21C6-8ECE-527FF575BF27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9095DD3C-4C90-0EF5-AC04-0AE1F6BCB4F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A592AF0E-48BD-D2ED-3813-58248AF8C542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52552D91-05A5-C48D-FD41-64F866C45249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1B114976-C5FA-17A4-917F-E8B9D7D2AB93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1D56C335-D3B5-26C2-FAEC-17027DAB4DB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788EFC09-6390-F78F-9DFC-C8CC49C041F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97F51998-7E9C-4825-BEC4-C9478D6C2FBB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E4A97E0B-B1D0-C3C0-0DBF-103AA5E6F555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9B2C8C39-245A-18E8-9399-A387C3D8C17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4BE310E2-AEAD-0D60-0982-6E649A34C55F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BFFA22FA-1B53-8D8C-FF31-27589EFF943C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619A4137-E306-0FEC-37A7-EA9DC0F166C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80FA2CD7-EDDE-93D8-E6D3-5AE29801EB49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9E675856-304D-2A32-EB4B-9A1681E2CFC1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FA37EDAA-68CB-67D6-B9FC-74BB58120BFA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052A77C8-6913-98E4-D032-DC7B17286B18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5B4EEE6C-FFAF-A13F-4044-C0D04F9AD4C3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29EF669A-4721-4313-83D6-8E66639C0854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41F18C4F-F626-3443-BDDC-DD23679CD038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A721C5E5-9E72-1FA7-D14C-E311BDFA058B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42668231-246B-6F36-01E5-3AACFD95C4BD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EC0BBF1A-881A-4A14-22DF-A77354A8C8DF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6E03BC5B-5911-21C0-8676-6B19B5B7B907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CB7B9EA-CFF4-3611-B67A-6A6599D0E31D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408D7C46-7CFF-4DD2-5CF1-06E695525D12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7BA1DACE-A5F1-EF81-412B-45484041FB98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6444E6B2-8954-BAD3-8C4A-0ECF26385F0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E9C3311C-64A6-4DC4-1BC2-DC1CC45145F1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6AF8B9BE-F9E9-BE62-5970-5B1D3B6C6B48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C7ECAAC4-274B-6C8F-DE0C-B6D6C2582648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924618D7-9E70-0091-A2B0-01B2FD8965BD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BD4978D1-8B52-D3CD-4D50-3A11CFEE479A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557F231F-42C2-F5E5-9A95-8E87033C2F59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596335BE-5975-700B-E3AA-09F90799D9A5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8" name="타원 1117">
                <a:extLst>
                  <a:ext uri="{FF2B5EF4-FFF2-40B4-BE49-F238E27FC236}">
                    <a16:creationId xmlns:a16="http://schemas.microsoft.com/office/drawing/2014/main" id="{8A07272E-4201-B2D3-4EB8-7898098A8FB2}"/>
                  </a:ext>
                </a:extLst>
              </p:cNvPr>
              <p:cNvSpPr/>
              <p:nvPr/>
            </p:nvSpPr>
            <p:spPr>
              <a:xfrm>
                <a:off x="2036439" y="2353580"/>
                <a:ext cx="198389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3B5BA384-CCEB-3673-532F-E0A56A5554D9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5BB452D3-9487-19F9-28C9-0DD15CB6B7C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964C09A4-5864-55B0-3558-D3E67E55F67A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BA425DA7-3EED-ACC3-BEEC-9E3A6999AD94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3494303C-5481-DCB9-6613-996569BE69C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C9E04C71-A904-4FCA-1032-85E7EF327A5D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AE4B9ECA-5997-658A-B462-DACDB1E8680E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772421AD-5439-7507-0D11-DC5CFAEA6197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0FD3B288-66BC-8648-0FDE-708B127536E9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D4A59920-D773-6ACB-6C7D-1FC2E443F462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1CE9234B-D5DA-3E4E-B944-305838915A2F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95F9D322-45CD-57B2-B7C7-AED8134E6360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69D079AA-A393-A2DA-97C8-A9EF3D2C74B5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7787A683-4640-7E7F-0A2D-DE16207B714C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D1D2FBB4-7B9B-BE50-3963-40830456EF03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C99DF1CE-5785-E7F1-B30B-4ECB18A2BD88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BA23920B-A414-770C-B5C8-4039621DABB0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1688E907-FBDE-A924-68C7-6A15395AF381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CBBD031D-EF48-C35D-0DE7-185B44231E08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7F409A36-6DD2-6E7D-CCF3-82ACBA3EBF41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96C05940-4FA0-F89E-98D0-3AD1DAD4557B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0A1CC538-CD97-3E85-D7D4-0B87419826C3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87D37F3E-C6EA-6893-33D0-58E80644BDB9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2B0A81C4-F781-7975-8FAD-AE828116A692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612409CE-1BAB-2486-4C5B-BF870525FD7A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F06E7E1E-3F8B-D47F-80E8-FF1F7D87DC67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5935EB33-CFBD-1E24-F559-4EA8909376B8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BCCFA874-CF3C-AB9C-5ABF-377800CA3BD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10B239D-C419-4B97-190E-8560694727DF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8AEB4D9C-CD5F-A85F-0FC9-0A0CC18C9B7B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2F60333D-C864-C246-B413-6A3D65636B3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A11D3880-E974-A284-696C-C22E5FBD74E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41864BE2-864C-5338-8986-9DA6B2D22B0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721E7E5C-8D44-C06B-ED7C-C1C89BD2607C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9500AAB7-968B-B490-4BE9-83F62A3F0D9C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00900AD7-7172-0A73-E735-D95C6AB1379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CC8FAE33-F675-A454-AFD5-24EECF24DC60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879ABF14-81DA-5C05-BFB4-DA9E9E0DBC03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E8A03D34-76B1-F359-1B1A-B878227CFF3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3E32295D-5860-AFA8-5710-13CB3718B8DA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98DA76B2-82D2-86D1-AF46-C28977B49EC5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49B41204-2DF1-E4F3-E1D0-1AD46CF968AA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34714149-A440-6172-C756-884AD375C751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4F5675B9-341B-69F7-7250-1D10F40BD854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2A5ACE03-3E0B-AC25-BC28-682C1823E931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079FC31E-6DA9-5590-07CD-49ACCDDD9649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09F3464D-71D8-B841-56F4-17AAA05370C1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398D1D5D-4767-00A1-9BDF-D7EF6E883F19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5CBF7E7E-AE23-BD3A-BC14-8EF30654F3B0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92F3AB7D-7D47-9E8E-9A29-AC8BA35CAD64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A33A52C3-6D2E-E782-F6A1-4F859330DA30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F897AE54-1D86-5A30-DBC9-CFCA3F24BC26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BED65A18-1C7F-B645-6764-DB7BB5D69E9F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63D76668-AF71-F17B-A87F-D5712E38F084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762A4DC3-25A6-E9C6-B97F-BEF375302163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9048E471-DDBE-2CD1-5D52-7DED18FA4811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CFB69923-C372-3325-910D-1B3DE3F4A745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8279F532-8718-561C-01C8-808B6669DC9D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23163E33-B6F6-F8C2-3AAD-6AB4951D8192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BBB383BA-F042-B3B7-08D6-984D5E5DD50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0" name="타원 1189">
                <a:extLst>
                  <a:ext uri="{FF2B5EF4-FFF2-40B4-BE49-F238E27FC236}">
                    <a16:creationId xmlns:a16="http://schemas.microsoft.com/office/drawing/2014/main" id="{71F42582-7C20-A610-7B39-C91715C08A53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5314811D-5F34-D6B8-D0D1-C5017D51BFC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7FE30989-427E-5934-53CC-E4C35E8F526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059C6DEC-3625-5068-A005-DAFFBF0C2B1D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97E7DAF8-8663-6663-FCDC-1F062ED14AA4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0A28279A-A85C-3FE4-EC8B-E72B06FDD71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C5D9ADCF-8EC6-33D6-3240-40750F164CF8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69E2A4DE-4E96-CA51-0702-934D5ACE2279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0ED8830E-9856-F85A-2D14-E931BA28B39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2FB81811-A8CA-F397-20F9-79D6A62D17C9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1412EC4B-CD1E-F712-F4A4-34CA9C18D2E6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A9024E0C-FE75-31F7-E537-6DA825A08D73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CF29A3C8-ECB5-6E48-1CF8-7B3C8AC08750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A8B127BA-CEE3-8C3D-2649-523C2890EAF1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5FB36D27-3402-7DB1-C0D3-DDDCD870E9A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70BC3905-30B4-D151-B99D-C02B98801682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D4781F63-98B3-F99F-7579-60D4CE3AF0C1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94A54116-57E3-6587-FA2A-AE5ACC9F7208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5FBD9A1D-2A05-02E6-7761-6496537C86EC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981EF207-988D-8CDD-A139-7513E1848258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B1E2E063-A500-A60D-D9F3-1248134BE026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F00AB98B-C77A-7096-961D-81DFEE4C43D6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90DC847E-B845-16B2-65A0-AA4E16E977BA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5303E6B7-1291-D9DA-E6F0-11055C2166B4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3917F116-7FE8-4DAC-D6A8-C8568738AAB1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DDB8B32E-BE04-EB27-4512-64EDE25E12AD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93B7D110-FC70-CF1A-9E4A-F2C2758684C2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E5697FAF-BC2D-EEDA-DB2B-D7B05CCE7401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FB619609-4751-33F8-9D7F-07AC4C6E4165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C93FB2C4-A95D-6B29-1B64-320E31C1274D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B8B417EE-1C54-2317-91B1-370C8BF58C7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C013C676-96E9-613F-B1E7-812095B73776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2B68A744-6D40-B65A-C2E2-64D6358BB2E6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1C301B02-1C07-805F-B560-F5DD030B335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0C6F861F-6393-1FB2-0FFF-339825A8903E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82AEFB40-84AA-F4EF-A574-81775F148D78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B9988F4D-7ABB-9A50-C45B-D909684AE70D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CB5850B3-554E-EAC5-CEA1-EAA72D70DBC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6AE7E1E9-EF7E-31A2-27FE-BA38CFC76A9F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4F72B4AB-0E67-D00D-E09A-A7549C8F1DE1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C9DFB9B4-FB2B-6DFA-F8E8-991BFF62C67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5C495532-595D-0A54-0663-03EDE3C5C1B5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493B3C7F-925F-3F1E-B2CC-BF4D2B0BAF4E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610AC837-C7E5-B14F-192E-53FE7A43C6BF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60416DDB-0868-0BBD-DAD9-46E4DEE8F9D3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B5764039-D7B3-5194-8220-AE778CDF2136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F79CF9F9-21E2-FE70-0A97-3EE7692D27B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446F61D4-82E4-C684-A332-C63008F8780F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7A86D1D5-BCEE-A036-40EF-350EA1CB59F7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18F57E32-DB6F-575B-D621-F84DA4297C2D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ED62168D-C37F-60DB-F7D2-1B85C77CA0D8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FDA43E9E-323A-E842-78D3-C691E1E26438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DAAA2801-1F40-31DE-D665-3488D3E1F82D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AB44E619-F8B0-145E-41B0-9FEF1B9B36A1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09350A04-5309-603C-B3EA-4266FCEA96F2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5A61A394-56B3-E4F3-B05D-98F23DB62FA9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7CD694FD-12BF-83EF-80F1-D1502E6E8EFA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10BEDEA8-1379-F2AA-D072-815E998450A8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FF3434D2-342E-1780-1CFE-61B424C6BB78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42AD653F-72B8-9931-BC9F-8955E5AAFEB8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E9D453F1-AB52-62EC-2138-7E61E0CBE348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5845B18C-23E6-B6D3-775A-D0FC1CCD8973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97E61894-1E5B-AEFF-F90C-8506D075E64E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67C197C3-B20E-5B06-1886-E08520157D4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DF608699-4F84-6D2E-DC76-CFF5BA229710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A7E91274-F56A-25F2-DBBF-9B33D431ADBB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D27F8678-871C-72CF-9784-EBE7141D30F0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23DE24FC-4B0B-3485-22AF-DD3ED2EC545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333B2D2D-C8A0-E35A-7A10-9E1B9E7132D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5AD9E77F-2885-D19C-A527-B158C75D8ECC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4343FFC5-24BA-7210-905E-CA9391DB70A9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FAD87425-0245-7A61-BEB9-F240188FA54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A4FB1080-5167-F89A-AC97-409A60982343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D63CD9A8-A0E8-4907-2482-1036AA7A14EB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45B67BEA-FB8F-DA2D-AD37-4BABD7737AD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30E46ECA-C523-2AB1-4B68-F380D55A014F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0D3C7E08-8CAF-EF5F-E2F0-13DBE7E3AE04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8ABAC209-4A01-DA40-8987-161E7AE661E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453E44C3-222C-7968-0104-4BB8BE7CA478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C984444E-A84F-DACB-A013-C22B6DC90D78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BC36903A-B6BA-D2AD-4706-82B0AD2A5B4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BBABF7A7-1D5C-F8C8-D421-6B57CC40E45F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1AD3E892-9146-9E37-9D3C-84F896275ED5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446E0B7B-728F-BC6F-A245-8C9CBD692A6B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9460CA78-2A86-7321-A506-412AC7E3F355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302E2D14-9D25-FCFE-F963-B3C1C355129A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40513366-FCFC-295A-8697-0B4E6266689D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3AE766EC-A276-5F06-829E-B500CF5F1681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3D1E557D-D03D-A684-5712-775FF4BE1E59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C79D3721-4104-E551-2CB8-C10C0AD373F2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625C4BE2-2229-61F6-0019-305957212805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AE16F078-D76B-DF3E-97D7-F306B34141B4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34ADAA88-9817-F2F6-A371-27FDBB0F56B6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C5B403F0-7C3F-4691-73D2-F818D935AA17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076CD01C-4322-EB54-CE56-4D125882DA6A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46B1B841-CE4A-35CC-E188-98B4C11D2996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C949C840-16EA-4FD1-CEB2-81446C825B5B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E69E7B3D-E58A-4DD2-9DDF-6BCAF0342563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64FFCEA8-ADED-3024-5377-30DCAB1FCFA1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60C64B32-B8AD-522D-E03B-45C59472DB15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8DEB37AE-3864-C3B3-738E-E90E68C805F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AE78BB0F-7031-96CE-1EDD-B8DB4DB920A0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9F158AFB-A3E8-7924-E64C-410F009CAAB1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C1A36DFB-76C7-A254-3D01-C975039BC368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E4BFFE09-B2B8-DEF9-6508-30149C47510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161BF2F7-5F0C-139A-0D8B-48B7BE10583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ECAF8120-D061-82BE-4E88-2E3266BD4DE8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8DBD285D-4111-EE13-1384-D7CC108D76A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2D5F2AD2-A7C8-F821-555B-8C7B1504C85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0A89B7D8-F48C-7B4E-12DF-4B468495EC89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1A8F147D-B18D-4AD9-BDB8-A6A00CBCF758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27FD35DD-4A2A-E012-360A-1F5F45681230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0C5CDC41-8DB0-3536-705D-B95832DC570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CE97D208-5A57-3CCE-384B-802590BFBA7E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242BAD55-DBC1-B8CB-102B-1399A334490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2F377CAD-6B2D-91C5-FD47-0B0BC4CCF65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A291ABD9-AC1A-D48F-9C7A-0718796CA92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7ACD9D1C-E2FE-70DE-27B2-0623FE7A702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6ADB7F74-4F9D-1308-95C9-8A03BE2B46C1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0B31135B-4320-6E43-CD21-8BAF4FDBAE5B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52768F7E-9A8D-9A5B-2D04-992464350F92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00AA8DB8-E6C2-8C8E-6EE9-DA522F7441C0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71DCE26E-9240-4A0E-9F97-653CD468C302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3807EA5A-E25E-9548-0F73-841F42EF112E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935649A6-717D-4E4B-3189-BA9CA0B0B7A0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B49EDDD6-F7DB-6083-18D3-CD11EA96FF2A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0E0B8B6D-5626-ED67-EAD0-F087B9039C51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8D86645A-A0FB-A0DB-84A2-1F9471FFE62A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3439D06C-3A66-FE0A-19EE-8C375B5FA743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84FF879F-3A92-8919-0768-E8C877E8D94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21FC581D-AEC6-7742-D5CC-3D09B7B20EF2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95FF1ED1-7D61-D9F3-2F22-E2151B8E17B2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5C5487EA-BEF1-018D-B52D-8846DC9232EB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580CFE2F-C136-7B2E-EAB2-CEEEAC968AFD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F70F97EE-5260-B778-E950-D46375308B0B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C823327D-2FD8-1CA6-DEE8-CD1BD9237F29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325017DB-56D0-E3B6-3805-8B6FA99052D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48282B7C-497B-E341-20FF-016DD05BFC1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9B2EFD60-4E17-C6F4-2EC7-FF1D0A809CDB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15D2EEB2-4AEA-985A-AD1C-155B4958A7D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3E85000A-F1CE-040F-99A2-584BD990EAB7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921AEBEE-EA20-5519-2F00-6B13C77D15C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88DD4746-59EC-FECB-4C3E-55E6A866B9C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D96D8E34-596C-5B7A-CB38-C2FB540982B8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D037E97A-36A0-963C-9338-7DDCB5121A18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91C501A3-1F62-C53A-DBB3-52564F659F8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7812B3E3-91E3-2043-7B30-2F97ED379CA1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6A1CC4C1-46EF-FA22-0EA6-FB2A6F945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A098A7F5-1390-8D63-7655-2964E52C941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194CA797-8C1F-AA14-8EBD-B63CA2419DC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CE95E0FF-09DD-69EF-FAE0-EC2FB47AE4F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06FE0EE3-3F61-EC6F-E48D-5BB9543AD50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AE0CE38C-3ED3-0AEE-7401-D9EEA7B54BD7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E1BE56ED-290E-3597-7E9D-BB0DCDAA006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F22E94AC-28A9-624B-4C5A-BCF91B4262C1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81230F05-6676-9683-A293-EF05D199F822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EDA7CB63-B0FE-B45B-F9C4-DF10DDA37AFA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8C36FAD3-ABB8-43F2-1720-0F7F19786132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175724F4-588B-28BD-721B-1B59831C33A2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5B96B7F7-5526-F4B5-8C40-90F61D9EED8C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0DEA1EF8-E7CB-233D-4A14-9FA102069440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E4977AC0-299D-B7AE-950B-9592BD78E367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18EDD369-E21E-A76D-D684-489772C695B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15F2BE36-9654-038F-178E-3AC91D19685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8795DBEF-2DBF-21C1-C305-588431C224B9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1DC1693D-2E3B-91D1-5D09-60421912AB1C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CA56408A-23FD-5E80-61F5-B590316303B1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6B4CF048-2C03-EDBE-CBAF-ABC9258162E1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8C037A9A-75EF-3967-B556-388AFD231958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130A4CA5-FFC0-1159-0A94-720370C80914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706557FC-51B8-45D0-BD71-D1C701AD42FA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4903902E-DFB4-C0E8-C54D-73CC45203887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1D82723D-DB76-3672-2DFB-C90F2C7F271D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9172128B-6B8F-2628-972F-1731937316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7233B308-AF01-89A9-0BB0-6BB5C27CD7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EF2419A0-9BEE-3EED-033C-5E273C03D1EE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70575716-683B-8217-081D-09022610B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6621C526-49C4-6413-3B53-3C99DCCE94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D354486E-8EE8-9E96-2847-5900EA6E4DED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5EB96E5C-C0A3-7DBC-2CD7-C565BC9CDC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DBE4837B-425F-046B-0651-80DA8C95EB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3BFC700F-05AF-2E2D-E348-C3794BE7BE18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7E0BE63C-FC5E-9D51-6064-C1A2FB8097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63ED9D91-071D-DABC-4C45-C93A2A047F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CDF10172-4C63-3CE0-A556-FBEFBBED5ADD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E0ADC1BC-DA9C-32F8-7BB5-ECEEECBE15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DCA017BA-2820-E856-E0E4-E02778A667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3CC6AB0C-DB2D-E232-86EC-69CEF53E6AE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014D07FB-1275-5B42-D62A-19E6304B12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569A50A6-BDC4-FB21-04D0-6D4A6D30BA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D953B2B3-3860-1766-AACA-0DEA12926B23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FB5468A8-637F-1430-2B1D-F4C2F15968A3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0120612F-77F2-5D42-5A0A-6425CA4385DD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CB8DF4A0-9108-BFC0-0E3F-0F82F32D26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ED6622FD-E5C7-C46D-2AD8-C74B47CD31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43E6CB8E-0F7F-6407-7225-F59846B95D32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30E3914E-2F19-2020-953E-95081E7F5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3D06D2FE-C7B7-712B-F55F-1DFAAC531E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E2A0BA66-80DA-3129-F3B7-EFD8977425BE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231F123F-1389-A782-6D0C-6C90C8DF548A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BA464740-A42B-90C7-E06C-25C4EC841D9B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CD309FD3-AE9D-DAF3-5866-05AFB8F2EDE0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9D1B1D71-1348-43B5-5911-3A44B60FD6F0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CB74E54E-3FB0-07FB-EDA9-ADD69E85F693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FB49EC5E-93D8-1554-73D2-B4977F7CF4BE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8E5E3AD0-3AA0-3A73-EE45-95D236C5D5FD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C0056DFD-B0D4-4FA4-3AB4-4CB1D61D6742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C719FBC7-2272-0ED7-2695-69193B5FF9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E33E42C1-376E-FACE-EF94-A6E0F2422B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91C29238-AAC7-26FF-22CF-8D268F85C729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EC883569-1F20-D412-2719-BDF313BE9A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34D37DE5-E32D-35A1-2D24-C8C8F96DAF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97038BE8-B452-1AC4-E929-F20561FE4087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6AE5EF66-30B8-12B8-08F7-385792DBEE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F2FF0849-E1D2-0BF4-DBF0-68ADF484F6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A05B5595-28D0-E6AC-7074-0D44DBF57B69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C2EB5355-847C-81F1-BD59-838CDB671E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F16C4187-B261-5064-2107-214C5A87CE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8169B9DC-2A7A-2CCE-3798-A19EB04D117A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12DE31F3-CD58-DA58-77DA-A30BC89758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CDDAF36E-A877-CA30-C831-D838D7E04E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B119FC20-8E30-7005-47FD-B6470741703E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D265A249-ACB2-0F24-5BFC-9FE749C09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0584392C-554F-E601-7549-5615903C00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B993A5F6-1BA7-2095-DFB7-082E0AEA43E1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8C757B92-7475-B1D5-B86B-71FD947C8B34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37CD265A-1CB3-D0C5-1BFB-F94AF0872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323625E7-8B23-0A88-D815-3AEEB1A949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ACB5CF1C-05C5-A595-B155-4FFAE5ED8A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E1FDD2F5-3898-C1A7-98DD-0549058D6639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9FCF0374-9028-9E2E-3371-CDE5B5F32D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6B9B2C93-F76F-8E1F-5CF0-27C8252811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797A6141-DBD7-E469-F306-BE5C926371B9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BF8DBAE1-683C-DDD4-AE44-6BDBC5509D1E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4CACE98-44BE-C45B-DFBF-6082A17B8340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F84ED052-463E-61CB-0253-842944EFB2F8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1FDEC4-48C9-94B3-025F-5DB84EA79BD9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C73387A8-2F68-AD1A-75C3-F765ABE7FD17}"/>
              </a:ext>
            </a:extLst>
          </p:cNvPr>
          <p:cNvCxnSpPr>
            <a:cxnSpLocks/>
            <a:stCxn id="1150" idx="6"/>
            <a:endCxn id="1121" idx="0"/>
          </p:cNvCxnSpPr>
          <p:nvPr/>
        </p:nvCxnSpPr>
        <p:spPr>
          <a:xfrm flipV="1">
            <a:off x="2773038" y="777506"/>
            <a:ext cx="1418503" cy="573814"/>
          </a:xfrm>
          <a:prstGeom prst="curvedConnector4">
            <a:avLst>
              <a:gd name="adj1" fmla="val 47495"/>
              <a:gd name="adj2" fmla="val 13983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5AE158AF-62B9-1319-72B8-9FD8B2B377AF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59CB94FF-6EC4-3692-678D-BAEB315F537C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D3CC526-1A09-CC81-AA47-FF617BAB7032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4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910</a:t>
            </a:r>
            <a:r>
              <a:rPr lang="en-US" altLang="ko-KR" sz="1400" u="sng" dirty="0"/>
              <a:t>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CAE72-AD50-3B8A-6C17-1717FF7C7475}"/>
              </a:ext>
            </a:extLst>
          </p:cNvPr>
          <p:cNvSpPr txBox="1"/>
          <p:nvPr/>
        </p:nvSpPr>
        <p:spPr>
          <a:xfrm>
            <a:off x="2643517" y="1290918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D1349D-506A-F077-9E13-FDBDEE13CFD5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=3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0B607C-FEDB-12CE-B9B3-91D2282632CA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7ABCE5-ADC2-B1F1-518C-2E7DDB2A14E0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CA0BCB-6E59-5D71-BF83-4E40A15453A8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991F55-8B93-1F3A-494D-AB6BA6EF58D0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DDD996-FDED-DED3-8EE2-709D219312D3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C27A40-A27D-D970-7E68-547F38DD7237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F29AC4-DA4D-84A2-7E49-13BF21579FFF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A5BED6-BDB9-6D0D-F374-D395DE68D1B3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D65BC0-AEC6-008F-F676-221750714B5A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ACDB49AB-D555-BF6E-9BB0-426C3D0A1950}"/>
              </a:ext>
            </a:extLst>
          </p:cNvPr>
          <p:cNvSpPr/>
          <p:nvPr/>
        </p:nvSpPr>
        <p:spPr>
          <a:xfrm>
            <a:off x="8750206" y="632369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75BA617F-2450-7E02-B63A-6BC521F4CA90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1C2A0C-5C9C-3590-7FCF-1138D989861F}"/>
              </a:ext>
            </a:extLst>
          </p:cNvPr>
          <p:cNvSpPr txBox="1"/>
          <p:nvPr/>
        </p:nvSpPr>
        <p:spPr>
          <a:xfrm>
            <a:off x="1444800" y="375363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연결선: 구부러짐 70">
            <a:extLst>
              <a:ext uri="{FF2B5EF4-FFF2-40B4-BE49-F238E27FC236}">
                <a16:creationId xmlns:a16="http://schemas.microsoft.com/office/drawing/2014/main" id="{87135303-2001-60C6-01F1-E01D55AECEFD}"/>
              </a:ext>
            </a:extLst>
          </p:cNvPr>
          <p:cNvCxnSpPr>
            <a:cxnSpLocks/>
            <a:stCxn id="1155" idx="7"/>
            <a:endCxn id="1152" idx="0"/>
          </p:cNvCxnSpPr>
          <p:nvPr/>
        </p:nvCxnSpPr>
        <p:spPr>
          <a:xfrm rot="16200000" flipH="1">
            <a:off x="2201137" y="678526"/>
            <a:ext cx="173874" cy="408743"/>
          </a:xfrm>
          <a:prstGeom prst="curvedConnector3">
            <a:avLst>
              <a:gd name="adj1" fmla="val -14340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69B09E1-E27D-A849-C82E-D38688B34B85}"/>
              </a:ext>
            </a:extLst>
          </p:cNvPr>
          <p:cNvSpPr txBox="1"/>
          <p:nvPr/>
        </p:nvSpPr>
        <p:spPr>
          <a:xfrm>
            <a:off x="1991136" y="384966"/>
            <a:ext cx="501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D6F7C509-D17C-8834-F589-099759AC6430}"/>
              </a:ext>
            </a:extLst>
          </p:cNvPr>
          <p:cNvCxnSpPr>
            <a:cxnSpLocks/>
            <a:stCxn id="1102" idx="0"/>
            <a:endCxn id="1121" idx="1"/>
          </p:cNvCxnSpPr>
          <p:nvPr/>
        </p:nvCxnSpPr>
        <p:spPr>
          <a:xfrm rot="5400000" flipH="1" flipV="1">
            <a:off x="3888349" y="648363"/>
            <a:ext cx="102693" cy="403171"/>
          </a:xfrm>
          <a:prstGeom prst="curvedConnector3">
            <a:avLst>
              <a:gd name="adj1" fmla="val 34314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70">
            <a:extLst>
              <a:ext uri="{FF2B5EF4-FFF2-40B4-BE49-F238E27FC236}">
                <a16:creationId xmlns:a16="http://schemas.microsoft.com/office/drawing/2014/main" id="{350DC96B-3762-8363-4656-3EAEFD3F3FC6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4758E9-B1D8-9415-69EF-0A68711B3D1E}"/>
              </a:ext>
            </a:extLst>
          </p:cNvPr>
          <p:cNvSpPr txBox="1"/>
          <p:nvPr/>
        </p:nvSpPr>
        <p:spPr>
          <a:xfrm>
            <a:off x="3795814" y="382759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연결선: 구부러짐 225">
            <a:extLst>
              <a:ext uri="{FF2B5EF4-FFF2-40B4-BE49-F238E27FC236}">
                <a16:creationId xmlns:a16="http://schemas.microsoft.com/office/drawing/2014/main" id="{21142F9A-684A-FF0C-96B4-455C2D130114}"/>
              </a:ext>
            </a:extLst>
          </p:cNvPr>
          <p:cNvCxnSpPr>
            <a:cxnSpLocks/>
            <a:stCxn id="1118" idx="6"/>
            <a:endCxn id="1190" idx="7"/>
          </p:cNvCxnSpPr>
          <p:nvPr/>
        </p:nvCxnSpPr>
        <p:spPr>
          <a:xfrm flipH="1">
            <a:off x="2009847" y="1047488"/>
            <a:ext cx="2718806" cy="2127949"/>
          </a:xfrm>
          <a:prstGeom prst="curvedConnector4">
            <a:avLst>
              <a:gd name="adj1" fmla="val -8408"/>
              <a:gd name="adj2" fmla="val 512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연결선: 구부러짐 70">
            <a:extLst>
              <a:ext uri="{FF2B5EF4-FFF2-40B4-BE49-F238E27FC236}">
                <a16:creationId xmlns:a16="http://schemas.microsoft.com/office/drawing/2014/main" id="{BE592D7C-5CE5-4FFF-F8DE-FFFCEC9E6139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TextBox 1369">
            <a:extLst>
              <a:ext uri="{FF2B5EF4-FFF2-40B4-BE49-F238E27FC236}">
                <a16:creationId xmlns:a16="http://schemas.microsoft.com/office/drawing/2014/main" id="{12F34168-EA3C-FB9C-6815-CADACFA8F026}"/>
              </a:ext>
            </a:extLst>
          </p:cNvPr>
          <p:cNvSpPr txBox="1"/>
          <p:nvPr/>
        </p:nvSpPr>
        <p:spPr>
          <a:xfrm>
            <a:off x="4676373" y="84394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71" name="TextBox 1370">
            <a:extLst>
              <a:ext uri="{FF2B5EF4-FFF2-40B4-BE49-F238E27FC236}">
                <a16:creationId xmlns:a16="http://schemas.microsoft.com/office/drawing/2014/main" id="{E63039E7-16A0-E6AD-B624-A8BE7D3D74D2}"/>
              </a:ext>
            </a:extLst>
          </p:cNvPr>
          <p:cNvSpPr txBox="1"/>
          <p:nvPr/>
        </p:nvSpPr>
        <p:spPr>
          <a:xfrm>
            <a:off x="582810" y="349289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D3EAA5DB-75B3-89CF-ACD9-62CD5C40BE04}"/>
              </a:ext>
            </a:extLst>
          </p:cNvPr>
          <p:cNvCxnSpPr>
            <a:cxnSpLocks/>
            <a:stCxn id="1152" idx="7"/>
            <a:endCxn id="1150" idx="7"/>
          </p:cNvCxnSpPr>
          <p:nvPr/>
        </p:nvCxnSpPr>
        <p:spPr>
          <a:xfrm rot="16200000" flipH="1">
            <a:off x="2491872" y="1040554"/>
            <a:ext cx="310681" cy="210717"/>
          </a:xfrm>
          <a:prstGeom prst="curvedConnector3">
            <a:avLst>
              <a:gd name="adj1" fmla="val -80255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4F2F45-1D01-B727-FB0C-2965B381E2A8}"/>
              </a:ext>
            </a:extLst>
          </p:cNvPr>
          <p:cNvSpPr txBox="1"/>
          <p:nvPr/>
        </p:nvSpPr>
        <p:spPr>
          <a:xfrm>
            <a:off x="2484455" y="540892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" name="연결선: 구부러짐 70">
            <a:extLst>
              <a:ext uri="{FF2B5EF4-FFF2-40B4-BE49-F238E27FC236}">
                <a16:creationId xmlns:a16="http://schemas.microsoft.com/office/drawing/2014/main" id="{3D09D8A8-5ACC-F169-3E8E-8B2319A49877}"/>
              </a:ext>
            </a:extLst>
          </p:cNvPr>
          <p:cNvCxnSpPr>
            <a:cxnSpLocks/>
            <a:stCxn id="1121" idx="7"/>
            <a:endCxn id="1118" idx="0"/>
          </p:cNvCxnSpPr>
          <p:nvPr/>
        </p:nvCxnSpPr>
        <p:spPr>
          <a:xfrm rot="16200000" flipH="1">
            <a:off x="4361256" y="679146"/>
            <a:ext cx="176864" cy="415775"/>
          </a:xfrm>
          <a:prstGeom prst="curvedConnector3">
            <a:avLst>
              <a:gd name="adj1" fmla="val -141179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3ADA36C-3163-D7A3-4E44-9176AF10BC55}"/>
              </a:ext>
            </a:extLst>
          </p:cNvPr>
          <p:cNvSpPr txBox="1"/>
          <p:nvPr/>
        </p:nvSpPr>
        <p:spPr>
          <a:xfrm>
            <a:off x="4251330" y="387684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9" name="연결선: 구부러짐 70">
            <a:extLst>
              <a:ext uri="{FF2B5EF4-FFF2-40B4-BE49-F238E27FC236}">
                <a16:creationId xmlns:a16="http://schemas.microsoft.com/office/drawing/2014/main" id="{EA340DDA-625A-FA14-EB26-D6ECEEBE94DB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225">
            <a:extLst>
              <a:ext uri="{FF2B5EF4-FFF2-40B4-BE49-F238E27FC236}">
                <a16:creationId xmlns:a16="http://schemas.microsoft.com/office/drawing/2014/main" id="{4CF7D209-AC7E-4942-1874-BD2D4650997F}"/>
              </a:ext>
            </a:extLst>
          </p:cNvPr>
          <p:cNvCxnSpPr>
            <a:cxnSpLocks/>
            <a:stCxn id="1173" idx="1"/>
            <a:endCxn id="1302" idx="2"/>
          </p:cNvCxnSpPr>
          <p:nvPr/>
        </p:nvCxnSpPr>
        <p:spPr>
          <a:xfrm rot="5400000" flipH="1" flipV="1">
            <a:off x="3500089" y="-1486174"/>
            <a:ext cx="2874388" cy="7433136"/>
          </a:xfrm>
          <a:prstGeom prst="curvedConnector2">
            <a:avLst/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TextBox 1351">
            <a:extLst>
              <a:ext uri="{FF2B5EF4-FFF2-40B4-BE49-F238E27FC236}">
                <a16:creationId xmlns:a16="http://schemas.microsoft.com/office/drawing/2014/main" id="{8D70890B-AA75-A648-BBBD-E56C1333F43C}"/>
              </a:ext>
            </a:extLst>
          </p:cNvPr>
          <p:cNvSpPr txBox="1"/>
          <p:nvPr/>
        </p:nvSpPr>
        <p:spPr>
          <a:xfrm>
            <a:off x="557908" y="3929692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9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CFDB-43CB-50B4-E1B7-A6D2E173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0CEAC309-021A-0ED5-72C7-8F4775D19752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1D0BF2A4-5B14-77D0-84CF-699C6E9ED76A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FC2407F7-0B9A-3F2E-C796-ECEA28F76CA8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00CF6492-E2BE-C022-3D8E-507B70615DC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99C93CC8-81B0-7F60-9EB4-6050A5A9E09A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CA53D4F1-19DC-9ED0-8D66-EA5C61045D65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6C30E753-2C94-B027-37A4-FC010426BDB5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24D42A88-E809-C667-5F25-C6295DB975C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04DF5E86-8492-026E-58D5-E08CDA949B8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8EFD65F7-FD95-11BB-8C1A-AFDEDD574FFD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7A311ABE-2527-F112-F67B-542D2F261971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097F4E81-7872-53AF-1118-CAF2F42AECD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A1245CE2-DC36-D1AD-A382-4EE29EB9C724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7F16D1AF-44EE-0C1B-0454-206F6B529DF4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3AA703B8-9F38-01C8-4A3A-CCCCB324E7F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71538F68-730B-DA36-6DB7-B2A2CD8FC13B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0809A492-9A47-8D53-0049-5DCCA9115CFA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7294558C-87CA-A5B1-957A-E3BA75FE8767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E1CDBA37-2367-6E6D-1E2B-1C4C5B6271B3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786BC005-0256-74E2-AF29-E34AB944AABE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2AD08138-4CA4-CBE3-483C-0E5D9C791F41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3041BE81-DBC4-A085-DA7E-8B739AB2A0AB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9FFCFED5-484E-0C6F-4F3E-AA57C73083D9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F1174AF4-EE02-6150-F38E-49C9CADEA4C6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A456B380-A734-6AAD-7F15-D95ED97EBAE0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A4804522-D649-735E-4B33-E23410B367E3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FD5C6A9-2625-E274-8FDD-4412DCD8C5CA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3AF14D93-AD1B-98DC-B81F-ACC26FAB716E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8A62B9E6-2E00-8F37-C92D-23B520EFD52F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70D7C89A-AC61-0F6D-D019-9AB8AAFEA0E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C2FF7F7E-4DCE-DAAC-9196-3284F0DFE657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6193125D-08F7-315D-1C6C-0E3773381DA9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AE2C4B44-4D06-7912-CEC9-BB8822D621A3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BA08625A-0845-2974-5930-70BFE0F334F0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AD4D5A65-EDFA-F686-BFC4-CA7F885C9006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81771631-939D-A742-7892-66CD0AEAC367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8C25BF08-95E0-0639-AEA2-DE5761825066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8" name="타원 1117">
                <a:extLst>
                  <a:ext uri="{FF2B5EF4-FFF2-40B4-BE49-F238E27FC236}">
                    <a16:creationId xmlns:a16="http://schemas.microsoft.com/office/drawing/2014/main" id="{877379D5-8FDE-DDAC-69BF-93D64F4F5E53}"/>
                  </a:ext>
                </a:extLst>
              </p:cNvPr>
              <p:cNvSpPr/>
              <p:nvPr/>
            </p:nvSpPr>
            <p:spPr>
              <a:xfrm>
                <a:off x="2036439" y="2353580"/>
                <a:ext cx="198389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2FADC8DB-9D2A-59E4-087F-CDFDE0ACB7CE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B7D2FC27-C5D4-2FD4-D6BD-D6777AFE93C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E565AB1B-39A4-5C5F-0A54-676593484A32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7C252BD7-9CE4-832E-261B-F27DD68C6F87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4D374D7C-0C9C-A004-6C64-014ACC7A464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10EBFE3B-1574-CF45-5B81-B073B83863A6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CEE5A60B-BA53-ED44-46F4-33D5D1DE704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8DA7D2FE-FB67-D5A3-FA6A-82DFAF76A04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DD9A5124-E320-5726-EB14-43B76704D3EE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8340B31D-C911-0555-927C-AA633FB3529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04562257-A5A3-1E63-76F6-34ED217687D4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C1A9D807-D1D7-4834-09E9-F9F073DB71E7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FBA4FBFF-A81D-D105-B036-8D330F318987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9B11C87D-B0A3-1998-91F8-487E0000186C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36896E7C-4622-6052-72A0-B48557DC4A36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82D410BF-0E99-FC76-7AFD-CC762A5B92D0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C66A1CFC-925B-054C-2C3F-B8A18E8101DA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296C3F72-B379-2EF0-D611-8C0381CF603B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217C92B8-2EF8-7EB5-D508-3025416E2E9C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8DD4220A-B9AD-83E0-5441-31983F9A3112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382D8B70-8761-69F6-E3E2-9B4B397EC495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628DC352-BB5D-F15E-89A4-644C581FD7D0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55319460-AB9D-58E0-9579-5A6756CAC2FF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AADCEB45-C167-03FF-3375-6EFFCC696979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3A4D4802-497C-FCF6-6C55-8AF69D3C8855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C5C8C999-89B4-C698-022D-E8ECF07E88BD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3EB5125D-69CD-C6C4-D0CF-A8477A9C8B21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7AA1BD6B-150A-94BE-C103-7F88DF83BEA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455C9585-50AB-D031-9DCC-32AFDD79E04A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394EFD4B-A0F5-F395-C6B3-E75D83C03CCD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CFE9A062-F2CF-8AE6-C753-218327707A7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C140E964-1003-A882-A7BD-A5E9E1CD589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28C421FD-8474-EAE3-6058-E133E0D0026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E5763851-6B0F-45BC-FBF6-03A9ED75EBA6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150" name="타원 1149">
                <a:extLst>
                  <a:ext uri="{FF2B5EF4-FFF2-40B4-BE49-F238E27FC236}">
                    <a16:creationId xmlns:a16="http://schemas.microsoft.com/office/drawing/2014/main" id="{79FCE054-DD90-1B8D-A58E-8759FABC487F}"/>
                  </a:ext>
                </a:extLst>
              </p:cNvPr>
              <p:cNvSpPr/>
              <p:nvPr/>
            </p:nvSpPr>
            <p:spPr>
              <a:xfrm>
                <a:off x="2335570" y="2794622"/>
                <a:ext cx="198391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330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6EF1069D-8EA2-AC2C-A10A-F9D013E49441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98555F47-ADD4-57E7-4CAA-D2591CF69B7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E1C692CE-68F3-A8D6-992D-3E8C2FF54BFC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AD30B8B4-9B9D-D598-9008-9E0949AA039B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A7562B12-A855-B22D-8ED1-BC99316D807A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4F38AEC4-0F81-1B99-5872-1110A83998A4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68EA59B0-6336-E7F2-2817-FC39380885BA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94A809DA-02E2-FDCB-DEA2-E16EDE3AE6EF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0E4D279C-465D-9A4A-0021-3F4F325EC423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C2019496-6D44-1AF5-32D6-C0F24C022063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6FF6911E-AE27-BE3B-0D19-BACA20C37A90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19F38B2B-A926-D8A9-504B-6A3F2C0F7A2A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D8532209-6E43-32CF-CACE-27C7C01889F5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BB4DFE3A-5D21-55B4-CC21-8C8D02BDDC63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C96FC7EE-B081-E049-A448-4586B635289B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E3CC8055-B93E-6027-260F-DF25A377F82A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71AB2F1C-192B-5E50-9076-15A0579FAF2C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390ED1A0-1704-73D3-D0EC-09C7491F0E7F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E0624994-809F-FDE7-A58A-A5C440DAE331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32B55529-ECA9-9838-20C9-5632FDD3C11A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0BBD0DB9-021A-AC7C-C39E-3405F1F902BA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2D0C40F6-AAA5-E550-4885-8CD4E9F3C482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8EB76C9A-1D0D-9BE5-F3E4-C60D15C2BCF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0" name="타원 1189">
                <a:extLst>
                  <a:ext uri="{FF2B5EF4-FFF2-40B4-BE49-F238E27FC236}">
                    <a16:creationId xmlns:a16="http://schemas.microsoft.com/office/drawing/2014/main" id="{E0DFA5A8-2205-BF36-2176-5D19CD7B85BC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531A45C0-9020-5DBD-7EBC-694BF0260339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C34CDAE2-CA61-F250-5CFF-055A0EA7432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306CD8CD-04DC-94C6-1716-E6D2BF490EB9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24C95EAF-D427-DB8D-4C0B-117FED2D392A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37864573-27B8-1D71-044E-1D104CCB933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28939E9F-4DCD-A5D2-0A08-7465050572C1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FE71215D-42B0-592D-4783-84F721054DCF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8961358E-2C44-1300-C5E1-1B18AC09EB7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77EDA93D-4827-D972-3728-8F60463586B5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EE11E42C-0D43-8022-C1B9-589A89714411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CE107B55-2480-028D-AF73-7911BCAC35D5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0050581B-8F78-CF47-7A71-6E20B8AF56DC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5B5D7B2B-B8DB-F6D9-537A-E244A3C9DC55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CA818DFE-2E2A-AF65-38FB-1D0FC324A3C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8E891AAC-1518-603F-161C-F9F80B51F026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0E8D84D4-7369-F6A0-56DA-58796E2915B0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B2426D85-E3E7-FBD3-0D48-4B8425EEE32D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2589B942-21C9-D7CA-8B0A-D1897E38A8A2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AEB7181F-F55B-7A23-4178-837F50DB18AA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52EB1921-B753-8E14-9AB7-CED80EA8FBDF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0B6ACDE1-4645-B3F0-F5F5-5D98D8840955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E33203F2-58D0-80DF-ECCF-76329B8A4E40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B591F806-A2CE-6DEF-06B2-34ACD4170E18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861F475F-ACAC-91FF-977E-27C5C66B0E00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0967AA26-2A56-E573-0CDA-90CE97917DAB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AC090D21-2693-B1D2-7023-161184BF7452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3F611C1C-4ED3-1DAB-EDDA-87EF5DCC1388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33A938D7-FF01-4A96-3EC5-ADB59E87F393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F151DFA9-9E4B-1F0C-ADB9-9A221F08E078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FBE9C547-8830-B106-DE10-D6CC06779E8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46566128-6177-FEA3-D37E-17D15200782D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5DC1B289-4F2E-D6C1-42FB-BB475E31861D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881E75EC-6786-DE23-1C6A-7E3DDAA34FF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9EE54AA6-8910-4A05-0757-6011E0D98A59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A686C856-DC47-861B-0BF2-46C5C11248BF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62BD0506-3533-D21A-FB82-86079208EB4F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FF170B47-549A-9795-D7CB-7346F8A6D33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48E5DF30-592C-A61E-E93A-7B7B6EE259C0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396C764E-5C35-97F1-68E1-B31B422945B6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0F200DF2-54C7-525A-3A4D-893CAE2009A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29DD4BD-FAD7-5846-C575-E6B268E6D553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056084B2-56BC-4DD2-2EE5-CE371E4DEE2C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3F5C9F80-4AF4-CA08-5082-5F7B4C1793EF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2E6BEDC1-60DF-8D03-DD34-3B13BF3A2515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12534E35-1C9D-A176-EDAA-FC85ED2352F1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6079875C-8BCF-5523-177A-4E675A4F4FA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FE39522-ACEF-20B2-7368-AD806988865F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7C7365D6-D8F2-D816-E107-0EDA8099B04C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B0C21A0A-1068-96ED-324E-1A66DE5707CE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FD55E49D-D3D8-FEF8-7453-61F03AAF07EB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BE2FA782-0F86-ADE5-FCE3-292D30DDF318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C3DC8328-B6F1-019B-335F-021626C4E412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5C415B27-E3AB-B905-42AE-B721B829CD07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EA1CD76E-64C9-4809-992C-8984487E2AF8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DFF689EA-F85D-C673-D54E-266E65D0DDCA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11F9AF34-F132-3C8F-4222-EAEFC83A24B6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883AE9CD-7CF8-02B4-165C-7A9908536AD2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5826C04B-7D1D-B89C-055F-698E91FAAF4A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77B89E47-3D52-7A9A-4A23-82FD466C0EAE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75229BDC-DF04-53BD-0DBA-A53DF1887F4C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D7CA66E8-CEB2-5F88-0A76-9722B2C8AC34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B76246F9-4B9B-8241-5F58-EDF36EE4F7AF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716C1109-F4B4-DAAF-EB0E-03C4D2C8D41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69FDB8B1-0253-21A2-5293-6EA029DE933B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9DB31C67-9E0D-48B3-C816-4FAD6389A237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090F334F-4020-3E95-914E-1B0B024A4FB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F920154D-DE05-E940-40E2-C8AF192F7FC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22DF734E-5D57-7B4A-695F-BE6063898D2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845DCA37-CDA4-1B9C-8500-EFBC25C737DC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C6CE8B4B-E084-63AB-810C-8B0AE565081E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C4BB4736-BD6C-4990-DD60-C2D64BCD2A1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48FE60BF-C648-F582-640A-CF5981384896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68C38BB4-A0F1-702D-A8AD-197C15CC3D67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5A252137-535A-2E16-EB69-438A26F85FE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CF6AF2FB-E205-846F-20CD-9424F97A71B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2C28E53B-E9A7-999F-665F-A203CAA31680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D48DC887-9508-0206-FE02-82FE042A779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728C6049-235D-1162-92FF-3940CE1A70A3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6FD60B89-B2E0-A995-A6BB-DF6C516277CB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96086C49-003B-1422-52F2-53E3ECEA3DC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AF16E86F-E54C-097E-CDE4-61D04EF5D7AA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D7F84539-BDEC-C1B9-6C43-20B68C3F42DE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FB580F5A-1C34-416B-2E50-596A547F3480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82580E3A-3BB0-B653-8313-91F667811085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0F169C4A-DF23-A5C9-257B-D7038F82BE70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A4B77C5C-D8E0-D4EA-28AF-C132F1A89F06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639843AF-4D84-3E3F-A1DE-C61D7FC9586E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F300417E-0330-4199-5BC9-5C6B588E8D2E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9EBEF2D8-E026-617B-D245-D696F03DBC57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4EB17EFB-D68F-6123-7823-D67FFB34DB4B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E1A78CDB-8BA0-871C-5218-AA717C6541F7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8861F0C6-A406-FE61-96AC-69E1719ED379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99817163-D125-B7F2-BCED-F2C9A7EFBC73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7CF450FD-8081-A5C8-0A62-4EA9D5B49079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1AC445BF-299B-AAD4-D8E1-B824E471E13D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1BD0F738-8CAD-1F14-6CBD-1A9B6B1FF268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C2E3BD1D-4EE4-37E4-FC0C-1EC434E50193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40CF57F3-C525-E162-B740-E9B13D1E48A4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487A5B8F-1B1B-1197-5A62-CB9C01EE26E1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FC0E6896-B553-1A21-04F6-6A58EB1E56E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A7871D9C-9F9D-E2EA-74B1-66DBFDA2BBE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732FB2D4-06F2-7811-B8AA-59E15DE759F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D1719660-EF41-4455-90DA-ADBF1797774B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6838182D-3ECF-FB58-4066-D4284135651F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9E783CAC-24BB-43B9-CF9B-77C8B9FB4EA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CB24F565-A8CC-CF4E-805C-812877953117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7CA6818C-CF2F-01CB-7A9D-B8D12836C76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18CF0477-3570-38B5-D157-D0ACEF9DFD1D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52DB8C4C-6502-475A-BA84-34EF390EFBA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6E5AE391-42BF-AB4B-42A9-1DBC21B94C6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AA6DAE55-EB7A-8534-89E4-2F61536D828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C4F3B695-ED45-BFFE-81D4-1D87CA30F010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EFF0D107-2B4F-DCAD-8541-F638D52F41FC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946EC43E-C81E-2F6C-C626-56A69E86060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1A2616A8-960E-DDAD-14F6-2F05692CFD68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592FCB2C-5C47-386D-753D-C29E22A36FD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002982A1-7E68-0F52-5FCA-A25018E10AB3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591A321F-7764-AED5-E7D1-07A9C3F5E72A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330B0783-9D47-11F1-6757-C701695CEB22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EC1DD29D-4C94-2393-9A10-E7ADBAAB5834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65CE9BC3-8AAD-36BA-0E41-1700E89A9767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ABC8FF2D-9E22-605B-1987-E67ADE10215C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A75BDA7A-8638-B3BE-335D-55091366CFC0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B445DE20-7E8C-882D-33D1-E5317131C0AB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8054ED85-188B-7A69-4110-6C578AA3354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19CD8379-815D-3647-94A7-BB9B5F90FDFA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E003ACA5-43AC-43EE-6612-EC62C10CE2A9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2E7F6239-5629-A64D-83E4-2F0C20404810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859EE2F3-CE0D-BD7E-826A-97A4FA1D2B75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B3027CFC-C3C6-5307-A3C0-0DDC394A660D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9C920FEC-D8F9-8FB4-46CA-7C1C3A6DFB5F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F7486FEA-EC05-1BBD-0C24-CC06B84BBAFB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A318E7E3-8920-F025-561E-902E0298D93B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DEC33A48-1C4D-4D2B-C177-7DAD48A31888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F3D7E49F-EB21-CEFB-FBAE-2B723E5EE106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AD5E59AA-C09C-CD8F-D170-8D95C6372F7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ACDA9767-F5BC-3CB1-F446-47C9050F81A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D755838B-D99D-A415-7061-2652045290C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42F1C3E7-4583-C8F3-C61E-988552F90639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7C8D5053-F857-2F8B-4BC6-BD7FA9CAE702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EA469BA6-7CCC-AB21-7CA4-2DDC0615C84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1D7C5A58-DDC8-9466-F2C6-55A0270D7EAF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F150F5B8-01A6-6DAB-C6C6-7FC1A03444EA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39E1ED84-407D-7023-BA51-E8A20FD01DED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A2CD35F9-5FF8-8C3F-3CD7-9F7027034AFC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1983126C-BF48-392F-925C-8FBDA16A89C8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2ADE7070-8D3F-C743-F11D-AFB684AB575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5653A933-D795-7EA7-5364-B9731A9A545E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F88C92FD-8649-8468-6AC7-7CB155553E60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01FB54FF-3279-5FBB-F026-05382D2D181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90241F2B-798F-03C3-F0E0-B03636EBA12F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28045AC9-A39E-0640-7FD2-3E3297A540D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1A80780A-821B-59A1-5774-1FF573678A7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5044C575-C430-C111-2E6F-C47543613CB6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ACC4B2CC-2BF1-D443-8212-9802BAE1C1A2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2C0EA73A-ABF8-9F49-887F-85DEE776E5BD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DE8C8A31-ABBA-9DD1-9B1B-83909E486D1D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1D3D9784-A500-7A7F-51DD-3442E89DBBA7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C751DB25-34BA-4F56-113E-1727A4F919E1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A01B3316-E914-E381-1948-F568E80878F8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B81931EC-7BF5-E815-92CD-4385880DD55C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3C99CC0A-5CDD-1AC6-1A92-236D5342CCF7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36CE842F-E27C-94C9-C1DD-918D8D3F674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09032DBE-BEFC-6A1B-1A09-65BC0D283C85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08CB8EB1-EA41-7298-6989-CF5433E8397E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A7E4AF02-A514-F31E-0A39-21A6B531555E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D56D9862-F74C-2696-D047-1EB4FE95BB20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1E156FB6-5609-5BF1-23AB-993E3252C339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0658DD3C-7CCB-F288-CE00-D057E24FD2EE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42DB8285-05A8-B455-75D7-236EE240AA54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CD27A8E5-D7C9-C292-136A-4AE5A648C504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9333A7D6-D23B-AFF2-C4FE-446686C34697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D497C023-BD21-4AB5-85AF-277EEF39C1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379174EA-7521-43BC-90D2-2763DDC4E9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C9F805F8-8E9B-715E-BAE5-EBC38861C44E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8361801F-0C69-CAE0-6FAC-274F25508E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243DC142-F61A-6C78-15F6-9DFA0F2F43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67C7858E-B216-BE45-5621-1A165DDEBFAE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49424CF6-0E2B-116E-1D1F-18259B4AF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9F67C99D-0070-109A-660B-AF3C08C2ED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F7780936-45A3-672C-94CE-6AD25132DFE8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349375AB-3885-B43D-1FFE-309298E839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69D32424-3F1F-B092-485A-D266281C5E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A38E03F1-4E23-DCB4-F68E-197129AA7C84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5AEFEA89-BFA3-5B6D-426C-A89F0643E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BC9D1332-D7BA-D48F-30EF-93BF0A6DE5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63ABE88E-3B24-7CA6-5088-25A5E2F6639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CB140468-3C29-4083-D6B9-FE7AD19F48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D0934981-2890-50B3-480B-0A2133E7B9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81F9A435-8A9D-B023-BED9-EDAD399F6F28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348A8647-4AD0-85F1-88E8-BB831CC1143D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241EBFBD-B685-3BA5-D84B-296438384153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658247E4-9F40-4CEE-93CC-E754772071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1F0AF80A-8EA3-D1B3-DC6D-8D51011B13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A50326AC-26E5-6A67-1139-CE883FC19230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434F1C08-6843-39FC-B0B6-F5474CBF5D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243EAAF9-EC3C-C299-9C1B-42E14740F1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8FCAE250-7F01-E9ED-ACF7-63DE6D7A1B15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4CF1B3D7-C0B5-1252-CCDD-BC89FC914FE0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997D2460-DAA6-8EC2-9404-F9503A964AD7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80585F3E-A454-0C0B-4DDE-AB4B7473199C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84907B33-423D-FEEB-5E6A-35B011213EF5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C4B8C632-50EF-01DE-F929-9B5BDC5D3C98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FD30C5F3-42FA-3801-BE8F-6B85BC50EC1B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D3AB623D-A6C7-EACA-ED82-1B725201D61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853123EF-B80E-3E83-0A9B-E13E967A60A2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1D5F6EA9-72F7-40C7-802D-6FB95610E1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151FAE8D-283E-24AC-60B6-620455BB49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6CF48C2F-6482-023C-C39E-2F0A3FF03B3B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E12FBCDF-C27E-3CBD-4C1B-226987BC93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3DCF1137-9D24-057A-8771-0572F0D1B7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2BADF6A7-E4C3-F027-9D1E-DC36CA274A2C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B9503551-2BAB-EAF8-83AA-6F738CA7A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46D539DA-E998-E01D-C822-9181464250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5F07018F-1C46-6BDD-1819-B1CF650909F3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E68921D7-4C77-248A-B323-DBF83C2A33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34B51560-6EE6-0AC7-4249-4715EDCD2B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275E592D-1E1D-1F48-FEC9-2C11C60F0C3A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85C95B01-0695-ED6F-516C-DB39A4A4FB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A4FF2921-9EE7-A023-895A-56E699B088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3944ED47-B6CD-C3E7-FF1D-034FD1750A81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E5B75A30-B7EF-A9B8-8F3C-F59326885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BAE5D020-D6D0-CE45-1291-94E2B518C1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2A14300B-D53F-EC2A-D562-2CE66C6080D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218119F2-A32F-D750-3E64-7FC4F52A6B55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58CDF328-A5EE-ACC1-DC71-15DD9F30E7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244F0114-46D6-4F75-0448-4FF62FCCDA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18323437-33D5-002A-AE91-F6B9BFF64F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AB770942-A751-A986-524C-962AB3048117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4CB2C1CA-FD9C-29C2-2B05-4E144C5B15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647D4212-4FC7-50F5-5FB7-65E2D504AC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FD08C73D-E7B3-3477-3F31-DB905F28F4DF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68B7A666-BA35-12EE-AD31-0FDFB5BBB9F3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616EE9-3302-4B2C-6745-375FA5EC7342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F3672CA2-060D-4539-9D5F-0BA96863F137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50946B-D25C-F2B0-C337-A4DC79B1DED4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5BAF0757-CB6D-6D58-EE41-6AF451A6A8BD}"/>
              </a:ext>
            </a:extLst>
          </p:cNvPr>
          <p:cNvCxnSpPr>
            <a:cxnSpLocks/>
            <a:stCxn id="1148" idx="5"/>
            <a:endCxn id="1121" idx="0"/>
          </p:cNvCxnSpPr>
          <p:nvPr/>
        </p:nvCxnSpPr>
        <p:spPr>
          <a:xfrm rot="5400000" flipH="1" flipV="1">
            <a:off x="2928434" y="578441"/>
            <a:ext cx="1064042" cy="1462172"/>
          </a:xfrm>
          <a:prstGeom prst="curvedConnector5">
            <a:avLst>
              <a:gd name="adj1" fmla="val -21484"/>
              <a:gd name="adj2" fmla="val 48269"/>
              <a:gd name="adj3" fmla="val 12148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18403C2E-92DE-5C2D-10D2-EFCDAEE9CE1C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80968C88-D5F4-A5C9-AAC4-20658DDE6030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A3D5A90-4BB5-7AF9-16E6-538755FC5CA2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5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602</a:t>
            </a:r>
            <a:r>
              <a:rPr lang="en-US" altLang="ko-KR" sz="1400" u="sng" dirty="0">
                <a:sym typeface="Wingdings" panose="05000000000000000000" pitchFamily="2" charset="2"/>
              </a:rPr>
              <a:t>145754852910</a:t>
            </a:r>
            <a:r>
              <a:rPr lang="en-US" altLang="ko-KR" sz="1400" u="sng" dirty="0"/>
              <a:t>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B94D6-41A0-9235-EBDC-D44651D13041}"/>
              </a:ext>
            </a:extLst>
          </p:cNvPr>
          <p:cNvSpPr txBox="1"/>
          <p:nvPr/>
        </p:nvSpPr>
        <p:spPr>
          <a:xfrm>
            <a:off x="2600496" y="1902046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556C0F-F056-2D4A-FCE3-6EE648C9037E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=4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B19DDA-E515-0B5E-41D1-C1F2F4D63F05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=3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E64120-8A0A-FEA0-A833-875F78B57E4C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588B11-B8EF-AD89-2F79-FAF2CF313DD1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B80D2-38E4-2C12-17D5-4E074933AD9A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A8D162-76DD-EFEA-AD0B-21876274D3C8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D6F5A-4E71-2E36-E420-C958552EB671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8E5E9D-C56A-7FAE-F8FC-AE19C0313A3F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920E09-704B-E061-2A90-9D679D1BAADD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424E5A-6B79-691F-4F4A-5BAAEFEB13BC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35E584E9-AE83-99C2-8C03-E0C7BD9047C7}"/>
              </a:ext>
            </a:extLst>
          </p:cNvPr>
          <p:cNvSpPr/>
          <p:nvPr/>
        </p:nvSpPr>
        <p:spPr>
          <a:xfrm>
            <a:off x="8750206" y="632369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F88E0246-CC11-9517-73B0-B93209E14CB6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35BE65-1C41-A97D-610A-D447D94C3154}"/>
              </a:ext>
            </a:extLst>
          </p:cNvPr>
          <p:cNvSpPr txBox="1"/>
          <p:nvPr/>
        </p:nvSpPr>
        <p:spPr>
          <a:xfrm>
            <a:off x="1444800" y="375363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연결선: 구부러짐 70">
            <a:extLst>
              <a:ext uri="{FF2B5EF4-FFF2-40B4-BE49-F238E27FC236}">
                <a16:creationId xmlns:a16="http://schemas.microsoft.com/office/drawing/2014/main" id="{5BF88C38-73A1-B3D9-3F9B-B774F281157D}"/>
              </a:ext>
            </a:extLst>
          </p:cNvPr>
          <p:cNvCxnSpPr>
            <a:cxnSpLocks/>
            <a:stCxn id="1155" idx="7"/>
            <a:endCxn id="1152" idx="0"/>
          </p:cNvCxnSpPr>
          <p:nvPr/>
        </p:nvCxnSpPr>
        <p:spPr>
          <a:xfrm rot="16200000" flipH="1">
            <a:off x="2201137" y="678526"/>
            <a:ext cx="173874" cy="408743"/>
          </a:xfrm>
          <a:prstGeom prst="curvedConnector3">
            <a:avLst>
              <a:gd name="adj1" fmla="val -14340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05BD38-4C8B-DAA1-42C5-F51C0ED05976}"/>
              </a:ext>
            </a:extLst>
          </p:cNvPr>
          <p:cNvSpPr txBox="1"/>
          <p:nvPr/>
        </p:nvSpPr>
        <p:spPr>
          <a:xfrm>
            <a:off x="1991136" y="384966"/>
            <a:ext cx="501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C3439988-7FD7-B14B-38A1-3248F607186A}"/>
              </a:ext>
            </a:extLst>
          </p:cNvPr>
          <p:cNvCxnSpPr>
            <a:cxnSpLocks/>
            <a:stCxn id="1102" idx="0"/>
            <a:endCxn id="1121" idx="1"/>
          </p:cNvCxnSpPr>
          <p:nvPr/>
        </p:nvCxnSpPr>
        <p:spPr>
          <a:xfrm rot="5400000" flipH="1" flipV="1">
            <a:off x="3888349" y="648363"/>
            <a:ext cx="102693" cy="403171"/>
          </a:xfrm>
          <a:prstGeom prst="curvedConnector3">
            <a:avLst>
              <a:gd name="adj1" fmla="val 34314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70">
            <a:extLst>
              <a:ext uri="{FF2B5EF4-FFF2-40B4-BE49-F238E27FC236}">
                <a16:creationId xmlns:a16="http://schemas.microsoft.com/office/drawing/2014/main" id="{8AF171CB-BB1B-9836-FE33-D31F2F006463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64E85D2-A4AF-1A40-3FF6-0630A885E9B6}"/>
              </a:ext>
            </a:extLst>
          </p:cNvPr>
          <p:cNvSpPr txBox="1"/>
          <p:nvPr/>
        </p:nvSpPr>
        <p:spPr>
          <a:xfrm>
            <a:off x="3795814" y="382759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71" name="TextBox 1370">
            <a:extLst>
              <a:ext uri="{FF2B5EF4-FFF2-40B4-BE49-F238E27FC236}">
                <a16:creationId xmlns:a16="http://schemas.microsoft.com/office/drawing/2014/main" id="{20CEC831-9E0F-8E2F-4F17-B21125CCB5F7}"/>
              </a:ext>
            </a:extLst>
          </p:cNvPr>
          <p:cNvSpPr txBox="1"/>
          <p:nvPr/>
        </p:nvSpPr>
        <p:spPr>
          <a:xfrm>
            <a:off x="1205283" y="2970423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44785FED-670B-776E-1783-587E6724A851}"/>
              </a:ext>
            </a:extLst>
          </p:cNvPr>
          <p:cNvCxnSpPr>
            <a:cxnSpLocks/>
            <a:stCxn id="1152" idx="7"/>
            <a:endCxn id="1150" idx="7"/>
          </p:cNvCxnSpPr>
          <p:nvPr/>
        </p:nvCxnSpPr>
        <p:spPr>
          <a:xfrm rot="16200000" flipH="1">
            <a:off x="2491872" y="1040554"/>
            <a:ext cx="310681" cy="210717"/>
          </a:xfrm>
          <a:prstGeom prst="curvedConnector3">
            <a:avLst>
              <a:gd name="adj1" fmla="val -80255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9D7743-A100-3D83-370C-3A3C592F7B50}"/>
              </a:ext>
            </a:extLst>
          </p:cNvPr>
          <p:cNvSpPr txBox="1"/>
          <p:nvPr/>
        </p:nvSpPr>
        <p:spPr>
          <a:xfrm>
            <a:off x="2484455" y="540892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" name="연결선: 구부러짐 70">
            <a:extLst>
              <a:ext uri="{FF2B5EF4-FFF2-40B4-BE49-F238E27FC236}">
                <a16:creationId xmlns:a16="http://schemas.microsoft.com/office/drawing/2014/main" id="{223404C0-9075-40AD-6C33-6BD3407BA1D3}"/>
              </a:ext>
            </a:extLst>
          </p:cNvPr>
          <p:cNvCxnSpPr>
            <a:cxnSpLocks/>
            <a:stCxn id="1121" idx="7"/>
            <a:endCxn id="1118" idx="0"/>
          </p:cNvCxnSpPr>
          <p:nvPr/>
        </p:nvCxnSpPr>
        <p:spPr>
          <a:xfrm rot="16200000" flipH="1">
            <a:off x="4361256" y="679146"/>
            <a:ext cx="176864" cy="415775"/>
          </a:xfrm>
          <a:prstGeom prst="curvedConnector3">
            <a:avLst>
              <a:gd name="adj1" fmla="val -141179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D4B41E4-4BF2-22D0-9367-750CBCCFC6EB}"/>
              </a:ext>
            </a:extLst>
          </p:cNvPr>
          <p:cNvSpPr txBox="1"/>
          <p:nvPr/>
        </p:nvSpPr>
        <p:spPr>
          <a:xfrm>
            <a:off x="4251330" y="387684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489E0B4A-0D41-979A-8FDE-0B51F356687D}"/>
              </a:ext>
            </a:extLst>
          </p:cNvPr>
          <p:cNvCxnSpPr>
            <a:cxnSpLocks/>
            <a:stCxn id="1150" idx="6"/>
            <a:endCxn id="1148" idx="6"/>
          </p:cNvCxnSpPr>
          <p:nvPr/>
        </p:nvCxnSpPr>
        <p:spPr>
          <a:xfrm flipH="1">
            <a:off x="2749835" y="1351320"/>
            <a:ext cx="23203" cy="440161"/>
          </a:xfrm>
          <a:prstGeom prst="curvedConnector3">
            <a:avLst>
              <a:gd name="adj1" fmla="val -98521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7037FC-5766-F03F-04A8-FDF4DA3B88CB}"/>
              </a:ext>
            </a:extLst>
          </p:cNvPr>
          <p:cNvSpPr txBox="1"/>
          <p:nvPr/>
        </p:nvSpPr>
        <p:spPr>
          <a:xfrm>
            <a:off x="2908197" y="1472726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연결선: 구부러짐 70">
            <a:extLst>
              <a:ext uri="{FF2B5EF4-FFF2-40B4-BE49-F238E27FC236}">
                <a16:creationId xmlns:a16="http://schemas.microsoft.com/office/drawing/2014/main" id="{5D324AB2-6E11-770E-EBE4-FF4C8EF7E960}"/>
              </a:ext>
            </a:extLst>
          </p:cNvPr>
          <p:cNvCxnSpPr>
            <a:cxnSpLocks/>
            <a:stCxn id="1118" idx="7"/>
            <a:endCxn id="1116" idx="6"/>
          </p:cNvCxnSpPr>
          <p:nvPr/>
        </p:nvCxnSpPr>
        <p:spPr>
          <a:xfrm rot="16200000" flipH="1">
            <a:off x="4641936" y="1062458"/>
            <a:ext cx="366955" cy="235158"/>
          </a:xfrm>
          <a:prstGeom prst="curvedConnector4">
            <a:avLst>
              <a:gd name="adj1" fmla="val -68045"/>
              <a:gd name="adj2" fmla="val 19721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55EE08A-3C6D-3843-0E48-51BF91EA431B}"/>
              </a:ext>
            </a:extLst>
          </p:cNvPr>
          <p:cNvSpPr txBox="1"/>
          <p:nvPr/>
        </p:nvSpPr>
        <p:spPr>
          <a:xfrm>
            <a:off x="5014492" y="701388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1" name="연결선: 구부러짐 225">
            <a:extLst>
              <a:ext uri="{FF2B5EF4-FFF2-40B4-BE49-F238E27FC236}">
                <a16:creationId xmlns:a16="http://schemas.microsoft.com/office/drawing/2014/main" id="{645AC97B-E16B-71B5-A951-C948E26BECE1}"/>
              </a:ext>
            </a:extLst>
          </p:cNvPr>
          <p:cNvCxnSpPr>
            <a:cxnSpLocks/>
            <a:stCxn id="1116" idx="5"/>
            <a:endCxn id="1190" idx="0"/>
          </p:cNvCxnSpPr>
          <p:nvPr/>
        </p:nvCxnSpPr>
        <p:spPr>
          <a:xfrm rot="5400000">
            <a:off x="2571220" y="803802"/>
            <a:ext cx="1740315" cy="296159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70">
            <a:extLst>
              <a:ext uri="{FF2B5EF4-FFF2-40B4-BE49-F238E27FC236}">
                <a16:creationId xmlns:a16="http://schemas.microsoft.com/office/drawing/2014/main" id="{897567D3-6734-4A76-5008-4A057383D4A0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70">
            <a:extLst>
              <a:ext uri="{FF2B5EF4-FFF2-40B4-BE49-F238E27FC236}">
                <a16:creationId xmlns:a16="http://schemas.microsoft.com/office/drawing/2014/main" id="{B2225C95-6DD3-3D10-5930-89965576F4F0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구부러짐 70">
            <a:extLst>
              <a:ext uri="{FF2B5EF4-FFF2-40B4-BE49-F238E27FC236}">
                <a16:creationId xmlns:a16="http://schemas.microsoft.com/office/drawing/2014/main" id="{3DDC7445-3369-DF1D-7D5E-325DC031F1C4}"/>
              </a:ext>
            </a:extLst>
          </p:cNvPr>
          <p:cNvCxnSpPr>
            <a:cxnSpLocks/>
            <a:stCxn id="1173" idx="2"/>
            <a:endCxn id="1171" idx="2"/>
          </p:cNvCxnSpPr>
          <p:nvPr/>
        </p:nvCxnSpPr>
        <p:spPr>
          <a:xfrm rot="10800000" flipH="1">
            <a:off x="1190329" y="3373463"/>
            <a:ext cx="210301" cy="368458"/>
          </a:xfrm>
          <a:prstGeom prst="curvedConnector3">
            <a:avLst>
              <a:gd name="adj1" fmla="val -10870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구부러짐 225">
            <a:extLst>
              <a:ext uri="{FF2B5EF4-FFF2-40B4-BE49-F238E27FC236}">
                <a16:creationId xmlns:a16="http://schemas.microsoft.com/office/drawing/2014/main" id="{777EF4EA-9995-04B6-00A9-44C740528601}"/>
              </a:ext>
            </a:extLst>
          </p:cNvPr>
          <p:cNvCxnSpPr>
            <a:cxnSpLocks/>
            <a:stCxn id="1171" idx="1"/>
            <a:endCxn id="1194" idx="0"/>
          </p:cNvCxnSpPr>
          <p:nvPr/>
        </p:nvCxnSpPr>
        <p:spPr>
          <a:xfrm rot="5400000" flipH="1" flipV="1">
            <a:off x="2677796" y="1930456"/>
            <a:ext cx="121895" cy="2615455"/>
          </a:xfrm>
          <a:prstGeom prst="curvedConnector3">
            <a:avLst>
              <a:gd name="adj1" fmla="val 28753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연결선: 구부러짐 70">
            <a:extLst>
              <a:ext uri="{FF2B5EF4-FFF2-40B4-BE49-F238E27FC236}">
                <a16:creationId xmlns:a16="http://schemas.microsoft.com/office/drawing/2014/main" id="{3C18D132-1BC3-CD15-4505-7DA6F80B20D9}"/>
              </a:ext>
            </a:extLst>
          </p:cNvPr>
          <p:cNvCxnSpPr>
            <a:cxnSpLocks/>
            <a:stCxn id="1194" idx="4"/>
            <a:endCxn id="859" idx="5"/>
          </p:cNvCxnSpPr>
          <p:nvPr/>
        </p:nvCxnSpPr>
        <p:spPr>
          <a:xfrm rot="5400000">
            <a:off x="3772528" y="3202365"/>
            <a:ext cx="155621" cy="392267"/>
          </a:xfrm>
          <a:prstGeom prst="curvedConnector3">
            <a:avLst>
              <a:gd name="adj1" fmla="val 268683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연결선: 구부러짐 225">
            <a:extLst>
              <a:ext uri="{FF2B5EF4-FFF2-40B4-BE49-F238E27FC236}">
                <a16:creationId xmlns:a16="http://schemas.microsoft.com/office/drawing/2014/main" id="{533B43D6-9F1B-FF62-DCDD-4A5C16FD3DA3}"/>
              </a:ext>
            </a:extLst>
          </p:cNvPr>
          <p:cNvCxnSpPr>
            <a:cxnSpLocks/>
            <a:stCxn id="859" idx="0"/>
            <a:endCxn id="1228" idx="0"/>
          </p:cNvCxnSpPr>
          <p:nvPr/>
        </p:nvCxnSpPr>
        <p:spPr>
          <a:xfrm rot="5400000" flipH="1" flipV="1">
            <a:off x="6058863" y="696232"/>
            <a:ext cx="99285" cy="5065635"/>
          </a:xfrm>
          <a:prstGeom prst="curvedConnector3">
            <a:avLst>
              <a:gd name="adj1" fmla="val 33024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연결선: 구부러짐 70">
            <a:extLst>
              <a:ext uri="{FF2B5EF4-FFF2-40B4-BE49-F238E27FC236}">
                <a16:creationId xmlns:a16="http://schemas.microsoft.com/office/drawing/2014/main" id="{E95C6B68-7863-D48F-CFC2-30CD1E24E473}"/>
              </a:ext>
            </a:extLst>
          </p:cNvPr>
          <p:cNvCxnSpPr>
            <a:cxnSpLocks/>
            <a:stCxn id="1228" idx="4"/>
            <a:endCxn id="1229" idx="7"/>
          </p:cNvCxnSpPr>
          <p:nvPr/>
        </p:nvCxnSpPr>
        <p:spPr>
          <a:xfrm rot="5400000">
            <a:off x="7881373" y="3697106"/>
            <a:ext cx="1136447" cy="383455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연결선: 구부러짐 70">
            <a:extLst>
              <a:ext uri="{FF2B5EF4-FFF2-40B4-BE49-F238E27FC236}">
                <a16:creationId xmlns:a16="http://schemas.microsoft.com/office/drawing/2014/main" id="{2F2E9DCF-2D21-F264-C3CD-6BC518F3BDDB}"/>
              </a:ext>
            </a:extLst>
          </p:cNvPr>
          <p:cNvCxnSpPr>
            <a:cxnSpLocks/>
            <a:stCxn id="1229" idx="3"/>
            <a:endCxn id="1213" idx="2"/>
          </p:cNvCxnSpPr>
          <p:nvPr/>
        </p:nvCxnSpPr>
        <p:spPr>
          <a:xfrm rot="5400000" flipH="1">
            <a:off x="7807121" y="4301688"/>
            <a:ext cx="408646" cy="199421"/>
          </a:xfrm>
          <a:prstGeom prst="curvedConnector4">
            <a:avLst>
              <a:gd name="adj1" fmla="val -28667"/>
              <a:gd name="adj2" fmla="val 21463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연결선: 구부러짐 225">
            <a:extLst>
              <a:ext uri="{FF2B5EF4-FFF2-40B4-BE49-F238E27FC236}">
                <a16:creationId xmlns:a16="http://schemas.microsoft.com/office/drawing/2014/main" id="{98D63119-E013-16D6-A5A1-B2E4F5D88489}"/>
              </a:ext>
            </a:extLst>
          </p:cNvPr>
          <p:cNvCxnSpPr>
            <a:cxnSpLocks/>
            <a:stCxn id="1213" idx="2"/>
            <a:endCxn id="1302" idx="1"/>
          </p:cNvCxnSpPr>
          <p:nvPr/>
        </p:nvCxnSpPr>
        <p:spPr>
          <a:xfrm rot="10800000" flipH="1">
            <a:off x="7911732" y="743277"/>
            <a:ext cx="762525" cy="3453798"/>
          </a:xfrm>
          <a:prstGeom prst="curvedConnector4">
            <a:avLst>
              <a:gd name="adj1" fmla="val -29979"/>
              <a:gd name="adj2" fmla="val 10721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3" name="TextBox 1362">
            <a:extLst>
              <a:ext uri="{FF2B5EF4-FFF2-40B4-BE49-F238E27FC236}">
                <a16:creationId xmlns:a16="http://schemas.microsoft.com/office/drawing/2014/main" id="{74C7CCA0-02C1-9D0A-C675-AC4349C94ED0}"/>
              </a:ext>
            </a:extLst>
          </p:cNvPr>
          <p:cNvSpPr txBox="1"/>
          <p:nvPr/>
        </p:nvSpPr>
        <p:spPr>
          <a:xfrm>
            <a:off x="595220" y="3915756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87A253A3-50B6-EBEF-E771-390506FB40DC}"/>
              </a:ext>
            </a:extLst>
          </p:cNvPr>
          <p:cNvSpPr txBox="1"/>
          <p:nvPr/>
        </p:nvSpPr>
        <p:spPr>
          <a:xfrm>
            <a:off x="7337067" y="4451032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E83DE064-87F0-A03D-BAF5-3FC8FC10D86B}"/>
              </a:ext>
            </a:extLst>
          </p:cNvPr>
          <p:cNvSpPr txBox="1"/>
          <p:nvPr/>
        </p:nvSpPr>
        <p:spPr>
          <a:xfrm>
            <a:off x="695986" y="3328975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7" name="TextBox 1366">
            <a:extLst>
              <a:ext uri="{FF2B5EF4-FFF2-40B4-BE49-F238E27FC236}">
                <a16:creationId xmlns:a16="http://schemas.microsoft.com/office/drawing/2014/main" id="{20AC61A5-660A-884A-5EA6-6DFB4E73EBF2}"/>
              </a:ext>
            </a:extLst>
          </p:cNvPr>
          <p:cNvSpPr txBox="1"/>
          <p:nvPr/>
        </p:nvSpPr>
        <p:spPr>
          <a:xfrm>
            <a:off x="4697967" y="1413799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B8A41A89-0041-910E-50C6-87C437333FD5}"/>
              </a:ext>
            </a:extLst>
          </p:cNvPr>
          <p:cNvSpPr txBox="1"/>
          <p:nvPr/>
        </p:nvSpPr>
        <p:spPr>
          <a:xfrm>
            <a:off x="3317427" y="3114206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6DFE0838-88E8-3299-9FDF-FB5F49436917}"/>
              </a:ext>
            </a:extLst>
          </p:cNvPr>
          <p:cNvSpPr txBox="1"/>
          <p:nvPr/>
        </p:nvSpPr>
        <p:spPr>
          <a:xfrm>
            <a:off x="7532999" y="383872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48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EFBC-819D-BA25-B102-E9EE7CE3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A91CF071-C37C-5AFA-B03D-02A5524C0335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FA7D8F84-2DD7-DD7B-CD4F-3868FE0F8EF5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4D06E3D-9134-1BA3-4EE3-DD0D2D3D3208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FD3E802E-A212-03A9-DCAB-549B481F04F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E2C18C78-55FC-7FF4-F55F-F1FABEDFA85A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6198971A-5125-39DC-A6AB-08C27604DC0C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C56B0804-A0A6-80F1-6C9B-A58F5111B1C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3FB0B231-CF16-9442-4CAA-A8F57F00ABF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38B4ED89-07D5-D85B-83BF-F7393933834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60886EBF-BB7B-61AA-9CB9-71A514CCA872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B11E682B-DD4E-DF39-3B6B-9DC3B1BAEAA3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3847621D-74A1-26FF-98E6-0AE856307E98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34E3B017-52F8-8CD7-3BB5-73C59809B587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49C2A215-5C61-A224-D97A-02A5AA425AB0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EBA6E59C-B122-9088-A10F-349899B9611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087777DD-1B74-51A7-ED22-9A8717E4A534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520DD6DC-8046-8945-C214-436A9AA776D4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5A6D2901-DDE8-3B81-50F8-367DE59EC7A9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12EDE4D0-423C-B5B4-7416-C9B2932F9602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4873CF3C-1F7A-DCF1-CC17-B57B58D1B333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5701C0FD-8544-96AC-8D37-9F8C8965CC21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F104D2FC-CAEF-EDD7-48DD-760CA2389450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09F8110E-81E6-D660-6B02-09AB5E221114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A0437E62-E9F2-6559-F3C2-F4D10F3CBF5B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F8EE0B02-6097-A9E5-A2C9-79F23F78A452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10DB8FD3-2FC7-CC3B-6400-3AA059517591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72082601-59E6-B049-7761-ACBB0B354F7B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C99FF43A-46AB-A4EC-66AE-FBE6499068D3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A160F3C1-2EE8-7BE0-4B8A-242B9FEFAAA4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36C9E517-2A63-049E-BD6F-4D1C2863880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98F7332D-400D-2F47-2175-09D8D5CDDD57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4D0AC087-0FD3-7592-6CB5-47DCA242CA22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199743F3-5B07-615E-79D8-75E0849A227B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57F3CB2D-CF13-FAA8-5C84-1D4BB0358BF2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66655C86-BD21-D0A2-1DD5-C1CE833C4D1D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DBC03366-4033-4D95-4C85-4161B5C0B7AA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C03B63E0-0D9E-25B2-C9ED-B4073F59F0C0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8" name="타원 1117">
                <a:extLst>
                  <a:ext uri="{FF2B5EF4-FFF2-40B4-BE49-F238E27FC236}">
                    <a16:creationId xmlns:a16="http://schemas.microsoft.com/office/drawing/2014/main" id="{3DA13404-957B-A138-6FE5-D5E2334EAE41}"/>
                  </a:ext>
                </a:extLst>
              </p:cNvPr>
              <p:cNvSpPr/>
              <p:nvPr/>
            </p:nvSpPr>
            <p:spPr>
              <a:xfrm>
                <a:off x="2036439" y="2353580"/>
                <a:ext cx="198389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8452351D-05A3-41CD-FBF0-00560174FEC8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22F6E173-77C8-41C1-08EB-5B5122D55A0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469BAC80-56C1-18C7-A4C2-EFD737726A58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114" name="타원 1113">
                <a:extLst>
                  <a:ext uri="{FF2B5EF4-FFF2-40B4-BE49-F238E27FC236}">
                    <a16:creationId xmlns:a16="http://schemas.microsoft.com/office/drawing/2014/main" id="{D3582592-D189-3857-FAC4-83038F5627C3}"/>
                  </a:ext>
                </a:extLst>
              </p:cNvPr>
              <p:cNvSpPr/>
              <p:nvPr/>
            </p:nvSpPr>
            <p:spPr>
              <a:xfrm>
                <a:off x="2302630" y="3419468"/>
                <a:ext cx="198389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8E235921-95E7-0D1C-FAA3-757FAAA7EE29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7F25A035-7F33-4203-71F1-D0B0FCF943D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BABACE98-34E8-32F5-23E8-8FF651A219A7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D94DD838-09C4-EEDF-90D1-61AB7A665273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E1A0679E-D06B-E9EC-9215-7B143B9D6B6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2361BD22-D9A0-D4CF-C429-D9112E18112F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DE6C647C-DEB7-FE61-03BD-5CA89269E310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959A3012-3195-F7A6-D1B9-4B2BBFAE3B62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19C3FBF3-B00A-4501-7508-54F5941B5AAA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590A699D-FC85-8D27-2DC5-3E68701DD29E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9539206-8AD0-0657-AF15-1A27FD3ECD50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7AECBB46-D2F9-9A6B-0CAD-B7D227FD2581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928B2A32-90F8-E38B-FB57-A910414A2714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68C629A5-33DA-F5D5-1E6A-0BDB2B502536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8AA2386F-4084-667F-AF2E-C5D05A7A27FF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3A137C81-B3EF-8D9F-EE04-2703ECA2BA3B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67DCFA7F-82BC-939F-DCF3-6C683164410B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AFAD33D8-9C8A-5F97-341C-E3C0AB85A589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9A3BA3FC-388A-9216-40FF-E1FD9B93B426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B8296F10-2841-7351-06AF-C8EFCE0A8EA4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68B0D40E-043D-933D-1EDC-FA573AACF6C1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153A009E-3D06-4300-8833-0CA4F2A7554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98643C2-B13A-9350-063D-685EA7A162E1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DF1E926C-A8EA-4CC0-85E5-AE8E20F4996D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B7D18A3B-AA7D-3DD9-9DE4-C1B5869411F5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1F671B07-D5AC-7D80-7B13-B4A12CBAF30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2B916F99-28B6-11CD-F3D9-FF2854C4F66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857BBA92-9A82-341E-55EF-79C57C561365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150" name="타원 1149">
                <a:extLst>
                  <a:ext uri="{FF2B5EF4-FFF2-40B4-BE49-F238E27FC236}">
                    <a16:creationId xmlns:a16="http://schemas.microsoft.com/office/drawing/2014/main" id="{9D3BE8CC-3CC4-62AF-238F-B9E8D6BB8832}"/>
                  </a:ext>
                </a:extLst>
              </p:cNvPr>
              <p:cNvSpPr/>
              <p:nvPr/>
            </p:nvSpPr>
            <p:spPr>
              <a:xfrm>
                <a:off x="2335570" y="2794622"/>
                <a:ext cx="198391" cy="201028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330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452C16D5-C543-8BF6-E6C5-02A56F07F48B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54F2D178-4D54-3E0E-6441-830ED81C9EC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A2F90EE0-B4AB-5E25-857A-14EA2F106B36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A0D0F1DD-CA82-0F81-F14C-0E9299BE5820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3B5924A5-19D0-C1A8-21AE-B042B8919D0E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3524A444-3814-4B4E-084C-ADCF6A38A2DF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EB2F1409-2AB0-EB55-2C51-80A4C2BB64EB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E0C686E3-AE2B-4E1E-D15B-C52D691C747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676E24CA-D2C9-A326-A32A-A3C15E90B927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0FF04516-F63A-92DB-DAD2-ECC2F005C4B3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2C3FE073-5E88-0B78-C9CB-16AAAC9E5490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3407373F-F70C-61C6-D69D-2295C24950CF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FABF7406-8749-10E0-D7D0-1FF5B06A1FD6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5824E870-EA18-5BC5-436B-65EF9F8A3BBC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C16FBE64-C1CD-BFEF-C2DB-B9F21C48DAF5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91003014-5A96-D246-E7BB-E99952DD7390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8B46C439-2BFA-971B-7572-3E50919DB603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9DB051ED-0B16-A01D-E695-CD5BC46C2C39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61BA7737-9838-C6F8-260B-C6F2CE36DBF0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A3146832-31BB-E125-0CC0-42D364B512FC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D370DF47-410A-43F3-6328-FE5A355A33C0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EE847C0C-8FF4-E72A-BB31-2D09BB25892E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7C4A56DA-C8AD-D82A-3C7C-2F67AAC81D2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0" name="타원 1189">
                <a:extLst>
                  <a:ext uri="{FF2B5EF4-FFF2-40B4-BE49-F238E27FC236}">
                    <a16:creationId xmlns:a16="http://schemas.microsoft.com/office/drawing/2014/main" id="{CF7D4923-B09C-598F-60B1-C40BAE8F4FFC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0A97CC79-F157-BB58-0D55-7D17835C7F7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B9D0C3B6-0461-83DF-6819-98CED421CF0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BBDEA681-0108-D6BB-8601-D68843572A6A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72D80C56-2892-5E33-4D24-A9E742EFB537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297C72F6-08FF-273D-3E54-7E60C52D7EA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B9D93349-6EEE-9740-2DD8-7FE0BCBC6C32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783809C1-F364-F340-5273-5CD67BDD9CA0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0C8052E9-F0E5-632B-4D30-F2495C67EFC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2D905974-0059-86EE-DED4-8DF9A506CFF8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405AD138-34C2-ED93-49A3-FF3D9B51D3A0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83C57157-18AC-C600-575C-54D61A33DBA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85E73102-19BF-A621-BB91-9E7DE82BFA30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1AC9EA0D-7994-B29A-5872-B98CCAD07DE1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B400EAEB-87FF-27DD-C608-DEEB12322CB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B45BA281-4E40-48D8-9277-C291E045C6D2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B7E6F500-CBBC-2FA2-AB51-1019FB694FC5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A10CB6AF-37CB-787D-4D55-82386CF6E142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50CF3293-C1B6-9985-FB09-0E0647A6C202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8B3A7A68-7249-28A6-8975-B406315D1058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C687093A-C8FB-D5D9-EE9B-06E6FBCA44F9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9291092B-A808-7474-1130-BEF024ED9162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0EF884AD-99ED-EB38-F049-969EFCE93119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B93C26DD-EB30-5EA0-C763-286E0777BB41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E7AD79B8-CBF4-F03B-3D26-32D725009118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92341646-A657-16E0-C69E-53937F871BE9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FF874CD9-1D9D-4766-B40A-98D63D71DD1C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BD795773-FC3A-327F-1EB6-16C6DCF60DCB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56689090-0F59-7244-380F-276D01397AD0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47E065AE-9B91-1223-5894-7F9C2B17D189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4E17D045-B086-F1C1-9DBD-487B9863941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9BFCCFFE-11E9-2A13-B1D8-39621DD38BB7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CF489DCA-07B5-57ED-F6BB-80214F7E653B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B3BB6D78-2C30-E836-05F7-6759C0D5937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441FD915-2A1A-0143-0782-E5D71142CAA1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324B5395-DF7C-EAA1-0461-4F21071378B0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50045677-B6AB-6EA0-E8C2-C52BC9E95495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FB5950B3-21C8-F6A5-5D12-A34FD619B01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AE2E674D-454A-FB69-74C1-AE6DCF3649B8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1E3273CE-F83D-45C2-CDC8-7469093D832D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02D1102-98FE-320B-8482-DD576EFB814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A9D746C4-221A-F8A8-4E4A-4632D1AFE626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F2107915-8524-EA66-DF41-BE42E264546F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F769C23A-9B2F-16B8-A1A3-0A1C3063497A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50B51B30-E32A-3035-A4F2-049CF2FAF315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9C52E304-72AD-1D17-1829-14A4D50D0C37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8E9887CF-0FB5-809E-EADA-BCA2921F842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0685F30A-7F95-0569-C1CF-B2719732B693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96B3F6D9-84B5-0A73-88C2-FE723B581DD6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3850E448-10BA-322A-2540-E3D3232E1EFE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7C2BDCC8-02AD-A5EC-90C1-88A37CE8E0BF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0690B494-9CAD-8675-D0A6-68C7C296C4A3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4C08313-DC37-D5F7-6C10-FA3274E85AE5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186B9D69-DE9F-A492-F775-321D158B6DC0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7897C767-7C1F-2EB4-C403-E9A47E22AD37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81FB2A4E-9C67-4451-21D0-A50F5FEDC323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46234EBC-05B5-977A-5403-BEBF9C86E0CF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964E0382-A9F1-DAFC-7942-D2EC5CA1814B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EB6A9ED3-BD6D-5142-1597-C890A3883CAA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EEE6693B-85B6-AAC5-3659-06E9E7C6EF1B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AE785158-6A4B-3B83-576A-265B192A79BA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05BF1188-424B-2838-00E7-0E8FC2E44D1C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FD6026C1-A2C2-5B38-46AD-4FC9971328C3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A4D1ED34-0168-8CD8-1549-C2BA4A4EC09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19817742-8099-F943-8C6E-300CD664014B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F887DE13-E8C0-5946-0DE7-CBA980CA2E2A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63687F84-002F-4976-BA28-2C1DAFDCDBB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FBB35F9B-4DC1-3BFA-DAB7-BF300E4B3F7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1B055B97-23B3-6430-7DDA-9163A8C5928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58D70313-9EB7-5963-0E34-8211E111D60E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603FF7BB-BE62-01B3-1222-D5FCD4A23E3C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CA96FEA1-E2E0-2121-CEFC-3EF2A597275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1D145F1F-403F-E678-84CC-3B128104DA42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4080D642-26FF-0566-A244-279D614E0851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BCA57F28-46A4-2A37-7EF4-02068452562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05E01330-71DB-CFC2-C67B-7BA07FD7EA9F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F5794DEF-D451-DBDF-6BED-83181BDECB91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9C12AA61-FF26-CB8E-149A-467BED2F09B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44D76F1C-58E5-D391-D0F0-49319787ECF5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542B7180-05E0-D16D-756D-DABD5D9E2C3D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8AE3CAF8-37F6-089C-C975-B639C527020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10642EBC-CEC0-9E29-7DBA-86DD8C9290A2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3E5E61E4-71EF-14F3-64A8-6DE1117764A8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07DBC2BE-20BA-7AFE-61AE-06252A50D9D1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5C3D297C-302E-12B5-BC9B-8A9338509A3C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792B0E13-6032-F45B-7290-0EA4C85D14EB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59DFE94E-6951-9D78-EF01-5CE8491C97D8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B43624F1-3515-0430-E2AD-337194BDFA45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C1C18A13-BC78-4AC8-3809-7FF01B53A385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B57D3E6B-2CAD-8DFE-693F-4F1A13FA5C5D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A193DEE8-CA7F-BA83-BBE3-3DB2FCFBBA06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7E473C71-F5B0-1933-61AA-81BE367A0B47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B0534861-761B-69D2-818A-076F104FF8AE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FED0160D-F4CB-2F73-170A-F7BF040CA866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ABB68608-50F3-485C-EB1C-8E9C29464146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C7969BD3-5CB7-0AD9-548E-4B887ECE9FAA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A212DE93-489C-2430-0A21-EA4D2B14B5D6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A5AC2032-1291-423B-02EA-8C0E0D95FD45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4D1FE576-8736-F756-4477-B97DF3FC35A3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7BE8CB3C-7261-5426-BD9A-23B29B1FCCCE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E5FBD8FE-1FB4-8FC0-7602-E83ED2274FD2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0776FA01-AE37-F8E0-C3FC-CB97687C06D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BBB0AF17-6341-529F-4A6C-60A5995F775D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55AC6F5C-28AD-238E-1658-7B5D9887D34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A2A06AA4-EF4B-0568-89C2-C40E865B640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C42282B3-6277-E45A-1B2B-6AF7BCF79A5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E2F4E2B7-4327-0B62-77FF-1DC4AED1BFC8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CAC36A5C-6618-A9C0-7D45-8BAEC423CB55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3DC90D78-CE17-4898-427D-66E136AF02C0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3D5F63F8-0D52-9BE7-3F7C-3AC428893C2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9303D26E-6135-B9BA-4183-8EFF098882C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571FBBB4-6BCD-D747-D8A7-0ADAD2ED3E0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D7C53EAD-E8CD-5231-D0BA-F036BE4D5DB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84B51F4C-1341-0BB3-9BD8-EA59A0F1EA60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C7BAD4EB-ED53-3448-BBA5-FF4DAFC311F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F3B7C8FF-835B-73C9-65B0-DAD61B8C55C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09CD141A-CE2C-7C6E-8843-EFF89BDA7D28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E3CA411A-58B7-9C4C-16A8-966312007F1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696C3975-C3D4-670C-3F0C-337607CB9A18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D7D915E4-D514-8A79-16F5-18FED3DC2AA5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3000528D-E6EA-93AB-9DB9-B2D3DF5DB9E6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9F47BEDD-80A7-112A-FF5A-EC3EA96E5CD0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C68A4724-83F1-85E4-4BCF-38C1E2E837CD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04807419-CE82-FD7B-C033-ACCD27648B03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4ADC7E92-D092-B56D-3C49-CF232877A856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7C91B4D4-FF3D-69A1-ED20-DCA7F20F482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38A985A5-3283-CE43-7574-50BD268BF226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87124617-D3E1-AF08-9D8A-1EDC7B3D9964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C66598D3-3342-013C-EC9D-57D35D31518E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8FC95609-E244-7D14-999F-1FF8BCA529F9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467BD3E1-5B62-44E5-52E4-421C73E5AD0A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782C5251-50C5-19CA-B22E-D86050842D72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F60425C9-9E70-9BF4-8A78-4B0B05132FD6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8DDF25B9-DE49-5015-3EF7-A7CE8A8B9DE6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436BEF29-5FCE-DE9D-F43F-4F87606FBA28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A6D61414-13AA-9056-C7BA-E6580030CBD3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87E7E42A-B585-A290-7C88-66F70177554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702B2B05-1F6C-8984-D30A-2B36A3481B2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6D4A8D57-E546-494D-F52B-439E4CAACA4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C186884E-AA9A-56A0-ED8D-4100847B9D0B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B6F16351-C3B1-AB8C-39A3-60ABEB545D8A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257906FF-4FE0-AD5D-0E83-E83E16896D0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17F7AEF7-47B9-C98B-F92A-66D5587A6EB1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8060EA71-CE1B-E52F-31C0-2AAA4C95ACE0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5467FEFC-3110-5EE7-7B2D-A2C2C174E138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2A98A092-ED70-CB03-AAEC-1583E619C9B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499E8863-153B-5E74-9DF5-CC71B8E7890D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D528FAE1-8EA5-ECD6-DE1D-0DE90AA0C3E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29BB6C99-07BC-D279-3929-20603D1646BC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D684C777-93D7-8E9C-33BD-A289DB2012B7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643A80C5-A666-0E7E-2BC1-ECD77F2F187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5EA5B67A-6A46-F909-B9C9-F5E6FA91FBA2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345E42E3-51A6-9C0F-EC95-4C914E31616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FAC11961-D4B8-C611-BB0E-B2D4B2FCF84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F2C40847-8C0E-BB70-A139-7AECBC79500F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5B561BD4-9221-E1D0-2BD2-7CB392FC28DB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1F0AC2FF-39CA-6609-B1A9-E7AFBF84F6CF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ACAAF479-6B34-3007-21A2-1F547E8CBF12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FA03EB22-7D3F-5C0C-EB76-AEBD8C861F27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B600750E-C63B-8DF0-E861-F1A0E5729FF8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A6E290DB-7193-2AFB-ABA4-A8A8EB91C8AC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3461B18B-93D2-F5BA-A171-EB081828E89A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61757B62-9045-23B8-A65D-3D70C10B2DA3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770418AB-EE82-EDFC-0324-6F1E1BD3D007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C94C85A6-E9D5-E188-BF1E-BB3BA5153155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9204B7F8-F713-4791-1532-643EB9D7AFA2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661C7358-F5BA-B49C-8F16-5C1AB5AC6DBE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9AC31477-0F4F-37DF-2EDB-497955DFF32B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7B4FD857-51FA-9158-EF75-C57B894BD566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ECBF9F16-C047-F577-B842-C1AD490A1EE0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F444BDCB-ECFA-7E32-44CA-7D832F894492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83FDAC57-4850-1964-522B-874CCCDE3445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31F37CD9-5086-D1FD-C7C2-FDA03F2CC4BF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1B525271-DC78-EDA2-6B79-F45DEF34A4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A9B527A9-EF12-2C0A-F860-CC01EDD12C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C54A824F-A528-AB8A-641A-6AEF65E2E0D8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F268E0F5-A3DB-B86F-A429-FDA0BAAC88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70B0F55D-BACF-261B-8F3B-FDF482D207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38E5F88E-2930-1895-16CD-071A55D16A77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DC974C99-5F9F-393E-81B2-11ECFAF0D9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375D646A-9F7C-11F9-6E3D-F75C46DFE2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759FC2E2-04BF-C3BF-7B18-32B1D3039E07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E125B68E-CE36-3EF7-C409-1E0C94AD14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0468681C-B93F-58AA-37ED-9ECF22E0A7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B5B2F4DF-1AE4-0D29-8150-D617D780798D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E4A8034C-B76A-259E-BF18-49CF2849CC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CC15739B-9C11-6A5C-AB70-A5E3BA28BD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4A41CC2D-0713-27EB-185E-553F548FAADA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D7FC3087-656D-9B9A-76D8-DAAF332B3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FF5304C7-BBC3-06F9-2554-E63D5A625F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26E84CE1-CC83-B3A3-CDCA-F8F378FEA360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BE2D25DC-EB37-40F9-C4E8-6828932FC45B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D76D1C49-A423-691C-CEB8-9BBCA5F296FD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9D87A597-B6D6-7199-544A-2467AAE85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B8560C4D-850D-935E-61BE-F8523C37F6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B1665BF5-24B0-1767-7992-52996E57CD80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F9CDAE1D-0891-E4C7-3055-DBA300219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0A8BF43C-68D1-85A9-0C18-E8464E268F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3012A57E-8BDE-2BE8-C0F2-CFFA08708407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C25563D5-D710-2B37-190D-7D139FD8B3A8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028DDF5D-8EF2-F6B7-AC7D-A850B9170A6A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95141B08-E0BB-8515-5943-CEFEAF74C22A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43F64E34-7173-8596-0DDC-AB6284005B0E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37A73B38-B3B9-81F3-B299-2E305C2B8993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EE40D763-0A7B-5977-15BC-1CAB1E51B9D6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0E8F0FB1-52C0-08B5-D357-623152D7C5C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58A3C95D-6054-80EE-CF08-B900DE5E38EE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8C63CA72-92A3-3C62-2B48-5F6A7E6D3B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6843AC26-72B1-ECB6-901B-2ACD8FCE3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9C0F8131-8E8E-F06C-B9D0-A65A9EB6E02A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5C33AA5B-E7BF-689C-44EB-5F0497022F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C2241324-8171-18ED-8630-7EB2D9D1C1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DA4543CB-3027-1AA7-1BD8-D5C1F6A3A0D3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8A12445E-A209-CF0A-5651-81595B7D9F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48D79603-E4B0-4B9E-C659-8418CEC721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43EA7F29-1DE5-1ED6-CA46-46E2397465BC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B6B8495C-2F2C-B20A-370A-564ADC0F0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C48A182C-E5B3-CAF8-98D6-DF506A251C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0C875A50-4386-7C76-F30E-C4650A6B78F5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2B3A864E-323D-5E09-DBB8-7CCA95A96F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D279D4B9-E297-B1C1-B609-497073FFB7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649A93A3-0820-033A-AA30-ADCE9CB15BC9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895321A1-BD13-E0A9-E4D6-A6C1808F13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EFBCB27B-B57D-5790-6169-0D6F322B9B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0AEDFEC9-CCDC-8E4D-500C-6CDF3C0A7E88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87E66FAD-C830-5EB1-274F-CF7EF075B900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D715237E-974C-E6F0-0D97-EA4C7F7E8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E553317D-D4B1-5A3C-427C-46E37A2266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56FEA8E1-D76F-02D2-A88E-E86A9E9C82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929A73BC-3ACC-277B-E16E-565B6DB93FD3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E4369933-F0F8-3C38-3119-BF8494DBD8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832E12B4-7FB4-B0AC-40F3-CD1649680A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7F221F37-F06F-D008-A015-03E3FDC4CAD8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2F4F0CF6-1BB0-BD6E-19FB-295C864C8F3A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242D02-9A2D-4CF8-1878-0CFC8071A1EC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383CB98A-9602-AAFA-C4BF-BE322C4561F9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0F9D1F-E966-5169-49E1-54DC5ECC58F5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D4173A15-D5D1-55E8-6501-3B2374C8C919}"/>
              </a:ext>
            </a:extLst>
          </p:cNvPr>
          <p:cNvCxnSpPr>
            <a:cxnSpLocks/>
            <a:stCxn id="1146" idx="3"/>
            <a:endCxn id="1121" idx="0"/>
          </p:cNvCxnSpPr>
          <p:nvPr/>
        </p:nvCxnSpPr>
        <p:spPr>
          <a:xfrm rot="5400000" flipH="1" flipV="1">
            <a:off x="2597522" y="565687"/>
            <a:ext cx="1382199" cy="1805837"/>
          </a:xfrm>
          <a:prstGeom prst="curvedConnector5">
            <a:avLst>
              <a:gd name="adj1" fmla="val -16539"/>
              <a:gd name="adj2" fmla="val 53022"/>
              <a:gd name="adj3" fmla="val 11653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67E89E7A-6F6C-7841-E8A8-3FDB36325AE9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A53B50EF-560E-AB19-FCDA-A6AED2FCF9E8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9FBE96D-B4E0-7893-2140-BB1B53DF821A}"/>
              </a:ext>
            </a:extLst>
          </p:cNvPr>
          <p:cNvSpPr txBox="1"/>
          <p:nvPr/>
        </p:nvSpPr>
        <p:spPr>
          <a:xfrm>
            <a:off x="222140" y="17096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6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???? </a:t>
            </a:r>
            <a:r>
              <a:rPr lang="ko-KR" altLang="en-US" sz="1400" u="sng" dirty="0" err="1"/>
              <a:t>루핑이</a:t>
            </a:r>
            <a:r>
              <a:rPr lang="ko-KR" altLang="en-US" sz="1400" u="sng" dirty="0"/>
              <a:t> 도나</a:t>
            </a:r>
            <a:r>
              <a:rPr lang="en-US" altLang="ko-KR" sz="1400" u="sng" dirty="0"/>
              <a:t>????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6A613-F25A-04D8-FB04-DEDB00F64EBB}"/>
              </a:ext>
            </a:extLst>
          </p:cNvPr>
          <p:cNvSpPr txBox="1"/>
          <p:nvPr/>
        </p:nvSpPr>
        <p:spPr>
          <a:xfrm>
            <a:off x="1862449" y="1938189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75D028-9FDE-8146-1B68-818AC99A838C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=5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E1CF7F-657B-677C-E9B3-B30B397CF0C6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=4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9E8F61-69DA-C3C5-DFE5-2B13B208D3DE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790799-7200-AA4F-99F4-23E2373CBF41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A91777-E0A7-7A46-D2EF-39B2B4C0B94C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7640A-AF6A-6C04-B282-B2A04BA593E9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=3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784E50-51B8-6996-1BCB-28E3EBEF212F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956562-3973-5E3F-FB9D-62B19AD90AB0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6999EB-45C1-7A52-61A8-8365E17CF9C0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2E39DC-21F7-AFDA-F864-DFC469968FC0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2E624F67-7E7F-ECEF-A440-B5A5F48FB290}"/>
              </a:ext>
            </a:extLst>
          </p:cNvPr>
          <p:cNvSpPr/>
          <p:nvPr/>
        </p:nvSpPr>
        <p:spPr>
          <a:xfrm>
            <a:off x="8750206" y="632369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30308CCF-A23E-B058-02D5-73F1B486972B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354B3A-A996-EBF3-1442-0541EDD276E7}"/>
              </a:ext>
            </a:extLst>
          </p:cNvPr>
          <p:cNvSpPr txBox="1"/>
          <p:nvPr/>
        </p:nvSpPr>
        <p:spPr>
          <a:xfrm>
            <a:off x="1444800" y="375363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연결선: 구부러짐 70">
            <a:extLst>
              <a:ext uri="{FF2B5EF4-FFF2-40B4-BE49-F238E27FC236}">
                <a16:creationId xmlns:a16="http://schemas.microsoft.com/office/drawing/2014/main" id="{3450BA47-38BF-AFC4-4067-C025A6E74928}"/>
              </a:ext>
            </a:extLst>
          </p:cNvPr>
          <p:cNvCxnSpPr>
            <a:cxnSpLocks/>
            <a:stCxn id="1155" idx="7"/>
            <a:endCxn id="1152" idx="0"/>
          </p:cNvCxnSpPr>
          <p:nvPr/>
        </p:nvCxnSpPr>
        <p:spPr>
          <a:xfrm rot="16200000" flipH="1">
            <a:off x="2201137" y="678526"/>
            <a:ext cx="173874" cy="408743"/>
          </a:xfrm>
          <a:prstGeom prst="curvedConnector3">
            <a:avLst>
              <a:gd name="adj1" fmla="val -14340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A3EF2FC-8268-306E-4E4F-592EC6DCAD25}"/>
              </a:ext>
            </a:extLst>
          </p:cNvPr>
          <p:cNvSpPr txBox="1"/>
          <p:nvPr/>
        </p:nvSpPr>
        <p:spPr>
          <a:xfrm>
            <a:off x="1991136" y="384966"/>
            <a:ext cx="501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375A0688-4255-F47A-C5A2-90580BC15027}"/>
              </a:ext>
            </a:extLst>
          </p:cNvPr>
          <p:cNvCxnSpPr>
            <a:cxnSpLocks/>
            <a:stCxn id="1102" idx="0"/>
            <a:endCxn id="1121" idx="1"/>
          </p:cNvCxnSpPr>
          <p:nvPr/>
        </p:nvCxnSpPr>
        <p:spPr>
          <a:xfrm rot="5400000" flipH="1" flipV="1">
            <a:off x="3888349" y="648363"/>
            <a:ext cx="102693" cy="403171"/>
          </a:xfrm>
          <a:prstGeom prst="curvedConnector3">
            <a:avLst>
              <a:gd name="adj1" fmla="val 34314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70">
            <a:extLst>
              <a:ext uri="{FF2B5EF4-FFF2-40B4-BE49-F238E27FC236}">
                <a16:creationId xmlns:a16="http://schemas.microsoft.com/office/drawing/2014/main" id="{68176F9E-DA93-EB7F-5B3E-D9A72FE3E5F7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0C72571-E9A8-4351-6332-0D956212B1A1}"/>
              </a:ext>
            </a:extLst>
          </p:cNvPr>
          <p:cNvSpPr txBox="1"/>
          <p:nvPr/>
        </p:nvSpPr>
        <p:spPr>
          <a:xfrm>
            <a:off x="3795814" y="382759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71" name="TextBox 1370">
            <a:extLst>
              <a:ext uri="{FF2B5EF4-FFF2-40B4-BE49-F238E27FC236}">
                <a16:creationId xmlns:a16="http://schemas.microsoft.com/office/drawing/2014/main" id="{900ADFED-5089-1DA9-A033-FD8E9FA0C139}"/>
              </a:ext>
            </a:extLst>
          </p:cNvPr>
          <p:cNvSpPr txBox="1"/>
          <p:nvPr/>
        </p:nvSpPr>
        <p:spPr>
          <a:xfrm>
            <a:off x="1984883" y="3018463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3303A333-070F-22EE-5168-38002AFCA562}"/>
              </a:ext>
            </a:extLst>
          </p:cNvPr>
          <p:cNvCxnSpPr>
            <a:cxnSpLocks/>
            <a:stCxn id="1152" idx="7"/>
            <a:endCxn id="1150" idx="7"/>
          </p:cNvCxnSpPr>
          <p:nvPr/>
        </p:nvCxnSpPr>
        <p:spPr>
          <a:xfrm rot="16200000" flipH="1">
            <a:off x="2491872" y="1040554"/>
            <a:ext cx="310681" cy="210717"/>
          </a:xfrm>
          <a:prstGeom prst="curvedConnector3">
            <a:avLst>
              <a:gd name="adj1" fmla="val -80255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A5DFC8-A2A5-26D4-19F2-7D42DF9E37CB}"/>
              </a:ext>
            </a:extLst>
          </p:cNvPr>
          <p:cNvSpPr txBox="1"/>
          <p:nvPr/>
        </p:nvSpPr>
        <p:spPr>
          <a:xfrm>
            <a:off x="2484455" y="540892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" name="연결선: 구부러짐 70">
            <a:extLst>
              <a:ext uri="{FF2B5EF4-FFF2-40B4-BE49-F238E27FC236}">
                <a16:creationId xmlns:a16="http://schemas.microsoft.com/office/drawing/2014/main" id="{D821DB75-D083-8CCF-90DF-3C6BFE3733DD}"/>
              </a:ext>
            </a:extLst>
          </p:cNvPr>
          <p:cNvCxnSpPr>
            <a:cxnSpLocks/>
            <a:stCxn id="1121" idx="7"/>
            <a:endCxn id="1118" idx="0"/>
          </p:cNvCxnSpPr>
          <p:nvPr/>
        </p:nvCxnSpPr>
        <p:spPr>
          <a:xfrm rot="16200000" flipH="1">
            <a:off x="4361256" y="679146"/>
            <a:ext cx="176864" cy="415775"/>
          </a:xfrm>
          <a:prstGeom prst="curvedConnector3">
            <a:avLst>
              <a:gd name="adj1" fmla="val -141179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C121D50-75B2-DFB8-E45F-AA7B63C60C13}"/>
              </a:ext>
            </a:extLst>
          </p:cNvPr>
          <p:cNvSpPr txBox="1"/>
          <p:nvPr/>
        </p:nvSpPr>
        <p:spPr>
          <a:xfrm>
            <a:off x="4251330" y="387684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B1949B51-27E6-B5E9-6423-5C65E1E0FFB2}"/>
              </a:ext>
            </a:extLst>
          </p:cNvPr>
          <p:cNvCxnSpPr>
            <a:cxnSpLocks/>
            <a:stCxn id="1150" idx="6"/>
            <a:endCxn id="1148" idx="6"/>
          </p:cNvCxnSpPr>
          <p:nvPr/>
        </p:nvCxnSpPr>
        <p:spPr>
          <a:xfrm flipH="1">
            <a:off x="2749835" y="1351320"/>
            <a:ext cx="23203" cy="440161"/>
          </a:xfrm>
          <a:prstGeom prst="curvedConnector3">
            <a:avLst>
              <a:gd name="adj1" fmla="val -98521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74118FE-6A87-0B0B-757A-F687329DC260}"/>
              </a:ext>
            </a:extLst>
          </p:cNvPr>
          <p:cNvSpPr txBox="1"/>
          <p:nvPr/>
        </p:nvSpPr>
        <p:spPr>
          <a:xfrm>
            <a:off x="2908197" y="1472726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연결선: 구부러짐 70">
            <a:extLst>
              <a:ext uri="{FF2B5EF4-FFF2-40B4-BE49-F238E27FC236}">
                <a16:creationId xmlns:a16="http://schemas.microsoft.com/office/drawing/2014/main" id="{DBB0F262-5F32-3AB3-E1A3-0B52405AF3E0}"/>
              </a:ext>
            </a:extLst>
          </p:cNvPr>
          <p:cNvCxnSpPr>
            <a:cxnSpLocks/>
            <a:stCxn id="1118" idx="7"/>
            <a:endCxn id="1116" idx="6"/>
          </p:cNvCxnSpPr>
          <p:nvPr/>
        </p:nvCxnSpPr>
        <p:spPr>
          <a:xfrm rot="16200000" flipH="1">
            <a:off x="4641936" y="1062458"/>
            <a:ext cx="366955" cy="235158"/>
          </a:xfrm>
          <a:prstGeom prst="curvedConnector4">
            <a:avLst>
              <a:gd name="adj1" fmla="val -68045"/>
              <a:gd name="adj2" fmla="val 19721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CDCEECC-E781-446A-7EAC-0230C48123C8}"/>
              </a:ext>
            </a:extLst>
          </p:cNvPr>
          <p:cNvSpPr txBox="1"/>
          <p:nvPr/>
        </p:nvSpPr>
        <p:spPr>
          <a:xfrm>
            <a:off x="5014492" y="701388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1" name="연결선: 구부러짐 225">
            <a:extLst>
              <a:ext uri="{FF2B5EF4-FFF2-40B4-BE49-F238E27FC236}">
                <a16:creationId xmlns:a16="http://schemas.microsoft.com/office/drawing/2014/main" id="{8676BD26-5C4F-5385-E018-94E546477A97}"/>
              </a:ext>
            </a:extLst>
          </p:cNvPr>
          <p:cNvCxnSpPr>
            <a:cxnSpLocks/>
            <a:stCxn id="1114" idx="6"/>
            <a:endCxn id="1190" idx="0"/>
          </p:cNvCxnSpPr>
          <p:nvPr/>
        </p:nvCxnSpPr>
        <p:spPr>
          <a:xfrm flipH="1">
            <a:off x="1960579" y="1811246"/>
            <a:ext cx="2958812" cy="1343512"/>
          </a:xfrm>
          <a:prstGeom prst="curvedConnector4">
            <a:avLst>
              <a:gd name="adj1" fmla="val -7726"/>
              <a:gd name="adj2" fmla="val 5268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70">
            <a:extLst>
              <a:ext uri="{FF2B5EF4-FFF2-40B4-BE49-F238E27FC236}">
                <a16:creationId xmlns:a16="http://schemas.microsoft.com/office/drawing/2014/main" id="{D1EEAD73-1A6B-E07A-60EA-2D91C1762C55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70">
            <a:extLst>
              <a:ext uri="{FF2B5EF4-FFF2-40B4-BE49-F238E27FC236}">
                <a16:creationId xmlns:a16="http://schemas.microsoft.com/office/drawing/2014/main" id="{DFF6AA04-7240-E314-FD95-4A9333379E95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구부러짐 70">
            <a:extLst>
              <a:ext uri="{FF2B5EF4-FFF2-40B4-BE49-F238E27FC236}">
                <a16:creationId xmlns:a16="http://schemas.microsoft.com/office/drawing/2014/main" id="{DFC46442-0777-FB0F-0F9F-2A7BEBCE4A4A}"/>
              </a:ext>
            </a:extLst>
          </p:cNvPr>
          <p:cNvCxnSpPr>
            <a:cxnSpLocks/>
            <a:stCxn id="1173" idx="2"/>
            <a:endCxn id="1171" idx="2"/>
          </p:cNvCxnSpPr>
          <p:nvPr/>
        </p:nvCxnSpPr>
        <p:spPr>
          <a:xfrm rot="10800000" flipH="1">
            <a:off x="1190329" y="3373463"/>
            <a:ext cx="210301" cy="368458"/>
          </a:xfrm>
          <a:prstGeom prst="curvedConnector3">
            <a:avLst>
              <a:gd name="adj1" fmla="val -10870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연결선: 구부러짐 225">
            <a:extLst>
              <a:ext uri="{FF2B5EF4-FFF2-40B4-BE49-F238E27FC236}">
                <a16:creationId xmlns:a16="http://schemas.microsoft.com/office/drawing/2014/main" id="{1306C874-1D48-903C-51EF-05159D6B1DD1}"/>
              </a:ext>
            </a:extLst>
          </p:cNvPr>
          <p:cNvCxnSpPr>
            <a:cxnSpLocks/>
            <a:stCxn id="1190" idx="7"/>
            <a:endCxn id="1228" idx="0"/>
          </p:cNvCxnSpPr>
          <p:nvPr/>
        </p:nvCxnSpPr>
        <p:spPr>
          <a:xfrm rot="16200000" flipH="1">
            <a:off x="5323600" y="-138317"/>
            <a:ext cx="3969" cy="6631476"/>
          </a:xfrm>
          <a:prstGeom prst="curvedConnector3">
            <a:avLst>
              <a:gd name="adj1" fmla="val -628065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연결선: 구부러짐 70">
            <a:extLst>
              <a:ext uri="{FF2B5EF4-FFF2-40B4-BE49-F238E27FC236}">
                <a16:creationId xmlns:a16="http://schemas.microsoft.com/office/drawing/2014/main" id="{0FA0B44F-E79B-79D9-C888-A624D05250EC}"/>
              </a:ext>
            </a:extLst>
          </p:cNvPr>
          <p:cNvCxnSpPr>
            <a:cxnSpLocks/>
            <a:stCxn id="1228" idx="4"/>
            <a:endCxn id="1229" idx="7"/>
          </p:cNvCxnSpPr>
          <p:nvPr/>
        </p:nvCxnSpPr>
        <p:spPr>
          <a:xfrm rot="5400000">
            <a:off x="7881373" y="3697106"/>
            <a:ext cx="1136447" cy="383455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연결선: 구부러짐 70">
            <a:extLst>
              <a:ext uri="{FF2B5EF4-FFF2-40B4-BE49-F238E27FC236}">
                <a16:creationId xmlns:a16="http://schemas.microsoft.com/office/drawing/2014/main" id="{987CB9F0-5454-FD60-D0B6-5BA69984F776}"/>
              </a:ext>
            </a:extLst>
          </p:cNvPr>
          <p:cNvCxnSpPr>
            <a:cxnSpLocks/>
            <a:stCxn id="1229" idx="3"/>
            <a:endCxn id="1213" idx="2"/>
          </p:cNvCxnSpPr>
          <p:nvPr/>
        </p:nvCxnSpPr>
        <p:spPr>
          <a:xfrm rot="5400000" flipH="1">
            <a:off x="7807121" y="4301688"/>
            <a:ext cx="408646" cy="199421"/>
          </a:xfrm>
          <a:prstGeom prst="curvedConnector4">
            <a:avLst>
              <a:gd name="adj1" fmla="val -28667"/>
              <a:gd name="adj2" fmla="val 21463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연결선: 구부러짐 225">
            <a:extLst>
              <a:ext uri="{FF2B5EF4-FFF2-40B4-BE49-F238E27FC236}">
                <a16:creationId xmlns:a16="http://schemas.microsoft.com/office/drawing/2014/main" id="{10A1B6E4-FCB2-A175-BEE2-3B94DB90F4EB}"/>
              </a:ext>
            </a:extLst>
          </p:cNvPr>
          <p:cNvCxnSpPr>
            <a:cxnSpLocks/>
            <a:stCxn id="1211" idx="2"/>
            <a:endCxn id="1338" idx="0"/>
          </p:cNvCxnSpPr>
          <p:nvPr/>
        </p:nvCxnSpPr>
        <p:spPr>
          <a:xfrm rot="10800000">
            <a:off x="6481310" y="3199598"/>
            <a:ext cx="1389764" cy="566973"/>
          </a:xfrm>
          <a:prstGeom prst="curvedConnector4">
            <a:avLst>
              <a:gd name="adj1" fmla="val 47493"/>
              <a:gd name="adj2" fmla="val 14031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3" name="TextBox 1362">
            <a:extLst>
              <a:ext uri="{FF2B5EF4-FFF2-40B4-BE49-F238E27FC236}">
                <a16:creationId xmlns:a16="http://schemas.microsoft.com/office/drawing/2014/main" id="{F6196D96-8F4E-2CF5-1208-6600CBD95852}"/>
              </a:ext>
            </a:extLst>
          </p:cNvPr>
          <p:cNvSpPr txBox="1"/>
          <p:nvPr/>
        </p:nvSpPr>
        <p:spPr>
          <a:xfrm>
            <a:off x="595220" y="3915756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F1EF518A-2AFB-DFF8-B3A7-F5630EDDA5FB}"/>
              </a:ext>
            </a:extLst>
          </p:cNvPr>
          <p:cNvSpPr txBox="1"/>
          <p:nvPr/>
        </p:nvSpPr>
        <p:spPr>
          <a:xfrm>
            <a:off x="7337067" y="4451032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6" name="TextBox 1365">
            <a:extLst>
              <a:ext uri="{FF2B5EF4-FFF2-40B4-BE49-F238E27FC236}">
                <a16:creationId xmlns:a16="http://schemas.microsoft.com/office/drawing/2014/main" id="{F3CBB5CD-B4B8-44A4-BD16-3472E8071242}"/>
              </a:ext>
            </a:extLst>
          </p:cNvPr>
          <p:cNvSpPr txBox="1"/>
          <p:nvPr/>
        </p:nvSpPr>
        <p:spPr>
          <a:xfrm>
            <a:off x="695986" y="3328975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7" name="TextBox 1366">
            <a:extLst>
              <a:ext uri="{FF2B5EF4-FFF2-40B4-BE49-F238E27FC236}">
                <a16:creationId xmlns:a16="http://schemas.microsoft.com/office/drawing/2014/main" id="{82A86994-E5EC-D01C-4988-258DADC679FD}"/>
              </a:ext>
            </a:extLst>
          </p:cNvPr>
          <p:cNvSpPr txBox="1"/>
          <p:nvPr/>
        </p:nvSpPr>
        <p:spPr>
          <a:xfrm>
            <a:off x="4916949" y="1880848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3E4F2D69-6E29-4520-D3DC-8FDA25469F2B}"/>
              </a:ext>
            </a:extLst>
          </p:cNvPr>
          <p:cNvSpPr txBox="1"/>
          <p:nvPr/>
        </p:nvSpPr>
        <p:spPr>
          <a:xfrm>
            <a:off x="7658537" y="350067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3E29F292-D572-64B9-024F-F02196B87C6C}"/>
              </a:ext>
            </a:extLst>
          </p:cNvPr>
          <p:cNvCxnSpPr>
            <a:cxnSpLocks/>
            <a:stCxn id="1148" idx="6"/>
            <a:endCxn id="1146" idx="5"/>
          </p:cNvCxnSpPr>
          <p:nvPr/>
        </p:nvCxnSpPr>
        <p:spPr>
          <a:xfrm flipH="1">
            <a:off x="2535010" y="1791481"/>
            <a:ext cx="214825" cy="368224"/>
          </a:xfrm>
          <a:prstGeom prst="curvedConnector4">
            <a:avLst>
              <a:gd name="adj1" fmla="val -106412"/>
              <a:gd name="adj2" fmla="val 133215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DA4FC73-0FC9-10F6-44D3-4C66F6CC324B}"/>
              </a:ext>
            </a:extLst>
          </p:cNvPr>
          <p:cNvSpPr txBox="1"/>
          <p:nvPr/>
        </p:nvSpPr>
        <p:spPr>
          <a:xfrm>
            <a:off x="2889119" y="1858222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SKIP5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4" name="연결선: 구부러짐 70">
            <a:extLst>
              <a:ext uri="{FF2B5EF4-FFF2-40B4-BE49-F238E27FC236}">
                <a16:creationId xmlns:a16="http://schemas.microsoft.com/office/drawing/2014/main" id="{83B0805A-3AB1-DD68-2960-45FAE500296A}"/>
              </a:ext>
            </a:extLst>
          </p:cNvPr>
          <p:cNvCxnSpPr>
            <a:cxnSpLocks/>
            <a:stCxn id="1116" idx="6"/>
            <a:endCxn id="1114" idx="6"/>
          </p:cNvCxnSpPr>
          <p:nvPr/>
        </p:nvCxnSpPr>
        <p:spPr>
          <a:xfrm flipH="1">
            <a:off x="4919391" y="1363515"/>
            <a:ext cx="23602" cy="447731"/>
          </a:xfrm>
          <a:prstGeom prst="curvedConnector3">
            <a:avLst>
              <a:gd name="adj1" fmla="val -96856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D8C6FC7-2DED-23DF-1D44-4EB937EA1E8D}"/>
              </a:ext>
            </a:extLst>
          </p:cNvPr>
          <p:cNvSpPr txBox="1"/>
          <p:nvPr/>
        </p:nvSpPr>
        <p:spPr>
          <a:xfrm>
            <a:off x="5080525" y="1514460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6" name="연결선: 구부러짐 70">
            <a:extLst>
              <a:ext uri="{FF2B5EF4-FFF2-40B4-BE49-F238E27FC236}">
                <a16:creationId xmlns:a16="http://schemas.microsoft.com/office/drawing/2014/main" id="{4BF8C408-4D34-9D06-4DAD-AC36A66394ED}"/>
              </a:ext>
            </a:extLst>
          </p:cNvPr>
          <p:cNvCxnSpPr>
            <a:cxnSpLocks/>
            <a:stCxn id="1171" idx="1"/>
            <a:endCxn id="1190" idx="1"/>
          </p:cNvCxnSpPr>
          <p:nvPr/>
        </p:nvCxnSpPr>
        <p:spPr>
          <a:xfrm rot="5400000" flipH="1" flipV="1">
            <a:off x="1609317" y="2997137"/>
            <a:ext cx="123693" cy="480294"/>
          </a:xfrm>
          <a:prstGeom prst="curvedConnector3">
            <a:avLst>
              <a:gd name="adj1" fmla="val 30153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6A1EA72-2F79-6EFA-232C-35D720606E04}"/>
              </a:ext>
            </a:extLst>
          </p:cNvPr>
          <p:cNvSpPr txBox="1"/>
          <p:nvPr/>
        </p:nvSpPr>
        <p:spPr>
          <a:xfrm>
            <a:off x="1281522" y="2766095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8" name="연결선: 구부러짐 70">
            <a:extLst>
              <a:ext uri="{FF2B5EF4-FFF2-40B4-BE49-F238E27FC236}">
                <a16:creationId xmlns:a16="http://schemas.microsoft.com/office/drawing/2014/main" id="{40E280CA-75F5-AED9-C145-4C56081BF8EC}"/>
              </a:ext>
            </a:extLst>
          </p:cNvPr>
          <p:cNvCxnSpPr>
            <a:cxnSpLocks/>
            <a:stCxn id="1213" idx="2"/>
            <a:endCxn id="1211" idx="2"/>
          </p:cNvCxnSpPr>
          <p:nvPr/>
        </p:nvCxnSpPr>
        <p:spPr>
          <a:xfrm rot="10800000">
            <a:off x="7871075" y="3766571"/>
            <a:ext cx="40659" cy="430505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TextBox 1344">
            <a:extLst>
              <a:ext uri="{FF2B5EF4-FFF2-40B4-BE49-F238E27FC236}">
                <a16:creationId xmlns:a16="http://schemas.microsoft.com/office/drawing/2014/main" id="{E87CB5FA-0A3C-9181-CFED-E98DB72206A9}"/>
              </a:ext>
            </a:extLst>
          </p:cNvPr>
          <p:cNvSpPr txBox="1"/>
          <p:nvPr/>
        </p:nvSpPr>
        <p:spPr>
          <a:xfrm>
            <a:off x="7312507" y="3882287"/>
            <a:ext cx="501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346" name="연결선: 구부러짐 70">
            <a:extLst>
              <a:ext uri="{FF2B5EF4-FFF2-40B4-BE49-F238E27FC236}">
                <a16:creationId xmlns:a16="http://schemas.microsoft.com/office/drawing/2014/main" id="{C3FCB5F4-9E13-3E20-3897-B1613760918A}"/>
              </a:ext>
            </a:extLst>
          </p:cNvPr>
          <p:cNvCxnSpPr>
            <a:cxnSpLocks/>
            <a:stCxn id="1338" idx="4"/>
            <a:endCxn id="1323" idx="6"/>
          </p:cNvCxnSpPr>
          <p:nvPr/>
        </p:nvCxnSpPr>
        <p:spPr>
          <a:xfrm rot="5400000">
            <a:off x="6266329" y="3203320"/>
            <a:ext cx="77501" cy="352463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연결선: 구부러짐 225">
            <a:extLst>
              <a:ext uri="{FF2B5EF4-FFF2-40B4-BE49-F238E27FC236}">
                <a16:creationId xmlns:a16="http://schemas.microsoft.com/office/drawing/2014/main" id="{C7A97887-EF7E-5883-F7D7-1EB4C38B4A6A}"/>
              </a:ext>
            </a:extLst>
          </p:cNvPr>
          <p:cNvCxnSpPr>
            <a:cxnSpLocks/>
            <a:stCxn id="1323" idx="2"/>
            <a:endCxn id="1359" idx="0"/>
          </p:cNvCxnSpPr>
          <p:nvPr/>
        </p:nvCxnSpPr>
        <p:spPr>
          <a:xfrm rot="10800000" flipV="1">
            <a:off x="1980873" y="3418302"/>
            <a:ext cx="3940490" cy="1690608"/>
          </a:xfrm>
          <a:prstGeom prst="curvedConnector2">
            <a:avLst/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6" name="그룹 1355">
            <a:extLst>
              <a:ext uri="{FF2B5EF4-FFF2-40B4-BE49-F238E27FC236}">
                <a16:creationId xmlns:a16="http://schemas.microsoft.com/office/drawing/2014/main" id="{98F97862-5DAE-1675-F354-FB5851DA5A6A}"/>
              </a:ext>
            </a:extLst>
          </p:cNvPr>
          <p:cNvGrpSpPr/>
          <p:nvPr/>
        </p:nvGrpSpPr>
        <p:grpSpPr>
          <a:xfrm>
            <a:off x="1208107" y="5108910"/>
            <a:ext cx="1552762" cy="1698417"/>
            <a:chOff x="385074" y="2077312"/>
            <a:chExt cx="2210633" cy="2417997"/>
          </a:xfrm>
        </p:grpSpPr>
        <p:sp>
          <p:nvSpPr>
            <p:cNvPr id="1358" name="타원 1357">
              <a:extLst>
                <a:ext uri="{FF2B5EF4-FFF2-40B4-BE49-F238E27FC236}">
                  <a16:creationId xmlns:a16="http://schemas.microsoft.com/office/drawing/2014/main" id="{A86677DC-5541-69C5-21D0-F4F50EB1CC55}"/>
                </a:ext>
              </a:extLst>
            </p:cNvPr>
            <p:cNvSpPr/>
            <p:nvPr/>
          </p:nvSpPr>
          <p:spPr>
            <a:xfrm>
              <a:off x="481999" y="2172941"/>
              <a:ext cx="1979176" cy="199321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600" b="1">
                <a:solidFill>
                  <a:schemeClr val="tx1"/>
                </a:solidFill>
              </a:endParaRPr>
            </a:p>
          </p:txBody>
        </p:sp>
        <p:sp>
          <p:nvSpPr>
            <p:cNvPr id="1359" name="타원 1358">
              <a:extLst>
                <a:ext uri="{FF2B5EF4-FFF2-40B4-BE49-F238E27FC236}">
                  <a16:creationId xmlns:a16="http://schemas.microsoft.com/office/drawing/2014/main" id="{22BBA54C-061D-1908-10AD-EB0FBC669379}"/>
                </a:ext>
              </a:extLst>
            </p:cNvPr>
            <p:cNvSpPr/>
            <p:nvPr/>
          </p:nvSpPr>
          <p:spPr>
            <a:xfrm>
              <a:off x="1386048" y="2077312"/>
              <a:ext cx="198391" cy="201029"/>
            </a:xfrm>
            <a:prstGeom prst="ellipse">
              <a:avLst/>
            </a:prstGeom>
            <a:solidFill>
              <a:srgbClr val="A3DBFF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754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361" name="그룹 1360">
              <a:extLst>
                <a:ext uri="{FF2B5EF4-FFF2-40B4-BE49-F238E27FC236}">
                  <a16:creationId xmlns:a16="http://schemas.microsoft.com/office/drawing/2014/main" id="{E0EC183B-80A1-AFF8-3802-BCEFE18D49F8}"/>
                </a:ext>
              </a:extLst>
            </p:cNvPr>
            <p:cNvGrpSpPr/>
            <p:nvPr/>
          </p:nvGrpSpPr>
          <p:grpSpPr>
            <a:xfrm>
              <a:off x="2036439" y="2353581"/>
              <a:ext cx="298592" cy="430488"/>
              <a:chOff x="4208423" y="1448069"/>
              <a:chExt cx="298592" cy="430488"/>
            </a:xfrm>
          </p:grpSpPr>
          <p:sp>
            <p:nvSpPr>
              <p:cNvPr id="1394" name="타원 1393">
                <a:extLst>
                  <a:ext uri="{FF2B5EF4-FFF2-40B4-BE49-F238E27FC236}">
                    <a16:creationId xmlns:a16="http://schemas.microsoft.com/office/drawing/2014/main" id="{6E5291FE-B583-DEE9-C937-781FD4664944}"/>
                  </a:ext>
                </a:extLst>
              </p:cNvPr>
              <p:cNvSpPr/>
              <p:nvPr/>
            </p:nvSpPr>
            <p:spPr>
              <a:xfrm>
                <a:off x="4208423" y="1448069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5" name="TextBox 1394">
                <a:extLst>
                  <a:ext uri="{FF2B5EF4-FFF2-40B4-BE49-F238E27FC236}">
                    <a16:creationId xmlns:a16="http://schemas.microsoft.com/office/drawing/2014/main" id="{8D4FE243-02BE-1F4E-5B78-3A3E69ED4996}"/>
                  </a:ext>
                </a:extLst>
              </p:cNvPr>
              <p:cNvSpPr txBox="1"/>
              <p:nvPr/>
            </p:nvSpPr>
            <p:spPr>
              <a:xfrm>
                <a:off x="4244019" y="1615652"/>
                <a:ext cx="262996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</p:grpSp>
        <p:grpSp>
          <p:nvGrpSpPr>
            <p:cNvPr id="1362" name="그룹 1361">
              <a:extLst>
                <a:ext uri="{FF2B5EF4-FFF2-40B4-BE49-F238E27FC236}">
                  <a16:creationId xmlns:a16="http://schemas.microsoft.com/office/drawing/2014/main" id="{9AA80841-7F10-6EA0-0689-C9012BC59026}"/>
                </a:ext>
              </a:extLst>
            </p:cNvPr>
            <p:cNvGrpSpPr/>
            <p:nvPr/>
          </p:nvGrpSpPr>
          <p:grpSpPr>
            <a:xfrm>
              <a:off x="2332711" y="2794621"/>
              <a:ext cx="262996" cy="438599"/>
              <a:chOff x="4504695" y="1889109"/>
              <a:chExt cx="262996" cy="438599"/>
            </a:xfrm>
          </p:grpSpPr>
          <p:sp>
            <p:nvSpPr>
              <p:cNvPr id="1392" name="타원 1391">
                <a:extLst>
                  <a:ext uri="{FF2B5EF4-FFF2-40B4-BE49-F238E27FC236}">
                    <a16:creationId xmlns:a16="http://schemas.microsoft.com/office/drawing/2014/main" id="{66DDEC27-599E-6C58-DADE-BEABC608BCC8}"/>
                  </a:ext>
                </a:extLst>
              </p:cNvPr>
              <p:cNvSpPr/>
              <p:nvPr/>
            </p:nvSpPr>
            <p:spPr>
              <a:xfrm>
                <a:off x="4507553" y="1889109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3" name="TextBox 1392">
                <a:extLst>
                  <a:ext uri="{FF2B5EF4-FFF2-40B4-BE49-F238E27FC236}">
                    <a16:creationId xmlns:a16="http://schemas.microsoft.com/office/drawing/2014/main" id="{16F2F559-5DA3-8C73-9CCB-8C61D705BCE5}"/>
                  </a:ext>
                </a:extLst>
              </p:cNvPr>
              <p:cNvSpPr txBox="1"/>
              <p:nvPr/>
            </p:nvSpPr>
            <p:spPr>
              <a:xfrm>
                <a:off x="4504695" y="2064803"/>
                <a:ext cx="262996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</p:grpSp>
        <p:grpSp>
          <p:nvGrpSpPr>
            <p:cNvPr id="1365" name="그룹 1364">
              <a:extLst>
                <a:ext uri="{FF2B5EF4-FFF2-40B4-BE49-F238E27FC236}">
                  <a16:creationId xmlns:a16="http://schemas.microsoft.com/office/drawing/2014/main" id="{0CD01218-ACBF-AA18-8C19-EF6A841A1DBA}"/>
                </a:ext>
              </a:extLst>
            </p:cNvPr>
            <p:cNvGrpSpPr/>
            <p:nvPr/>
          </p:nvGrpSpPr>
          <p:grpSpPr>
            <a:xfrm>
              <a:off x="2257618" y="3419469"/>
              <a:ext cx="262996" cy="431992"/>
              <a:chOff x="4429602" y="2513957"/>
              <a:chExt cx="262996" cy="431992"/>
            </a:xfrm>
          </p:grpSpPr>
          <p:sp>
            <p:nvSpPr>
              <p:cNvPr id="1390" name="타원 1389">
                <a:extLst>
                  <a:ext uri="{FF2B5EF4-FFF2-40B4-BE49-F238E27FC236}">
                    <a16:creationId xmlns:a16="http://schemas.microsoft.com/office/drawing/2014/main" id="{86C785AD-AA8A-612D-0D8A-B993F6C5167F}"/>
                  </a:ext>
                </a:extLst>
              </p:cNvPr>
              <p:cNvSpPr/>
              <p:nvPr/>
            </p:nvSpPr>
            <p:spPr>
              <a:xfrm>
                <a:off x="4474615" y="2513957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1" name="TextBox 1390">
                <a:extLst>
                  <a:ext uri="{FF2B5EF4-FFF2-40B4-BE49-F238E27FC236}">
                    <a16:creationId xmlns:a16="http://schemas.microsoft.com/office/drawing/2014/main" id="{0C902E36-DB47-8AFB-6E82-2E5073AA8D76}"/>
                  </a:ext>
                </a:extLst>
              </p:cNvPr>
              <p:cNvSpPr txBox="1"/>
              <p:nvPr/>
            </p:nvSpPr>
            <p:spPr>
              <a:xfrm>
                <a:off x="4429602" y="2683044"/>
                <a:ext cx="262996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</p:grpSp>
        <p:grpSp>
          <p:nvGrpSpPr>
            <p:cNvPr id="1370" name="그룹 1369">
              <a:extLst>
                <a:ext uri="{FF2B5EF4-FFF2-40B4-BE49-F238E27FC236}">
                  <a16:creationId xmlns:a16="http://schemas.microsoft.com/office/drawing/2014/main" id="{9794F852-94F7-FB57-321F-ADDB622164C7}"/>
                </a:ext>
              </a:extLst>
            </p:cNvPr>
            <p:cNvGrpSpPr/>
            <p:nvPr/>
          </p:nvGrpSpPr>
          <p:grpSpPr>
            <a:xfrm>
              <a:off x="1947214" y="3836418"/>
              <a:ext cx="262997" cy="423776"/>
              <a:chOff x="4119198" y="2930906"/>
              <a:chExt cx="262997" cy="423776"/>
            </a:xfrm>
          </p:grpSpPr>
          <p:sp>
            <p:nvSpPr>
              <p:cNvPr id="1388" name="타원 1387">
                <a:extLst>
                  <a:ext uri="{FF2B5EF4-FFF2-40B4-BE49-F238E27FC236}">
                    <a16:creationId xmlns:a16="http://schemas.microsoft.com/office/drawing/2014/main" id="{E80212AD-85B4-7DD2-8E32-00C3701E37BF}"/>
                  </a:ext>
                </a:extLst>
              </p:cNvPr>
              <p:cNvSpPr/>
              <p:nvPr/>
            </p:nvSpPr>
            <p:spPr>
              <a:xfrm>
                <a:off x="4157525" y="2930906"/>
                <a:ext cx="209078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9" name="TextBox 1388">
                <a:extLst>
                  <a:ext uri="{FF2B5EF4-FFF2-40B4-BE49-F238E27FC236}">
                    <a16:creationId xmlns:a16="http://schemas.microsoft.com/office/drawing/2014/main" id="{BF7B300F-F794-E19C-8771-6FBBF27DE101}"/>
                  </a:ext>
                </a:extLst>
              </p:cNvPr>
              <p:cNvSpPr txBox="1"/>
              <p:nvPr/>
            </p:nvSpPr>
            <p:spPr>
              <a:xfrm>
                <a:off x="4119198" y="3091777"/>
                <a:ext cx="262997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en-US" altLang="ko-KR" dirty="0"/>
              </a:p>
            </p:txBody>
          </p:sp>
        </p:grpSp>
        <p:grpSp>
          <p:nvGrpSpPr>
            <p:cNvPr id="1372" name="그룹 1371">
              <a:extLst>
                <a:ext uri="{FF2B5EF4-FFF2-40B4-BE49-F238E27FC236}">
                  <a16:creationId xmlns:a16="http://schemas.microsoft.com/office/drawing/2014/main" id="{66905D06-F1F9-FA3A-EE14-13F49A6C1BD5}"/>
                </a:ext>
              </a:extLst>
            </p:cNvPr>
            <p:cNvGrpSpPr/>
            <p:nvPr/>
          </p:nvGrpSpPr>
          <p:grpSpPr>
            <a:xfrm>
              <a:off x="1308786" y="4068248"/>
              <a:ext cx="262996" cy="427061"/>
              <a:chOff x="3480770" y="3162736"/>
              <a:chExt cx="262996" cy="427061"/>
            </a:xfrm>
          </p:grpSpPr>
          <p:sp>
            <p:nvSpPr>
              <p:cNvPr id="1386" name="타원 1385">
                <a:extLst>
                  <a:ext uri="{FF2B5EF4-FFF2-40B4-BE49-F238E27FC236}">
                    <a16:creationId xmlns:a16="http://schemas.microsoft.com/office/drawing/2014/main" id="{DE3615B0-3B5F-7594-0750-36F4909626A6}"/>
                  </a:ext>
                </a:extLst>
              </p:cNvPr>
              <p:cNvSpPr/>
              <p:nvPr/>
            </p:nvSpPr>
            <p:spPr>
              <a:xfrm>
                <a:off x="3532045" y="3162736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7" name="TextBox 1386">
                <a:extLst>
                  <a:ext uri="{FF2B5EF4-FFF2-40B4-BE49-F238E27FC236}">
                    <a16:creationId xmlns:a16="http://schemas.microsoft.com/office/drawing/2014/main" id="{D3B1A09F-064D-1014-3386-705E045FB322}"/>
                  </a:ext>
                </a:extLst>
              </p:cNvPr>
              <p:cNvSpPr txBox="1"/>
              <p:nvPr/>
            </p:nvSpPr>
            <p:spPr>
              <a:xfrm>
                <a:off x="3480770" y="3326892"/>
                <a:ext cx="262996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</p:grpSp>
        <p:grpSp>
          <p:nvGrpSpPr>
            <p:cNvPr id="1373" name="그룹 1372">
              <a:extLst>
                <a:ext uri="{FF2B5EF4-FFF2-40B4-BE49-F238E27FC236}">
                  <a16:creationId xmlns:a16="http://schemas.microsoft.com/office/drawing/2014/main" id="{282BA060-D29A-3AE9-B302-7A509BE497C0}"/>
                </a:ext>
              </a:extLst>
            </p:cNvPr>
            <p:cNvGrpSpPr/>
            <p:nvPr/>
          </p:nvGrpSpPr>
          <p:grpSpPr>
            <a:xfrm>
              <a:off x="660613" y="3878206"/>
              <a:ext cx="269153" cy="434168"/>
              <a:chOff x="2832597" y="2972694"/>
              <a:chExt cx="269153" cy="434168"/>
            </a:xfrm>
          </p:grpSpPr>
          <p:sp>
            <p:nvSpPr>
              <p:cNvPr id="1384" name="타원 1383">
                <a:extLst>
                  <a:ext uri="{FF2B5EF4-FFF2-40B4-BE49-F238E27FC236}">
                    <a16:creationId xmlns:a16="http://schemas.microsoft.com/office/drawing/2014/main" id="{0EF284EA-CB05-5C78-E6D5-E6B8D14B565B}"/>
                  </a:ext>
                </a:extLst>
              </p:cNvPr>
              <p:cNvSpPr/>
              <p:nvPr/>
            </p:nvSpPr>
            <p:spPr>
              <a:xfrm>
                <a:off x="2903360" y="2972694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754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5" name="TextBox 1384">
                <a:extLst>
                  <a:ext uri="{FF2B5EF4-FFF2-40B4-BE49-F238E27FC236}">
                    <a16:creationId xmlns:a16="http://schemas.microsoft.com/office/drawing/2014/main" id="{444F230B-935E-6BFA-117D-41F631099B73}"/>
                  </a:ext>
                </a:extLst>
              </p:cNvPr>
              <p:cNvSpPr txBox="1"/>
              <p:nvPr/>
            </p:nvSpPr>
            <p:spPr>
              <a:xfrm>
                <a:off x="2832597" y="3143957"/>
                <a:ext cx="262996" cy="2629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en-US" altLang="ko-KR" dirty="0"/>
              </a:p>
            </p:txBody>
          </p:sp>
        </p:grpSp>
        <p:grpSp>
          <p:nvGrpSpPr>
            <p:cNvPr id="1374" name="그룹 1373">
              <a:extLst>
                <a:ext uri="{FF2B5EF4-FFF2-40B4-BE49-F238E27FC236}">
                  <a16:creationId xmlns:a16="http://schemas.microsoft.com/office/drawing/2014/main" id="{02715A5D-4EE3-6C6F-E0C9-83037309ED0D}"/>
                </a:ext>
              </a:extLst>
            </p:cNvPr>
            <p:cNvGrpSpPr/>
            <p:nvPr/>
          </p:nvGrpSpPr>
          <p:grpSpPr>
            <a:xfrm>
              <a:off x="446543" y="3376482"/>
              <a:ext cx="1356886" cy="476867"/>
              <a:chOff x="2618527" y="2470970"/>
              <a:chExt cx="1356886" cy="476867"/>
            </a:xfrm>
          </p:grpSpPr>
          <p:sp>
            <p:nvSpPr>
              <p:cNvPr id="1382" name="타원 1381">
                <a:extLst>
                  <a:ext uri="{FF2B5EF4-FFF2-40B4-BE49-F238E27FC236}">
                    <a16:creationId xmlns:a16="http://schemas.microsoft.com/office/drawing/2014/main" id="{97296572-D3E4-BBC7-5DE2-6613B16516BC}"/>
                  </a:ext>
                </a:extLst>
              </p:cNvPr>
              <p:cNvSpPr/>
              <p:nvPr/>
            </p:nvSpPr>
            <p:spPr>
              <a:xfrm>
                <a:off x="2618527" y="2470970"/>
                <a:ext cx="295390" cy="299322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rPr>
                  <a:t>754</a:t>
                </a:r>
                <a:endParaRPr lang="ko-KR" altLang="en-US" sz="800" b="1" dirty="0">
                  <a:solidFill>
                    <a:srgbClr val="ED0000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383" name="TextBox 1382">
                <a:extLst>
                  <a:ext uri="{FF2B5EF4-FFF2-40B4-BE49-F238E27FC236}">
                    <a16:creationId xmlns:a16="http://schemas.microsoft.com/office/drawing/2014/main" id="{15E604C5-1247-EAE6-287F-9F2AB116A09E}"/>
                  </a:ext>
                </a:extLst>
              </p:cNvPr>
              <p:cNvSpPr txBox="1"/>
              <p:nvPr/>
            </p:nvSpPr>
            <p:spPr>
              <a:xfrm>
                <a:off x="2754000" y="2663023"/>
                <a:ext cx="1221413" cy="28481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sz="700" dirty="0"/>
                  <a:t>127.0.0.1 : 5008</a:t>
                </a:r>
              </a:p>
            </p:txBody>
          </p:sp>
        </p:grpSp>
        <p:grpSp>
          <p:nvGrpSpPr>
            <p:cNvPr id="1375" name="그룹 1374">
              <a:extLst>
                <a:ext uri="{FF2B5EF4-FFF2-40B4-BE49-F238E27FC236}">
                  <a16:creationId xmlns:a16="http://schemas.microsoft.com/office/drawing/2014/main" id="{9C1C7536-4E8E-D675-771D-79F004DD490B}"/>
                </a:ext>
              </a:extLst>
            </p:cNvPr>
            <p:cNvGrpSpPr/>
            <p:nvPr/>
          </p:nvGrpSpPr>
          <p:grpSpPr>
            <a:xfrm>
              <a:off x="385074" y="2763583"/>
              <a:ext cx="1221413" cy="560112"/>
              <a:chOff x="2557058" y="1858071"/>
              <a:chExt cx="1221413" cy="560112"/>
            </a:xfrm>
          </p:grpSpPr>
          <p:sp>
            <p:nvSpPr>
              <p:cNvPr id="1380" name="타원 1379">
                <a:extLst>
                  <a:ext uri="{FF2B5EF4-FFF2-40B4-BE49-F238E27FC236}">
                    <a16:creationId xmlns:a16="http://schemas.microsoft.com/office/drawing/2014/main" id="{B95C8ED9-F353-E405-D545-395525751DEE}"/>
                  </a:ext>
                </a:extLst>
              </p:cNvPr>
              <p:cNvSpPr/>
              <p:nvPr/>
            </p:nvSpPr>
            <p:spPr>
              <a:xfrm>
                <a:off x="2560641" y="1858071"/>
                <a:ext cx="295390" cy="2993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910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1" name="TextBox 1380">
                <a:extLst>
                  <a:ext uri="{FF2B5EF4-FFF2-40B4-BE49-F238E27FC236}">
                    <a16:creationId xmlns:a16="http://schemas.microsoft.com/office/drawing/2014/main" id="{289CB164-C372-4F38-5A66-6A5070D4B50E}"/>
                  </a:ext>
                </a:extLst>
              </p:cNvPr>
              <p:cNvSpPr txBox="1"/>
              <p:nvPr/>
            </p:nvSpPr>
            <p:spPr>
              <a:xfrm>
                <a:off x="2557058" y="2133369"/>
                <a:ext cx="1221413" cy="28481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sz="700" dirty="0"/>
                  <a:t>127.0.0.1 : 5003</a:t>
                </a:r>
              </a:p>
            </p:txBody>
          </p:sp>
        </p:grpSp>
        <p:grpSp>
          <p:nvGrpSpPr>
            <p:cNvPr id="1377" name="그룹 1376">
              <a:extLst>
                <a:ext uri="{FF2B5EF4-FFF2-40B4-BE49-F238E27FC236}">
                  <a16:creationId xmlns:a16="http://schemas.microsoft.com/office/drawing/2014/main" id="{7F2CD6BB-2B41-AD19-FEAF-BB5D5E278939}"/>
                </a:ext>
              </a:extLst>
            </p:cNvPr>
            <p:cNvGrpSpPr/>
            <p:nvPr/>
          </p:nvGrpSpPr>
          <p:grpSpPr>
            <a:xfrm>
              <a:off x="598146" y="2239016"/>
              <a:ext cx="1221413" cy="582761"/>
              <a:chOff x="2770130" y="1333504"/>
              <a:chExt cx="1221413" cy="582761"/>
            </a:xfrm>
          </p:grpSpPr>
          <p:sp>
            <p:nvSpPr>
              <p:cNvPr id="1378" name="타원 1377">
                <a:extLst>
                  <a:ext uri="{FF2B5EF4-FFF2-40B4-BE49-F238E27FC236}">
                    <a16:creationId xmlns:a16="http://schemas.microsoft.com/office/drawing/2014/main" id="{DEACECD7-58AC-7AC2-CAAF-EBDA81113944}"/>
                  </a:ext>
                </a:extLst>
              </p:cNvPr>
              <p:cNvSpPr/>
              <p:nvPr/>
            </p:nvSpPr>
            <p:spPr>
              <a:xfrm>
                <a:off x="2860043" y="1333504"/>
                <a:ext cx="295390" cy="29932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145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9" name="TextBox 1378">
                <a:extLst>
                  <a:ext uri="{FF2B5EF4-FFF2-40B4-BE49-F238E27FC236}">
                    <a16:creationId xmlns:a16="http://schemas.microsoft.com/office/drawing/2014/main" id="{DFA6B11B-3314-7B20-3C90-F72C553A0C1F}"/>
                  </a:ext>
                </a:extLst>
              </p:cNvPr>
              <p:cNvSpPr txBox="1"/>
              <p:nvPr/>
            </p:nvSpPr>
            <p:spPr>
              <a:xfrm>
                <a:off x="2770130" y="1631452"/>
                <a:ext cx="1221413" cy="28481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sz="700" dirty="0"/>
                  <a:t>127.0.0.1 : 5006</a:t>
                </a:r>
              </a:p>
            </p:txBody>
          </p:sp>
        </p:grpSp>
      </p:grpSp>
      <p:cxnSp>
        <p:nvCxnSpPr>
          <p:cNvPr id="1396" name="연결선: 구부러짐 70">
            <a:extLst>
              <a:ext uri="{FF2B5EF4-FFF2-40B4-BE49-F238E27FC236}">
                <a16:creationId xmlns:a16="http://schemas.microsoft.com/office/drawing/2014/main" id="{C26E0B85-2173-190B-1F88-79722115D3CD}"/>
              </a:ext>
            </a:extLst>
          </p:cNvPr>
          <p:cNvCxnSpPr>
            <a:cxnSpLocks/>
            <a:stCxn id="1382" idx="2"/>
            <a:endCxn id="1380" idx="2"/>
          </p:cNvCxnSpPr>
          <p:nvPr/>
        </p:nvCxnSpPr>
        <p:spPr>
          <a:xfrm rot="10800000">
            <a:off x="1210625" y="5696073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TextBox 1396">
            <a:extLst>
              <a:ext uri="{FF2B5EF4-FFF2-40B4-BE49-F238E27FC236}">
                <a16:creationId xmlns:a16="http://schemas.microsoft.com/office/drawing/2014/main" id="{9E2B4688-A981-66F1-1C01-0E8747BC6279}"/>
              </a:ext>
            </a:extLst>
          </p:cNvPr>
          <p:cNvSpPr txBox="1"/>
          <p:nvPr/>
        </p:nvSpPr>
        <p:spPr>
          <a:xfrm>
            <a:off x="848386" y="3481375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398" name="연결선: 구부러짐 70">
            <a:extLst>
              <a:ext uri="{FF2B5EF4-FFF2-40B4-BE49-F238E27FC236}">
                <a16:creationId xmlns:a16="http://schemas.microsoft.com/office/drawing/2014/main" id="{2E024E07-89CA-1A54-DE7A-2984B2E00C67}"/>
              </a:ext>
            </a:extLst>
          </p:cNvPr>
          <p:cNvCxnSpPr>
            <a:cxnSpLocks/>
            <a:stCxn id="1378" idx="1"/>
            <a:endCxn id="1359" idx="1"/>
          </p:cNvCxnSpPr>
          <p:nvPr/>
        </p:nvCxnSpPr>
        <p:spPr>
          <a:xfrm rot="5400000" flipH="1" flipV="1">
            <a:off x="1629611" y="4951289"/>
            <a:ext cx="123693" cy="480294"/>
          </a:xfrm>
          <a:prstGeom prst="curvedConnector3">
            <a:avLst>
              <a:gd name="adj1" fmla="val 30153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9" name="TextBox 1398">
            <a:extLst>
              <a:ext uri="{FF2B5EF4-FFF2-40B4-BE49-F238E27FC236}">
                <a16:creationId xmlns:a16="http://schemas.microsoft.com/office/drawing/2014/main" id="{BBF92C38-5DC1-A8BF-1998-0966BFCD5D03}"/>
              </a:ext>
            </a:extLst>
          </p:cNvPr>
          <p:cNvSpPr txBox="1"/>
          <p:nvPr/>
        </p:nvSpPr>
        <p:spPr>
          <a:xfrm>
            <a:off x="1433922" y="2918495"/>
            <a:ext cx="552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01" name="연결선: 구부러짐 70">
            <a:extLst>
              <a:ext uri="{FF2B5EF4-FFF2-40B4-BE49-F238E27FC236}">
                <a16:creationId xmlns:a16="http://schemas.microsoft.com/office/drawing/2014/main" id="{44207E68-966E-92F1-9D33-F1920D4DCFA4}"/>
              </a:ext>
            </a:extLst>
          </p:cNvPr>
          <p:cNvCxnSpPr>
            <a:cxnSpLocks/>
            <a:stCxn id="1380" idx="2"/>
            <a:endCxn id="1378" idx="2"/>
          </p:cNvCxnSpPr>
          <p:nvPr/>
        </p:nvCxnSpPr>
        <p:spPr>
          <a:xfrm rot="10800000" flipH="1">
            <a:off x="1210623" y="5327615"/>
            <a:ext cx="210301" cy="368458"/>
          </a:xfrm>
          <a:prstGeom prst="curvedConnector3">
            <a:avLst>
              <a:gd name="adj1" fmla="val -10870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TextBox 1403">
            <a:extLst>
              <a:ext uri="{FF2B5EF4-FFF2-40B4-BE49-F238E27FC236}">
                <a16:creationId xmlns:a16="http://schemas.microsoft.com/office/drawing/2014/main" id="{8A0AE910-7B21-BDFF-C866-DDA5AF7E3DCE}"/>
              </a:ext>
            </a:extLst>
          </p:cNvPr>
          <p:cNvSpPr txBox="1"/>
          <p:nvPr/>
        </p:nvSpPr>
        <p:spPr>
          <a:xfrm>
            <a:off x="1096529" y="665274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=4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05" name="연결선: 구부러짐 70">
            <a:extLst>
              <a:ext uri="{FF2B5EF4-FFF2-40B4-BE49-F238E27FC236}">
                <a16:creationId xmlns:a16="http://schemas.microsoft.com/office/drawing/2014/main" id="{B2075C4A-E073-7995-3139-77E0569FA9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82011" y="5103689"/>
            <a:ext cx="123693" cy="480294"/>
          </a:xfrm>
          <a:prstGeom prst="curvedConnector3">
            <a:avLst>
              <a:gd name="adj1" fmla="val 30153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56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90F9-F348-0C04-75BF-4373FEA4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4BB65B31-ABF2-9C75-EFEE-980BE6F62119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F709A06C-1BB1-2E29-8114-4BFB454B101E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AAF95176-B9AC-373E-003D-83DBD624B98E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44043F68-BA81-D9A4-27FF-31E937C1A85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F240EB33-5C5C-B3E7-A6DA-3FBDF2D5BD4B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F50A0C49-9617-AE91-52A8-7F584C8DF1CA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FA2E44E1-7503-A662-73EB-E4B0CED850D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EE166C41-E516-8CDB-9987-33BE524E1A9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123C31C6-47FB-A413-F58B-1AC19805F7F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A12235DB-2F17-EA60-2A52-31AFDED3530C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3BD289F2-E340-EEFA-94DE-F84FAEA63FD0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E99B35EB-8AAB-B1FB-2536-AA4C458EAB4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92435679-CD9D-467A-8640-F1DBCDED0D9F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00B6C180-4DA7-8A51-72A2-15F63B822DF3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3F9C6EA6-99DF-A07E-E0E6-4CDB0150D50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9E30C778-0503-BBF9-5D0A-8C62F1D90A9D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95B2107F-EBC6-CD66-FDB7-9F2A9DC23B98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3542C184-C0F5-8CFD-4545-09788732F050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33F2257D-193F-ADE3-8FBC-8CF914330586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178B128A-74BD-3C79-78DE-05C7F3659DEF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B0472DC2-58B7-2046-BA5B-945E29313B11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6C00C29E-1D53-4BD0-BFDC-55BF33120886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023CEC44-9CDD-2D3F-8262-4DC7F2C0A8D7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DFBA2208-9176-8D0E-6E39-6AEF9463314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6F73B6A9-EB81-C65F-6FDB-583DE1E8756A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E1B6D7A1-FCC4-FCB7-2A5F-534C4D6238EF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98D0B892-C955-D7D4-1692-A64337F93F66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8D732F4C-5C88-69B4-8AAB-C83F306FFEC6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B0D849F2-1EF5-8D63-C0BD-18D795D1EC0C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7B59127B-B073-1318-1EA2-5C9C3B44C7D9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2B80722D-F5FC-FD00-00E6-7844BAA20C39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B408E684-2244-CFEC-BAF0-F3C26917B36E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859E1A70-49D0-1CC7-4922-06971DCAE24B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1F83594F-047B-45C8-5FC2-85C08D065273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415302EF-1907-D3EA-C29D-4C6E79B92799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34022ED0-F343-950A-8F65-380D23C76A83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028219AA-0C8B-C197-26A4-CA94A5A15719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15FF647A-D86C-0147-8097-EFB162902C37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4E4A1B8E-F50E-32E2-7692-9FB0DEEB3739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EE14A726-240C-28E5-0297-51D44D0FBEB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0DC2F16D-7FEF-0002-655F-97E3C4A2B27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B256FB60-B6D0-376B-6AB6-1FB2F5958F88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296127C1-9176-7C46-F9D9-403DD5DE00C5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329EA452-F246-E9C3-5EB0-DEC70F757A5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A001D399-EE08-0426-AAA5-B7ECA93BD27E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5B00422C-0302-61DB-0EBF-78E9317D5EFA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58EDEA24-DDB4-6D06-95AA-681C8E97D454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54839449-7648-BEC7-DC9B-CE75BF8E5275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1ED4C6D9-8C16-ECFC-1F4A-2365222AA12F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E463F01E-C59D-DC0E-B7D5-6808AAB58351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5A945871-12AA-AC44-FBC3-296D0E0C9B7B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D69225FE-113E-F715-9108-2229F127BEBE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1BEBC586-7682-9914-5A82-BE69A0CF155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ABC0F03C-F46F-D951-EE65-8264E35E96B9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68CEF6EE-163A-FB0E-2D08-30AB59237FFE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5FA5EE36-190C-7E8F-0FD4-49A9E3EFF010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49EB12FF-A822-717E-FD7A-B9469ADCFB08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748F663A-3BFA-EE9D-5023-314FB4705984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3B26F6A0-02B2-1414-CCCD-21DEC77D19A4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63D15787-29CE-25CB-BF5D-6AD81179A9B7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BA26E668-148C-D22E-B40F-4E078AEBB517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72860983-851C-5AFE-ECE3-5C42A7F9BA10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0C551A18-645C-DC9E-914C-6A2B44E9B4B3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F12BF34E-6269-17F3-02B8-8A50B61CD3CA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278A7008-5402-1A44-D90F-CDEAC95E4C0C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4949868B-075E-1F95-F7ED-F25E2E6D19C2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219AE020-A2CD-5034-A35E-82C99ED0894A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3B416047-C965-FB6A-0DB9-DA66D06F13E3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51C151F5-A152-DCCC-7013-184AD66D4298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1FB7D1F9-1D35-A706-9A12-E258DE3A5C4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71C781A-126E-2458-3D51-B369DF877A65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B70A0FA5-6135-C255-0718-8B9195932CC3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D5CF5557-4D9D-5826-26E3-DBDB373CD29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67B19B2B-3326-BF56-BA07-9B921F62343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DF68BB0B-41D5-F610-EBEF-E7F9E56BF56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64D9C3ED-23FF-E971-DF6E-B72A650B1980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D3762B80-A539-218D-6C61-02E1AC0994AF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71B66550-779A-7FC0-EA7D-16E6749A70B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35166B9A-EB83-532E-1F36-66D6A2AB42A3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DA31EFBE-FF46-5786-7793-BA5F45A33848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C2CE85EA-6639-6A88-670E-26FAAC87F85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3F41C030-8491-20F6-8FCB-01BF8EBAF5F4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2005CC4A-020A-33EF-7693-E59A173035C8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39BD944C-989D-D241-0A40-5C868E69D018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F9E79B08-2251-9A5E-B411-3DC9653AE8F7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7035D586-44E2-3DD2-3BAF-FD864CB714C3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A2EF080F-F965-C044-DD20-642BBA1BCD62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63FA7F20-C6C6-4C6C-6BDF-33BB13DC4DEC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A37FD8CD-1E1D-8DE6-2093-C5C3682BC7E4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022A512B-3AF5-4318-3C25-690CC57B649A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F62267E5-F6F9-62DF-F407-720125222306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27372BA7-9D5C-FCA1-B3C2-52548E0CFA3B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3ADE9412-3828-A74D-493A-3B941E5683E7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E722D8BD-AD70-5730-0CB5-2AF50B9466EA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CA93DA38-7DBC-FDDC-AB9F-868501FDB8BF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5F82E903-027B-8E76-0DE5-CE4D661E23E1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542B52A8-E301-6835-AC0E-EFC863CCBD5A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7E7BEB04-9049-F466-FBCF-BECF61F599EC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1518D0D5-D2B5-896C-A999-C0BB6090CA62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9AEC9D6A-7FBB-54E5-E112-B6CD7EACE473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AAA92853-606C-911F-45CD-E15D3F877925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C7A7B362-E294-F63C-04E9-14607445A0A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F27BD9F0-AA23-2C39-C603-ABDE9240DF38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B18BC552-F8F2-F785-B18E-CD47A3B6D3EA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99C3EF3D-9A19-B7C0-ECAC-EF34DA887CCE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D2890DC0-BC10-CE81-F4C8-70A572890E8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A4857F9B-4BE9-DBE8-A2F1-B97B5A105FA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54345660-90CD-DDA8-575C-3F5D9756456F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19ED8918-C263-952B-C8F3-4E3C355049FB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F3C64F3A-E7F9-FE14-E8B8-62E0B9C2BAF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915F71C3-A136-078B-3F91-DF38746FC142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794D231A-BDBC-4AB4-828C-265D8457A816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5ED3F290-4700-0AE2-CCAD-ABB51BF5B00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FD6744E8-6441-3B73-FBE9-A5352DBC7477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F56B9196-E9FE-FE7D-2221-8719756D3DAF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1909F6CA-3BD3-EA65-CDBD-5CAF2647174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0BEAAC4D-998D-A5E0-0771-5DBD80342141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1D4D5C60-084D-C072-7058-ED1DC652C522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2C7F67CB-11AF-EADD-128D-0659C173A0C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07C08101-7EAF-EFFB-83ED-627C0B8201DF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5F5CEC14-D15B-0ED9-FB9E-2593CA5C4801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A487D16B-6D47-8D7C-79CA-16B1F9A97A30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3392D4C7-5577-2B7D-3494-DEE68E486BCB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9591D926-88BB-D6D9-AA8E-A417EAE01EB3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07FF6137-E63F-2E7D-B498-16A08E740FB6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7417085E-7280-A4A8-6A88-CBD316B36190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4B4E8D15-586B-E36D-03C4-6405B2563E7F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05978207-B08A-9447-1CF3-6D1285A57E13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3421ACD-53C1-6FCE-1AB5-FA3208E15D44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906DE9F6-782A-6752-3AD3-C9BF887AA4F4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6C936F55-10CA-8ABD-1930-C50289122D85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D7215A12-5A48-7D71-4111-0419585ACD78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0000CDF9-A730-27E1-7CDB-C818CCDFB497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FBFF2CB0-38AF-1F0E-21DC-0D9082B5C113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5712940E-CFC1-CA03-CFF2-2FD9BCA1590A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9BE3325F-C6B8-2E0F-8D2E-902439790CF9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E4A003AF-1EEF-F3CA-451C-A04D1F2B99B4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ED411EB9-B9A2-31C4-241B-6E1770B79A5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C6C9008D-5AD1-860B-FB7A-C4C39B259676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1B836843-D59B-8B96-699B-5348EED207B2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0035D5B3-9936-4B7D-7013-F2F4972E51BB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B1995576-971A-993D-B187-68A380DD104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39542D6E-CF8C-86B7-E913-2B4A5BF0249B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78EC1F8E-02FB-593D-6FD3-8C860E37F466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2430C66C-0353-02CD-D05E-27EE207B304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E6167A18-8051-2DF1-9AF3-39578DEE6D3C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20C8E263-274E-A7D8-FB1F-3D5ABD5C05CE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31C879F5-69C2-AEFB-8447-AF9F908C5E4B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C29E40EF-448D-AE76-EB7F-72FEF02B3C8D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5A1DB4DC-7049-CA37-722C-681445AD9DD2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EADFA113-23DD-1030-FEF6-26E5E8AC93E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11460EFA-08E1-C9D6-125D-CCBEEB5DE98F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F06F8FF2-1B35-F288-E0FF-B4D2FD58368B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A5866D34-7087-9A53-62BF-2C2490D7229B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113DA129-F031-54B5-26F5-264F473E1414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4AA3738C-4140-4B8F-3704-227A33F2AD46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77CB7C1-D787-A146-0CC4-0DFB3E1473F5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AE056517-80B0-DC1D-412B-2291514A6293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E18186AE-7CAB-AA31-1945-8D61E405C234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21E4E40D-BD38-64F6-B076-843E729BBDDF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5C9B708F-B026-FFFF-DC7C-D16BB464F106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469CB338-4E73-CD5A-4582-EF01301CB47D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B3FF0D9A-E66F-102D-388F-1CB52458699F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92BAF88C-7A4D-6417-EEAC-E7594E8C7B4B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B0FE4852-EE3A-752C-0F66-44D3D8814C48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0E1A4B1C-0D34-A69E-18F8-C41792F5359B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822B6E18-7862-4171-8A47-4F27346BE1CE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76AAB1F5-B90F-802C-DEB8-9CE1DCD226C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E7B2B95A-CE9B-E285-71C9-7F8AC948F9DF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2D023422-6195-CE14-3AEE-2AA0B5C2B369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CD808880-D121-640D-F966-CC3DE5429C4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AD19C95C-25AB-E339-FC84-0921458B836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88BD4470-EDAE-B2DA-6502-1FBEA8928F4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0C020D27-A31C-0423-741D-B85363B0605F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A925E0FB-FFCD-4927-9FE7-A10BEFFD6525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CA0D876E-F876-2221-B589-14F82240772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6F06552E-542C-41CE-F3CA-2BBA8BA8DF43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147343C6-88A3-0E42-52CE-882ED18A5B80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EC5C9FCB-2E86-3889-769B-3667266B27F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0336AD53-3DE8-FA3D-02C3-699FA0594F01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994296A1-B2A4-3B02-2DCB-DF8A070E9F66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DF2B0A92-5D0C-E41E-8C67-9B38C13912E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3672E413-CC98-9F73-BF8B-ADBBBD5E3512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C376FD11-A034-E4E7-4C9D-80BC51DC8185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DE84B047-A538-F219-0845-BB039C3AD1A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9111F519-1FE8-C2E3-F957-C42FEC0EDE50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7137FB68-09E6-5B37-A9DF-B1E6A2A8204B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53C49E1D-D3E9-6E74-AD2E-1028AF60D29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F9B7C7B0-8DC5-195D-09A7-212D153D5841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6E2C2C76-FB52-FA84-B97B-FB497BC73C19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C901880B-5D8D-6664-496A-BD61804BFDED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B1F3EB34-89BB-A049-5DE8-4E19CEBE9DCA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B8C52D02-0861-2330-DC8B-79B2F82E0899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E91F3A6F-F22C-960F-F041-2D21669E4C85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ADE254DB-81FE-5950-A301-8F17B1C5E7E6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355DDCE3-82A8-35EE-2134-45161A471231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2DC1B268-5681-7EC9-2565-06745E9C9DE3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58DA4698-3DA0-00FE-A3F4-363E08065A98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FB1F82C8-CD0D-B2C0-BD1A-23741CBE2FE2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08A3791E-3057-8FF2-3A0D-5CA095E3D85D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B1ED4E72-360E-0F8E-D399-5BBDA5815F67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76C50B3F-36C7-3723-944A-D04BCDBF8833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D3B80CDB-BED5-32CD-B960-B4D9CE493D6E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0B7D78A2-CF79-93D3-B93C-3D3D6EA3322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4D896D38-6C5B-DD1A-572C-9B3A8DFC015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532F6158-23EC-245D-293D-5E48FEE968E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26BFA4A4-70DD-64C8-45EF-D32B9AF0C53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DC5D4871-34AF-06F7-614E-2D864B05E78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45BCB1CA-2EBB-990B-23FE-3BAA7ED8BD7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3B89C3B8-4261-1722-185F-17B04E466366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CB75B859-026C-AC25-E6D6-F12A23CA2E7A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80272B41-08EA-7FD1-8A5D-B8CA873C5BEB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1D91989A-4AD4-3ED8-B16E-7A4FDB0E4A4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D3BE5AEE-22E7-0A4E-514E-0BCF33BA6877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7FBC9275-83F9-8031-C248-3039B1752837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DECEE3AB-0B4D-2C5E-905E-B7ADB872D0C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08BABF6F-BE5C-6467-E52B-B79CDCA6874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03D2972C-4CEA-F9BF-F5FB-27B598D4A366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F765DE43-878C-FBC0-AE5D-D5A00769551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8C79BDE7-B427-4FF7-DE9A-ED726E6D84E8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5CD48C9C-176F-7E1C-22D3-3C7DFDEB404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EA794F8E-516E-8123-8FC1-9656C9DAF499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CEA3F694-194C-A48A-515C-37C34B8FA94D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DD038A6C-CAE6-9001-5FCC-0F8119FE3C5C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A025A16B-75C8-5F6A-9B5D-A014EFF1A928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10F11179-080B-3390-D83D-74248DB0520B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1C8167D5-A61E-EA4B-E780-FCCE73E2055D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97017DB7-D845-3B6C-3B97-8C733E9FDF91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B20A5659-CE50-932D-A3BC-0CF97188AD7D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E45EDF87-304C-0DD2-1A40-0865A9487051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D8C16870-2E04-048E-4F45-D4CA67490BFA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A1677C31-7940-3CE5-1FE5-34411FCCC2FA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30087BCB-394F-AC3F-153C-ADDA31556144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7A4EC7F2-A128-9838-253A-6ABAC86676D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918534EB-C65B-8477-DA4A-69C7EF685A72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5E0E6D10-1026-2639-E1A7-C9F77893B02B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1D866BEB-6B18-A75A-0A56-F18427232440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67F1629F-E53B-EA02-C61D-90CECB2BD197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B9C0696E-5A3A-ED90-526F-4EADC54AC04D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1C3738BE-1ED4-BD3C-5292-16BF2C4A1AF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24F68CE3-07A2-08D4-3E78-06C96DE1AA91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BB3AFBE8-313C-94BA-C4FB-4D98B142E2E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74710C58-43B9-2F7F-EE14-D3072D21377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4048595C-D960-3DEE-6AEE-709253EB161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AD1F122E-1E85-8EA0-AD17-F2340174E8E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5118F8E3-D244-944C-F1D2-AC7A27B4BFD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E50DC51F-D32D-BB7E-2F07-D665B5C1D2F2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004F5CF6-8F39-B7F8-A9D2-1C85602D1F6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D5C824F1-350D-44E3-1A42-6B5F11A9C3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EDAA71D0-1BFD-DA21-A62C-DB0D64ACF935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F67D64F5-21C8-DDA9-46AC-74D6CC39B34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E3DD1835-DCB1-E0ED-8F1F-6390D7D98C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106A2C8E-5F5C-5FE4-6999-3AE7C248D235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40364702-EC60-BE4F-2C1E-641A6B91E91B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FD9D6662-98A5-0A14-4A55-CE3E5BBD558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3621CD21-C023-D50E-66E8-422B3DC48AD4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5611C4FD-7976-2401-35C2-A3A2C79B1B9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50646CE1-9AAB-6720-67F8-8AE83E9F75D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66DFC03D-A91A-AF6E-DB91-841521C075B5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3CFC01C4-B170-FB79-0433-961B131C6DDA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584062D3-BDA3-BF44-91C4-4611197BA757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25F9851C-6188-D64A-C2E4-7211D6FE7891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ED76255B-E38E-C8CA-BAA4-D6B87EDB6194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EC050769-7483-15A9-E193-6253E89F52C7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FDA2BB3C-D5F8-2911-9913-22929755EF89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DEB40C59-E68F-0141-F899-11C0F337BDE7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21D231FA-4D80-AFCD-6C55-4054327F73BF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30EE50F8-779D-8401-375A-D04914529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3F52139F-182F-7AAA-E5CA-6F753FD11FAD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8E62912B-7E67-4CB1-C21E-D695E1595809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351A6195-AAD9-BD2C-FA3A-DC43DB54A09E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58A0D3FB-391C-F022-2486-C9BCD23F1C6D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AF689D5E-0A24-7613-57B8-A30A17141833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67B7CB2C-ECA2-EECB-4B30-C89ADE90BE08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01389DB8-342A-6A58-72B1-20D1EF799775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F69BA457-8FE5-19FB-347E-16F6AFB98C7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FED19232-6C79-9EE8-E073-2EE3E3B61D56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935327B7-4EDB-FCA7-6E4A-A37F261A8D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4B847343-D726-6B8F-D62B-E83FAB0E6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A497E695-0A48-8C3F-8A2F-3967F0409EFD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547811B7-D57B-9252-2277-8D7B260A2D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3206F61C-DDAD-98FB-6357-BF37B4FA46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84B2EA66-4B84-9652-EA73-3CCF67093051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D518AA2F-7738-6685-4EA3-D5D2049201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F68FBF43-F751-194A-8400-122782E631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9147BEA2-A643-B95F-6B4D-43D34526D237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A16263EB-BFAA-81DC-BA3C-AC0FDE87F0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D84A1E57-045F-C2BE-AE84-246CD02A88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0B878CD0-E070-DECC-A1DE-569908585CBB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E9CBAF53-A980-9CEE-765E-F773268C56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C55A3563-42E0-A46C-05BA-8CAD163FCF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C30C6584-96AA-6EBE-1692-AABEAA98CD27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30CE4BFA-F3DC-2034-9428-44E1085BC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4787DAC2-E20B-DCA2-2B1D-69C07AC8A9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3BACB5A2-3B7C-9330-068F-0F29F1F278F3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B89528D9-E6C5-A9C1-DB27-DCD55C53CBAD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E0309702-E020-FA93-51CA-5A86DBE69474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23381DC6-86D7-7E79-E9F9-164A2C459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C550E8BA-FF61-24B0-B280-7BBD1142B3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80B5A488-146A-59E5-5AE8-F52FEB04030E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758A5FA7-16C1-5510-962E-CCC4C0C88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78D08B98-5CB6-EEFE-427B-565003CADD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9B793CFC-60EA-1EF0-A1F2-A38DB9C287CA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B3CDC614-A709-6C19-7B33-99A7192976D0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F8B894D7-B528-1636-6626-804DD872D21F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5E175353-125C-CE8E-0B7A-F8B2A3C23F89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C125742B-DE00-04A5-DA34-0859C4F0C094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B1D61202-6F02-A19F-6877-91FF08725B2C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CAEA3217-392E-F6C5-C112-5B78E1B2155F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D96CD216-4A66-700B-4BE5-E3F524D25FB3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BDD917BD-D4F2-F9E1-A43F-4E7BFEB207F0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2344CDEA-044C-225B-1C26-3F29AB28CA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3469B325-B1F6-1D3E-4416-91820120C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2560DA6A-C940-6DF3-9A99-D5381CB8A668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0CC268F5-4BF6-E912-0D34-B645F7032E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7510683E-163B-EDF9-548C-14FD54D125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F9A6C6B2-CDAD-F79F-275B-79CC27AFE37B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0500EA23-2301-6B1F-6624-EA0ECDA800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6E39B96C-B22D-8232-39F4-C80655850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08E71780-1D04-937E-9C50-36D7FCDD6CE5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78F7B004-D113-A709-4DEE-FF4DA2C8B2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519AFE03-D8E5-057A-38BA-7D63954BA4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6A98991C-1F03-2BC4-F540-0D7DBB04A170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B451A799-7D1D-6497-B3C2-85571BAB49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86C0B59F-7E98-1858-3A74-F7DF2336D8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5A8BAC60-9D04-AF2D-82A2-1B5928E1ED9B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C4F58A04-3A27-9331-BED9-98C9E100C9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1E2CA2F3-2BFC-6705-4CDC-BFE550EEFC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E04CDEDE-5F16-8AF7-5A75-BD76242C6273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2C066F27-F5F2-65F3-FB08-5A2BA6A60004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0D6CD52A-D996-B977-8E6C-52818CB443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62199340-9F1E-E5A6-7DC3-D3C6B1B87B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5759B437-8CDE-8897-8C3F-74A40D6BD6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4FF71931-4EB8-85AC-677B-946C6403B64E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6F295147-AB0D-7852-AC44-D08880A415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B76E2E7B-044A-73AA-2413-9078B5012B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913BAF1E-C34F-5A29-059F-6E2C62415C6B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981C92B4-7F35-66E1-8F81-E9FFC1F595E3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0EB4181-B1B5-106A-7536-684A7D887CC8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6AB42F4C-7F44-2C4C-DFB5-DDD794235A92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486226-AF56-8EF9-011D-4A5A0E3BB21C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7B7A998F-CA84-BEDF-EB77-F622ACA224D7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6A6255D4-7C7D-1FF3-4D09-48C1D5BB9BEB}"/>
              </a:ext>
            </a:extLst>
          </p:cNvPr>
          <p:cNvCxnSpPr>
            <a:cxnSpLocks/>
            <a:stCxn id="1136" idx="0"/>
            <a:endCxn id="1263" idx="1"/>
          </p:cNvCxnSpPr>
          <p:nvPr/>
        </p:nvCxnSpPr>
        <p:spPr>
          <a:xfrm rot="5400000" flipH="1" flipV="1">
            <a:off x="3910738" y="-1580015"/>
            <a:ext cx="103390" cy="4828382"/>
          </a:xfrm>
          <a:prstGeom prst="curvedConnector3">
            <a:avLst>
              <a:gd name="adj1" fmla="val 3411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8BDA052A-D550-CC50-18B3-69992F5B8FCB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2B6ED2EF-8A20-5DB9-0ED7-538CE5E2F758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DD4475C-9A3D-C979-E58D-BE867BB42E19}"/>
              </a:ext>
            </a:extLst>
          </p:cNvPr>
          <p:cNvSpPr txBox="1"/>
          <p:nvPr/>
        </p:nvSpPr>
        <p:spPr>
          <a:xfrm>
            <a:off x="197270" y="2650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1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A62EE-600F-CE70-C020-7F9049F5F50C}"/>
              </a:ext>
            </a:extLst>
          </p:cNvPr>
          <p:cNvSpPr txBox="1"/>
          <p:nvPr/>
        </p:nvSpPr>
        <p:spPr>
          <a:xfrm>
            <a:off x="1319306" y="69293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8E4669-30E2-988A-F96E-7992BEC392F7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1521E5-7319-FDBA-53FB-55C0504158BC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B7620-BAF4-0B42-5AC1-52E791A322AD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AF150F-7471-9568-0906-44E5C2215637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00E04B-9753-696E-0918-C77D60F70F41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F3105E-7600-3047-013B-3612C28D22C1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D506F0-814B-0709-FF01-99944DED39BB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B7AE6A-FC89-7F91-F014-EA9A4B76FA0C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AA9977-4415-6947-2BF2-1CEFDAC36144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C783D3-656C-C6AD-C0CA-F99A41D89240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20D343BB-C62B-B210-8399-AD734A8C9650}"/>
              </a:ext>
            </a:extLst>
          </p:cNvPr>
          <p:cNvSpPr/>
          <p:nvPr/>
        </p:nvSpPr>
        <p:spPr>
          <a:xfrm>
            <a:off x="8771758" y="606012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EDD59D89-8269-6288-A41A-5ACBD99C1643}"/>
              </a:ext>
            </a:extLst>
          </p:cNvPr>
          <p:cNvCxnSpPr>
            <a:cxnSpLocks/>
            <a:endCxn id="1302" idx="0"/>
          </p:cNvCxnSpPr>
          <p:nvPr/>
        </p:nvCxnSpPr>
        <p:spPr>
          <a:xfrm flipV="1">
            <a:off x="6506402" y="722598"/>
            <a:ext cx="2217125" cy="1524061"/>
          </a:xfrm>
          <a:prstGeom prst="curvedConnector4">
            <a:avLst>
              <a:gd name="adj1" fmla="val 48429"/>
              <a:gd name="adj2" fmla="val 11499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0D6A97-A924-5312-8CF5-DE47FD471783}"/>
              </a:ext>
            </a:extLst>
          </p:cNvPr>
          <p:cNvSpPr txBox="1"/>
          <p:nvPr/>
        </p:nvSpPr>
        <p:spPr>
          <a:xfrm>
            <a:off x="5772144" y="219354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01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E0548-5336-5843-CA9F-462FC210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31C1BB60-4CB5-5556-7E62-0E0FBEEC4891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122DACF9-4A29-1231-796B-DF959CD74789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A4AED2A-5921-44A7-F723-843C718CF818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CCA2796F-17BF-00AB-B641-B4473522611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722779BF-40A9-87D1-628C-219EBC618AE2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16FA56AD-2BC0-1C45-425C-F5143BED6225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953C8FF0-B21C-F54D-D369-AE9BD8CAE04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83E1476A-412B-6879-9560-2B5A0AAF658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F0020EF6-2BC9-1A7C-321D-41519491A34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DC540D2B-D299-C32D-760F-34F5EBDE1738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53823950-57F5-F79F-A3B2-384E7CC1BC1C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54659468-2498-D40A-E3D0-4705B4B99F8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8C0B1407-2330-129D-724C-3ABCFE157E5D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13553440-745C-70D6-79A6-F830EF473336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EAC441BC-D3ED-0F45-F2B4-4A65C04C67E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BF062A11-4F58-DBDC-B30A-94768520255D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72739CA0-FCD5-DCC4-11A6-E14B2937B849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402645B0-BB89-1AA8-64A7-B9A4CDAD4782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C0851A53-16AE-C55A-F9EA-0184E92D6925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1C271337-AF74-CB0D-05E9-26776E520549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E87B9BBB-975A-B13A-1390-E587F7FE8D1F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A4518948-9EA4-D4E2-7501-30A490008CEB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29DF40EC-C2C0-DB03-7757-3D2A9F7E1FE5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C3B463F1-7F9A-9DB8-7658-2C77623643D3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49F35CF1-E027-7DE0-7B0F-21BDA4781F3A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47CA986B-2AC3-46EA-854A-0883045764A7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4606F19A-0B9A-31D2-7269-3C5CB111DBFF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4243799B-ED4F-C8DD-EA91-EFBD597923CD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AEB00B30-E46E-54AC-5EBC-3BA1D4098FBC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C49B64B4-5B46-04E2-BB4E-A3DD791AA9E2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7CB55119-EA8B-A0F9-D21B-85FDD426B1EB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DF3249C9-8BF1-0D9D-7D12-948C1DB57446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6E860B03-00E6-4ABA-FDE3-3FFDB85C6853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DA060486-8448-C018-49B5-F6AA916DDE16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8E96F7F7-E5E4-2DFE-C0D7-E3FDABBCE498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B7C720CB-08C5-110C-54AF-00E456D87046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E83BE842-5E8F-DBC7-C755-BD8159DEE8FE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00836347-AD0E-5209-B5A6-B7DA5F26BEB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D8FA9600-3523-4B80-6204-730C27D2F84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8A81DBB7-4A12-7476-680B-04B3704110A0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62FDBCDA-C399-A977-3FBB-4FE4B80BA33C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9ECB8F92-DF2E-E8FE-BC75-6AAB020366E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4BA197DD-DBFD-1E57-BBC3-437C5018C1D4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2DD30E8B-6DCE-C37D-468A-7D66E2BCDA54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83C42E14-157C-7BAB-C983-16483EB78B6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48C0F85C-CCB8-7211-16B8-0C2CF7BBF000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1C1C1463-2ECA-DF73-4AA4-A274D24574C7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E907B8D5-80D7-3C7C-E7E8-216B0B6B216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8A4BE6D4-18E8-4728-7E80-2F836985B264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1AE34210-64FF-405C-9B27-54CA461AD62D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983A9B0F-DF38-D909-558D-D4A099E6377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600EF009-0D9B-F9F1-E4FA-5FFB3D7B2BA9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F50F94AD-C225-32CF-27D8-646635136BEC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E8085A62-1E22-C6E8-E13A-FB51F1FFF00F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14EA102C-BA6F-24C2-F853-EBB691CFF4A5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4E53876C-C5AE-2556-AAD5-68DFFBCB4B39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10CC3A29-4A83-025D-0F51-F5F7E3CCCC47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3ECB45E9-FE93-6D98-B2DF-43D6CB39B818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DC64DA0E-93CE-B2C3-B7FE-2697E8FF9971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81ED6370-3274-CBD1-0188-A9962A3C5D69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8E7D92A1-2D1A-E7FB-EDAB-F7D00403A5D4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7A9A6EEF-C3F9-02FF-1602-5045D624120E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D65ADB9C-D293-4D49-D1EC-009B132552E3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93441F31-D1F0-7971-410C-AAF8DB64CC55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8E6BF03C-389E-419B-8D18-048B4A5DBF06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3AF096BE-C6A7-6EA5-12FF-5784AE8068BF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0F9122FA-C131-2716-D410-A2EDA0CB771B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04F8046E-324C-A3E1-D2C9-7012BA11502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3851DE04-7004-E720-3407-9DA77316B08D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984B825A-53BE-8680-0747-870ADADBD62F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25D404D0-590F-C083-4220-EAE80F4EDB39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8228888A-FD03-4E2A-D1CB-F99904146C2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272EC436-AED5-153E-999A-02E48FE173C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D4873603-C71B-069A-D1B3-EC52D4C2062C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E91453FD-03CE-A9C3-81FB-F9525DAB36DA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B35168A4-B4EB-7282-C569-E096CC76432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B81772C2-91CE-5916-DF9A-B697162820A8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FD39F983-5A89-4834-C6F8-A5FB42408A41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AD2B56D4-6716-95F0-4244-61B41D43AE1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27350EE1-0A88-322B-18B1-699788EA73BC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A6D834AA-F4A1-91C2-BE70-03CC8C0038D0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E115B5FC-0E24-81DF-4C47-16D0F3ACF103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D1849C5D-0D84-D93B-702A-0BEE96F158AB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77EE8457-CD40-D5BF-B664-253F08C48467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1D011193-C9DA-2CEE-5127-5A3BA9E7135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2B9BA53C-F1B9-D3E6-343A-384784BA32DE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89446ECB-1034-6B56-6D73-B5A003DC0931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7B6B151E-E17C-8A61-82C5-A0F5CFBBF6CD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42311367-8A20-752A-5650-177B376F1C7A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E587F1BE-A289-FC7A-AAC5-FAB1C38FB163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99693BBC-A3A5-5B13-5EB6-50EE994C0CB0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6FD87173-13C0-4EBB-D45C-0DEB9D15C0E3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025AC66C-DB04-C587-37F6-7C548C91B01A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2D3D85EA-001C-4759-03A7-2E3EE4CBAB77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14E0CB89-951F-E813-BBFA-2128AC284F10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ED97F898-F1C0-EC27-7EFE-2AE171AC8953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6C8EA737-7B08-7042-C910-B719E7F71A2F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936AC30A-C6AF-4117-5670-30E01FF893E8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0DA23252-8C5E-4759-0834-4A3FD47158D1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B5476800-3D16-34AE-06B3-D01C0B3B661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2241FC6D-E364-7F70-1763-2D95D36EC927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F68154ED-84F7-5B96-5E97-E018E3B08055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6C53BD24-E428-970A-93B9-A3072E7179E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068FEAF4-2790-F7F5-AA56-099ECEE532F5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E3A0CFD1-5991-36F8-297A-2AA8F2F3D19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FDB3F825-78E8-B878-5836-2750E21CEDE5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86A8B089-595C-4A94-D9A5-B4F874E78B0A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33F496A5-E559-B305-0F8D-6DD8DD557A6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0C50FB60-C0BA-086A-C02C-8F37782FF3F5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2040D84F-79F8-90E7-7008-30B11604D43E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54BC7E5D-4F2B-19A8-CBAA-9A7CE016299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FD7AF3F4-1E5B-E08D-44CC-4ACF7F985300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B47DC4EF-2893-1ED9-E4C2-E815059DA843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B3A98BE7-2DC3-DA12-BEEF-45EBB419747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774D91C3-5479-6203-5806-B13A2B593BC8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C847E6D0-0F6E-0165-E826-8E39E5A71479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2B2AE40C-B53B-BE80-E93D-07C54459207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42022505-759C-0004-2CD5-89DA9442BB46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A88229B9-DCF9-9F51-87B3-AAC8444A7BA1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7C07E775-CEE9-F1AC-4B6C-A951E02A6F11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2EB9C6F1-AE71-C59A-7A0C-B77D43074A3C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9C3FC24D-F683-7118-E966-A4ECA15280B4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D39E92E5-0138-42DC-B61B-61B8E1FD4F2E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D44AAC66-58B5-7852-5A74-31E8B8B826D9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B2BD97AB-1160-3758-01DB-77A54A59A677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BC712A10-41CC-09BE-26E1-5C42034CD834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20B726C7-38D0-92DA-8BB5-B02E26A1F828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02C5E976-CF8F-5BD8-B636-1AF92773F98E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F34F37BF-E0EA-44DF-AB87-338FF3965503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DCE81411-DB84-17B3-8301-5DC6734BDDB3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292832B6-CA78-38A4-037B-397B493E3C1E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ED793ABE-202F-EF14-6EF4-54F654652830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6880DDFF-9D5B-A776-1F69-EC34F873F22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32767ACE-42F2-E9DF-17CE-7E2DD14D8C1E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7FA39D7B-07C3-E8F7-4993-2445200202D2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3F1E5C5C-B980-9017-B1C8-2D83CE44953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837D5342-C3BB-7E9C-231A-FAC23D58C6CA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8E589CC5-5288-E2B9-D02A-5D7ED84610DF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A828371D-5800-3491-9657-4F401299F357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B89886B0-5A27-AD2C-1D96-2CCD0BFF84A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15E5F4B9-4BEF-C0C6-663F-79750343283B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279C9319-0A34-E9D2-42E0-DA4EF6E88585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7ABC39C5-4CA4-8CBA-663A-E00510BEF5E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EECBE34B-0298-0949-4D16-6B87BCB72C3E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CF5E1570-8052-5A5C-670D-12BD9A3B8236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F4E65B90-9A5F-AE30-9419-984138CDAB37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6FCD2332-6F6D-DAB6-2EB1-CA6C7F1B6CEE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F996C3D3-ACE7-D05B-81D8-2632C2F48554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B8BD55C6-6887-DD66-5850-AB839374B96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83239652-91A3-651F-A3B8-7DFA3C1CE690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F729FB6C-1A64-2474-2B9F-36A14931E341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AA416B0E-C3D7-8E26-DEF6-504A65EEE766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71468091-49C3-E992-ABD2-7559DFE5C313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6218FD4-A3E4-915A-A032-AF875674CA6F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09FDEEFA-A491-3D37-67F9-B56978C812A0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D9297C59-D97A-1B82-E9A9-48D6DFFC846F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435B862D-9053-A1D7-7226-2391D394AA32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8A41F7BA-70BA-673F-8480-0B1A997DF94D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93D6DD1E-E1A0-C8A9-ABCC-28F727511056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2E02DE88-298D-A38E-C26B-6711E26874CB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766708AA-7D92-427A-6DFB-9700376AE32C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7AB912FC-E07D-7E01-4799-8BFE6E639F3C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D29ED147-1D48-4BF0-6609-31615B08734B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833D8CC9-14D6-9ABB-DF5B-4D9D5AA9D735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B56AFD5F-2164-37ED-330D-D562F3879433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25863DF5-6A6B-83A9-970A-A2C65C104EB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62A2777D-229D-5020-922C-25A113F0634A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3A08F424-D3F3-368C-DB9D-5F643FF79E28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873015C4-A4CC-8B85-AC3E-71BD6F27DB1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AB5B6F87-BA71-C7C3-F64B-DB1039EF4FA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3106DA01-C915-9489-A682-CB88D7A049D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5E30443A-C789-4389-E927-C6D901E7A5F3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20B7D759-FAD3-E69E-6689-E8451CDD3243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53A4038B-017B-EDEA-0429-D1CFECFC39C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3AF6549A-1906-5966-5A01-FB011FD07D9C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C0F17E7C-76D1-B2E9-6282-DF9831B5EFAA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7E9481D8-4EAD-FB49-1869-12EC26C34F5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C46F13C9-747A-BF30-8D0F-3607FA95FE24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5C560FFB-3739-57DE-F958-005A2CC7D8E6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D5A9FFAF-2F3B-94CA-3B3B-1EA69203359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D38733BC-338A-08DA-48FC-6FFA99E39715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DE394E29-0B55-6729-3E78-31690EB497F6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D5A07531-F03D-F014-33C8-2F5715858A1F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260736A8-78DB-C058-0924-C7B0E9F455CA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99446689-E53D-7EFE-8263-C17779786D89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D21ECA1D-05EF-617B-65C9-F6DF46ECBD24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FB69C694-84C8-3247-EF49-5951054A4715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AECEFF11-CE84-9112-4AC1-E3F0A22BF2CF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7E15C41D-B9A7-4588-6A56-D34EB21A63D2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D6D324E4-C383-CAE3-0D93-57712F4029B7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9E05F528-AA0E-4CE5-21E1-3F6F4909D920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91C50A58-71C3-55E8-2F69-0608ED424972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0754420B-62E9-F75F-2DF4-613FA2D63768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4F715DCF-3A8D-7E9E-2EB5-E44104F5DE83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D7748355-DDC2-1734-76ED-E8AED9E0ECA7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87E87609-B224-835A-4A88-EDE68FA00055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6DF1FAF1-3763-4A4B-8088-71E1CFB1DD65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B3BBDA5B-3F5E-B367-12DC-FF7BE2970187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F3FD2037-92D9-20DE-B2D7-D06DE76A2B34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33E78ABD-2F33-F515-2371-10BDA97DA34E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2E576A9A-2197-4686-E331-C94F99F5030E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656E4DDF-A127-99F1-1F3E-A838ECCB222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3DA70B2E-8E3C-2516-3642-BE4F98450360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FF4EF726-B84C-4FD2-D5BD-98B9F8AE8E04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FEE6BC30-EC1E-E97C-1AE3-C4C10E7A052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8FFF9D69-D720-2D5A-F7BE-A47E2B5F9F52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98E144B5-AB4C-CC74-3D51-B532D58949D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D80BB827-3256-E373-3070-9A3E33C7E8C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BEE71F66-09DB-853C-594D-F5A8E7413926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3F03F4CC-650B-0DB1-B3F2-4E8B33437D0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4C3F7A1B-3DEB-C75F-E80C-F013F620C5F0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60AFE50E-594B-FABE-E082-0DFE7D1F95E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0CB3BBC3-DA30-99BC-2D89-E5DC632F08C5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A205EBA1-116D-A989-D6A3-16CFA308FE00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2ECE9E98-5B95-60D8-2E36-631FFC5AD8DB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6C58CFC4-FDEF-2403-E080-820539D22F9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9D249065-EF63-03FE-3408-FDCF1A9F663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3DF65C41-BD1D-99DE-5014-3D149CB6703F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5355B434-3241-914B-3606-CAD90F9462B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417293EE-FAAB-97D5-21C8-853C500F5FC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9F883376-2A44-43F8-50C2-C9E9B62898AA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20F4B6FD-3A18-E74A-FE4B-9D5C940F1EB6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3F4C3E87-0F33-DE7C-C686-790A875F310E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DB9FAE1B-F80D-B835-678D-0200E85599CA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37C7D626-F570-B17A-93FE-9ACEB8512853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BD28CA3C-9990-6602-77AD-F663A2DF1EB5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91CE5FDE-6F8A-EA11-F96F-14529538D0A3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0E1444D7-3001-1A24-4C8D-F5F548E6A0F9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0BBEA3BD-3AB6-3F85-9F34-891A44289324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8DE1139F-635C-68E3-57CE-C98FCAB94518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6E5E4BE2-8067-9D84-2C0D-4B110D6F5612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6D4D8DF9-99E6-9EE6-C146-8629052259B8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670511E9-DE5E-10F0-2B85-2C9E3CED68AE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A2B8EBB2-397C-BD02-7160-23DC8FC0DBCB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76EEB4FC-34F6-D986-2620-E1B80F577417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9472B259-7C86-AF30-B6D5-CFAC92B250AA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5867F594-F1C0-3A82-FB07-1227ADA78D6F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AF01C896-19FB-D0F0-84E0-ADB3C7CC8E73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43AB80F0-1A4D-59C6-49F0-3496CC13698A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E2688F06-D8CE-D178-A69B-4E2E9B965542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5D77616C-398D-63CA-F47C-B08986B14FE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DC3C4880-608B-077A-999A-75286B8DF8F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4A978AE1-083C-0CE0-6371-70C27AF9D15C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B22CD5EB-10E6-D134-1BBF-DF2E56643A52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D74A022A-DB79-F09B-9297-03102A0B2FF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9808782E-9CCC-7798-B57E-90ECC23EB7E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5001B01A-1C0D-98CF-B01B-44EB3BBB2C1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EE77EF6A-CD66-5A8A-AA04-5B5AEBC381A3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F5CFACA8-67B5-2AAB-69FC-E53BAA022131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D74136AB-FDF6-FFE5-E6B2-9789DFAAC0F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3FCFC4AA-4717-635B-5493-500FA5B21F4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29AE9E35-020A-CCD8-AD38-3419ADE5BBD3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1195574D-2F03-6E90-4851-84C5A5DBD46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DA9F0D12-D967-F243-6395-6BE1DEA4E112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0E56A099-9E88-B9D6-1103-4E1C107BA08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0001C482-9EC4-262A-A24D-C9583684571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060B4E07-F7FC-50E9-FD16-4098B7D429A6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26CBDAAD-9809-BCB4-76B9-FF7D35E9484E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964A44E4-BD6B-CA2E-BBEA-0A57925EC897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6F0BE073-DF1B-2FE9-50E4-DF1D6C9A7F8E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3E26A76F-F54E-588D-2CBE-683C6083562C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1473BACD-7A89-794F-0F06-4F8F0B19AA74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10D85794-890A-C6A0-CC07-375C4A765372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188CA683-F8E7-18C2-4978-6206248C64A2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B122E42F-805A-9F91-86DD-8EE66BE4CC12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97258C99-F6F7-47C5-7AA8-BB174E752885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3CDC8AF4-0F2F-1295-924A-313B50CDFB54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0775FC3E-DBC1-7A5F-1EC1-7B6A6CE6AE5B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4F37214E-B839-1D39-DE4A-7CD11D5546C6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4195CFA3-747D-B9DA-6A6B-CF07F8C7CC0A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2B4E9F2C-B9CD-D0C0-630A-513D0D2D5946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AA22A07A-2B11-08FE-8C0B-B67CA4DD75F2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8525B7B9-B638-3901-646F-1FF5F429A80A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7526FAEE-5D20-D9D5-3ED5-31E499595AC2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522980DA-A188-4E8F-2633-C1BC9949B185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2ADA9AE7-1505-AA27-D20F-CD9002E32A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0F51DF88-4476-9B75-FD42-32AAD74F20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42012AA7-7322-CFF2-1210-5CCC472316A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3D4A1449-A336-1FB6-3973-736844227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0E8C9529-290C-1373-EB07-0439485182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3F941A0E-0A99-FF4D-C1DA-D04C913D2699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E45E1E19-1DE6-7CC7-2772-7A909B7F0E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6E14BA84-1ED5-1B25-501F-BA67AE95A4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1DCE1774-9600-1112-8143-82A9F70131C1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F9E12AAE-3A85-355E-741A-5D73E61C0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2F2621B0-C9CC-9620-FC4A-5FAB213FAD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7EA962E0-E5D4-B58D-E7AF-65909F977E99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F30D61C1-2F8F-67B4-1F9E-E3697EAA3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BE2E6926-0BFE-92CD-E793-01164BE7A8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AFF916E7-B223-BA3A-D77B-EC9ABF57792D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F870A72E-0B60-36B5-75CF-322BBD55A1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ADEDAE8A-4226-C454-89CE-CB4D48AC64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9ABFB2FD-7225-A61C-6059-B88566144C58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B85F9020-C709-00E9-1DF7-D11ACD111112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9EFC3DE3-AC84-C650-DA8C-7B77399AFFEA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3D9ECD75-9627-5FE3-02AA-1BE07664D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87032B12-70E0-19C9-79B2-8AC4DE966C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58D5AD8A-2B5D-7EA8-377D-26D93B6A3ED7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53ECB514-ACDD-D540-4F28-41A156D57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58A64AD0-D992-FCD5-3E88-2EE2EB390D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3D576907-2FD9-3E21-809C-55DF4F40D1B8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6CC4AADC-2546-5745-5684-EA0DAC5F9E15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F075B531-BAFD-B859-C734-4B50F7B81E31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61D5EFC0-A92C-6F3E-D497-9984511D5A91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5D47266E-9357-62AC-0602-4375BA3DA394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BD2F0044-E3F0-9F9E-D764-9D4F4F3C1EF5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03C74EC5-62CE-A737-5B22-312C563AC47A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EF3BE167-9A25-2CD5-0C22-2123A214EEF6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2911FB05-A9DE-A790-55D6-6FEDBAA30147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CA53468F-D3D9-4AF8-2597-E9E4099E67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8099B70C-8754-D01A-F5BA-B239C39D89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89E44DA9-A503-BBCD-BB75-E2F275F02BFF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8977FF98-BC0A-1CDC-8448-EB051F3C7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19FCF034-E897-B9C0-920C-5748B57916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144B6FCE-FCB0-6AAE-376A-4BF141580107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FCB8B356-200A-1198-CEB8-3DC7D5DA9F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B87F406D-D9D8-B62C-360C-5DC5F67B37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7DF568F6-35A3-D82E-35BA-42A52677E933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E90F7BF7-AA5F-0EEF-09FD-37EA8E06EE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4A2DCD5D-E03C-0C40-386E-660DBF3DB6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6863162E-DE8B-A7F3-6384-E01B71A12C87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3488644A-EEDA-859B-8C30-BC665EB438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D213A14A-7629-C4C5-CDAF-57D9DF6BB6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99A3B022-9DFC-B571-8B8F-073E37261E2E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CA2CC809-6A8B-F188-99FA-4DBC310DE4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59F21695-0FA4-553A-C771-2FEBB7AD6E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43C64E39-0056-3329-8C84-C433BF3506AB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BC99F402-9793-1DDC-0DE2-03FA45783DCC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C4B97CF5-9D6A-C839-FAF4-75FE58AC19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CA7120AC-4DC2-18B1-3F48-A3A7CE5476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8ABFBB68-4BFF-0304-5FF0-D15023040C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D2467C04-D653-5BAE-57CA-23C0031B35F2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094CB32F-ED26-530B-DC2A-CE1AC8216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A2A52415-7595-05C8-D2EC-F23A2B00B1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955C493D-3AAB-7E88-D8FD-F28B4417CFAE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D27C038B-6C96-2ABF-E9B6-5E9C175D6F72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D19DFB-15B8-B5C2-78B5-237CFB76EB91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0BF38BE5-DD77-250F-51B2-1C403EF4F685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C54CC5-AB04-F898-55FA-E38E78D5A4DE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630D1396-8361-76EF-F040-B42F748ADD3E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995CCDFA-FF30-E338-5E3C-DEC786702E7C}"/>
              </a:ext>
            </a:extLst>
          </p:cNvPr>
          <p:cNvCxnSpPr>
            <a:cxnSpLocks/>
            <a:stCxn id="1146" idx="5"/>
            <a:endCxn id="1121" idx="0"/>
          </p:cNvCxnSpPr>
          <p:nvPr/>
        </p:nvCxnSpPr>
        <p:spPr>
          <a:xfrm rot="5400000" flipH="1" flipV="1">
            <a:off x="2672175" y="640340"/>
            <a:ext cx="1382199" cy="1656531"/>
          </a:xfrm>
          <a:prstGeom prst="curvedConnector5">
            <a:avLst>
              <a:gd name="adj1" fmla="val -16539"/>
              <a:gd name="adj2" fmla="val 48788"/>
              <a:gd name="adj3" fmla="val 11653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C5669BDB-793A-F8F0-C4B4-96A4710815A8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BF2F447D-6577-DA00-61CD-D91610932321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76FAA06-DD78-8EA5-BC1E-BE5A0D1EA7A4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2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79EC4-71DF-863B-E2B3-0D4A5AAB51EF}"/>
              </a:ext>
            </a:extLst>
          </p:cNvPr>
          <p:cNvSpPr txBox="1"/>
          <p:nvPr/>
        </p:nvSpPr>
        <p:spPr>
          <a:xfrm>
            <a:off x="2494925" y="204710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CB1977-EC75-3F71-B21B-1274C33004D6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33719C-18F2-FC23-C049-ACB9EBDFADF4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3CB049-934D-8B1A-7D4E-D17BB581B9CF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4F453-3777-5F7C-D86A-DEA334E1C0D8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3E0CEA-AC5B-EAF4-20EC-3B87F5CE3F5D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FD20C0-1368-27BC-325D-E600821707A1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0F0FA4-7115-FDFD-D420-7D9ABB93FCC1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C3A825-B011-7A41-A805-3246CA73445F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541A55-ACF4-4448-B4ED-143B258E5C9C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13BEE9-225F-8112-AB58-5086CCA18D13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54F7E08D-5071-D3EA-DC54-6B9012A44879}"/>
              </a:ext>
            </a:extLst>
          </p:cNvPr>
          <p:cNvCxnSpPr>
            <a:cxnSpLocks/>
            <a:stCxn id="1102" idx="0"/>
            <a:endCxn id="1263" idx="1"/>
          </p:cNvCxnSpPr>
          <p:nvPr/>
        </p:nvCxnSpPr>
        <p:spPr>
          <a:xfrm rot="5400000" flipH="1" flipV="1">
            <a:off x="4997961" y="-477369"/>
            <a:ext cx="118813" cy="2638514"/>
          </a:xfrm>
          <a:prstGeom prst="curvedConnector3">
            <a:avLst>
              <a:gd name="adj1" fmla="val 30980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C63DC869-2C40-DB98-6CB2-3FC8A8F2796B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9C7768-B7E7-F354-D732-F4689E50DF1B}"/>
              </a:ext>
            </a:extLst>
          </p:cNvPr>
          <p:cNvSpPr txBox="1"/>
          <p:nvPr/>
        </p:nvSpPr>
        <p:spPr>
          <a:xfrm>
            <a:off x="2620422" y="94326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CFA9D4-5609-1ECC-584E-51402F5E3395}"/>
              </a:ext>
            </a:extLst>
          </p:cNvPr>
          <p:cNvSpPr txBox="1"/>
          <p:nvPr/>
        </p:nvSpPr>
        <p:spPr>
          <a:xfrm>
            <a:off x="3395916" y="67567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19D22583-2EBE-3F8F-4B72-21EBCF981357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2BAF29DD-72FB-8B01-2C36-8A85E8FB3ED7}"/>
              </a:ext>
            </a:extLst>
          </p:cNvPr>
          <p:cNvCxnSpPr>
            <a:cxnSpLocks/>
            <a:stCxn id="1248" idx="3"/>
            <a:endCxn id="1265" idx="2"/>
          </p:cNvCxnSpPr>
          <p:nvPr/>
        </p:nvCxnSpPr>
        <p:spPr>
          <a:xfrm rot="5400000" flipH="1">
            <a:off x="5747509" y="1717818"/>
            <a:ext cx="496316" cy="654530"/>
          </a:xfrm>
          <a:prstGeom prst="curvedConnector4">
            <a:avLst>
              <a:gd name="adj1" fmla="val -52263"/>
              <a:gd name="adj2" fmla="val 13492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9F3DE9-6453-8336-C6E6-AF7F87F556B3}"/>
              </a:ext>
            </a:extLst>
          </p:cNvPr>
          <p:cNvSpPr txBox="1"/>
          <p:nvPr/>
        </p:nvSpPr>
        <p:spPr>
          <a:xfrm>
            <a:off x="5230028" y="221158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A7AAE-0D67-7699-39AE-28A7258727C5}"/>
              </a:ext>
            </a:extLst>
          </p:cNvPr>
          <p:cNvSpPr txBox="1"/>
          <p:nvPr/>
        </p:nvSpPr>
        <p:spPr>
          <a:xfrm>
            <a:off x="7623838" y="73404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5" name="연결선: 구부러짐 225">
            <a:extLst>
              <a:ext uri="{FF2B5EF4-FFF2-40B4-BE49-F238E27FC236}">
                <a16:creationId xmlns:a16="http://schemas.microsoft.com/office/drawing/2014/main" id="{C768678B-7211-CA1B-80BA-1C1E1E7266F9}"/>
              </a:ext>
            </a:extLst>
          </p:cNvPr>
          <p:cNvCxnSpPr>
            <a:cxnSpLocks/>
            <a:stCxn id="1265" idx="2"/>
            <a:endCxn id="1302" idx="1"/>
          </p:cNvCxnSpPr>
          <p:nvPr/>
        </p:nvCxnSpPr>
        <p:spPr>
          <a:xfrm rot="10800000" flipH="1">
            <a:off x="5668402" y="743277"/>
            <a:ext cx="3005856" cy="1053648"/>
          </a:xfrm>
          <a:prstGeom prst="curvedConnector4">
            <a:avLst>
              <a:gd name="adj1" fmla="val -7605"/>
              <a:gd name="adj2" fmla="val 12365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70">
            <a:extLst>
              <a:ext uri="{FF2B5EF4-FFF2-40B4-BE49-F238E27FC236}">
                <a16:creationId xmlns:a16="http://schemas.microsoft.com/office/drawing/2014/main" id="{A2B9604F-5BCE-4F35-5827-22DF2D5226FA}"/>
              </a:ext>
            </a:extLst>
          </p:cNvPr>
          <p:cNvCxnSpPr>
            <a:cxnSpLocks/>
            <a:stCxn id="1302" idx="3"/>
            <a:endCxn id="1285" idx="5"/>
          </p:cNvCxnSpPr>
          <p:nvPr/>
        </p:nvCxnSpPr>
        <p:spPr>
          <a:xfrm rot="5400000">
            <a:off x="8421212" y="762589"/>
            <a:ext cx="172513" cy="333580"/>
          </a:xfrm>
          <a:prstGeom prst="curvedConnector3">
            <a:avLst>
              <a:gd name="adj1" fmla="val 25036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225">
            <a:extLst>
              <a:ext uri="{FF2B5EF4-FFF2-40B4-BE49-F238E27FC236}">
                <a16:creationId xmlns:a16="http://schemas.microsoft.com/office/drawing/2014/main" id="{8EB784B6-3FDA-19E6-22EA-4EDE8336AB3C}"/>
              </a:ext>
            </a:extLst>
          </p:cNvPr>
          <p:cNvCxnSpPr>
            <a:cxnSpLocks/>
          </p:cNvCxnSpPr>
          <p:nvPr/>
        </p:nvCxnSpPr>
        <p:spPr>
          <a:xfrm>
            <a:off x="8228775" y="783396"/>
            <a:ext cx="597883" cy="112281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5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EAE2-7245-008F-DC6B-370832D0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53EBC707-6F93-A000-0ED7-2EC051ED59E3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5C3521B8-3813-A339-C049-30AD24EC37B4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6A1850D3-D0A1-EDDD-3B22-7FC9358EACE9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9493CFC3-FE43-E434-16FC-340E9AC5DFB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541AA21A-A26B-4061-5D90-6EE61FCA0F64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FFF503C0-0F1D-5927-3C18-EB21D64BA71E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C2106928-9159-7818-B3FF-82EF58C1154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F8202569-BD28-74ED-00ED-CB7F8D029F5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E72D6787-7BF3-7675-18C9-7DFB08612EA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5D00E80F-8083-E41C-9D4D-92E175E2E307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F5D3E1C3-0EE5-DC6A-0D52-31BFA89422D4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10842F7A-5689-CB31-C65A-F7E752C31BD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3850C4FD-9999-F500-0656-1672F577A0AB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F3774B7B-0877-42C6-8BDD-E764469B9686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5D553BB3-ED3A-F4F5-CBF2-878BEDF72CDA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7AB52949-01D4-D084-0B59-9295F26283F7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29C9A808-45C4-4A22-8F97-79A4FF15E142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B8DCB940-7426-F8CB-CD77-AD848BEA3FC7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46D8DD6-35CA-0AB5-0810-2C8AC2A68947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133EBECA-300A-D9A1-0024-62042C05D2D5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A05E1E36-54B1-2C2A-E7D9-FC9762096957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5FCD1741-BEC1-EDFA-B5A9-77676B945A87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C330E01D-11BA-7EF4-C302-BF557042FBC6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6EACC549-92C5-E042-E60E-0C95F8916352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4E865A37-BB10-A199-41E3-CEC5EB1E4067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E4B1080F-D343-2AFA-F04E-291B2D0ABDF9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8D6A40B7-27EB-F604-C93F-29A5B82540F3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216DB391-5256-9A7A-8375-FBF49EB10952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EB2498F0-485B-1195-8491-4AC7B1DB3E5A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7144FBBF-00DD-65EC-C785-597BED71DDED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66C1F89F-271E-A654-BFF7-EDB493359D02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FCD7213A-27B4-BF4A-81AA-0C2548CF3E07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CF4A2359-40F9-F68E-0D0F-C298DA1582F1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4EEEF095-36C7-E8CA-77D1-4234481C6CD0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1A3C3BDF-7658-DE0D-9E8F-D5EC12F8CEFE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E0B1C996-EB7A-6D90-3DD8-AED1136E8CA6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19BCCD67-A6CC-0E8D-A08F-BB93531157CA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8E338813-3BD8-9168-37EC-6B38416CCFA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29A5C38B-627C-0DFF-B324-B83BF1A297D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D3386795-4FF4-8CFC-05AC-BC89F63EB9EC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A292E3CC-D0C5-892D-7B30-53E8A7E401EF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AAD1212D-1F36-70F3-FD82-C32C867412D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969A8F9A-4B42-FD4B-5958-6064F3D73011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29F86301-7EAC-EADD-9457-EA0D2743758A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6C874012-DC23-DE5E-B138-A909CFF7865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53EE0381-D8A0-BEAE-6A8D-27A2B5F22814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03890C6F-3110-AE39-7233-86C0B1BF7E9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3CEE27F5-B1E8-88AC-5B1A-5B120E32B15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58976092-78D6-C4DE-6C8F-8FDAD73E8BCF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8F331CEF-819F-0AFA-B001-70C6A25E7225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DF5F99D5-97D7-EA43-608B-85E11CDC42A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23328B47-948D-42AB-0BCB-BA815AA71492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868239DE-BC24-04E5-A10E-E01605261CCE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273C7C8F-04D9-D712-1852-AED0D9F7BACA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521E5AF2-D244-C23F-CE78-C076F99C3C66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D54110EA-C9A3-BC61-088C-37B20EE69D91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4F33FA22-A714-3803-40EC-E3E534D11715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12C8ACEC-4C49-13CF-0B02-56B6DFC194E3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D3B4E452-8D3B-D548-B747-4BCCB6B7F162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B4DCA0FF-1A1E-EBA2-831A-42EE2B85F074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D5C66806-BD1D-D875-EA64-08524FB50509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EA6557A0-95F7-009B-268F-5EB9E1851A5D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007B4617-AB58-AC42-FE66-B20B32625D7F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F398DCC2-3728-0323-1C26-E9F37B316912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064A7FCD-49EB-76BA-C1FE-0F60CEE61056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ED460533-E679-6757-3838-E1476F9C7C87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B3A51CDB-F69B-5F7F-4DBA-DA5353525193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0417EBF3-F9CD-39DA-F4AC-5DC0D1C8DCD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BF46D345-AED8-C40E-9EF2-0ECF5DA6EC04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BAFA5A6A-5B13-6B09-AC32-821B69028623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5F7D343B-1357-5D0D-E141-C46490E54CA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0E2B42F4-4A8E-6EC6-E92D-CB5CC204EBE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5AD1B0CC-FA50-2E84-5CA9-2527530C58F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EE8E6D13-1656-10A2-B2F6-DE2B11040DBD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F4C7E67E-7095-9D36-57FB-A66A3B430431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5E611C44-718F-01DB-F00E-D7A3F097DAD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6918E1BB-355E-3F70-8BBF-9603002C70EB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CBF05942-D3DD-4638-0AA6-6A9F85A9ABFC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09951F7D-4C78-82CD-EE92-1F626571528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D377B965-0E21-EA53-511A-D91FBBCABF90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E4226DD4-A797-AE02-4BD5-5BED6118824B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466D3225-81C8-9F98-B181-202C6AA72EE2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901C5FE-C36B-447E-BCFB-F227BFCEC72F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A38051D8-3E42-741F-B089-C9D6097F3F4D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E5D8D9CC-48C3-DB16-A920-F86FB49AD82E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C19F38CB-572E-4320-A9D0-168C2BFDAB41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8FED4CD8-8438-B272-B6D2-CC78603D93F0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F9064A36-9E00-1B31-570F-CE5ACE9D29FB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6ED26C09-9478-3A40-3AB3-F30531E79043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48DF0970-FEB2-02AD-1547-9C35DD07F707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75E71659-EBF3-E481-6D14-9EC463B8949C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AE2166B3-6DFD-2EFD-B9EE-7A998C74503A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9099A81F-5D5C-298D-88DF-C2F53D75B93D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DD638B6A-480F-982F-704C-33FDAE686AD3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AA393415-5847-F5FD-6512-82F0E736C8D5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5CCC3D34-BD6E-33DF-0554-45E42F1B5B65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C248EF07-3BD2-FE62-E940-8E6227CF22DE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83B6BEB2-2C4B-BF2A-3536-5D943D6AE82A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CDC6EC4C-A177-89A6-AF23-C3D376556F07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37F46696-4B98-15CC-C89E-B70C306A793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6EBFFBE0-5B84-F7E9-A203-CD0D4AC28536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EA56A1F8-B066-AF43-7C2A-F96C1B0B4DA8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F76C1694-07A3-8B4C-8703-AD5A2C029ACB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43C2D99C-C5BC-4936-58B0-FF568CDED44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A233C86C-2877-2BE9-DFF4-FEA972A6FF0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F7075DE1-F4EF-101E-0C85-8F5D7F889DDD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7AF35269-FB5A-F25C-ABEC-C2B70C2343FD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6B8035EA-E7E2-3AF7-6FB2-C0FBF628416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02112083-28DA-A9A3-4181-114F496FA736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B6C8BD19-6E68-C90F-8669-594091992D02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E764E979-C096-01FB-D8DF-37EC19CCDBC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F826941F-5C25-25A5-F3E1-815F9A9F56A8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453E9A19-88BE-324B-8714-C73CA00C4CF9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3CA27D86-A38D-9930-7C87-743E39F969E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0312722E-E6B6-DCF2-A17D-914FD018C66F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8B6D3C46-9722-4916-AA3A-E622CCDC8B1F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9F67AE57-12D2-5EAD-703B-324C32D1B6C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97B675C1-F790-5C9E-172C-EB1A7205E9DB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CBBD26D7-1114-01A1-1D38-DF02A0F90046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5C9B12CB-C56C-6705-8D5C-D0A229B1C2A4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F12443E8-625C-196E-6868-D69501D14F05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C6474005-87B5-7EBB-BB6C-06D9C35FC1FA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EDE6C6EC-33EE-CCE2-2A11-34673FCDACFF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80AD009F-F35C-31E3-05AA-B83DD180BF4A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A192F18B-2A9D-76D3-14B9-1FA861E1A70A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1F0052B5-5C9F-89D7-FC02-F917601A2BBC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E4FF471-C16E-A409-670F-CA22E8779839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877322B4-FBAF-3840-0133-93CF537A373A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6B3C5B55-5FE9-9581-D681-08BFCF35BA12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2E645681-4C75-08AE-194F-6FCAADB90C99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B45BE4B7-99F1-8E6B-2CEC-A62C747ACF76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4223F2DB-E16D-C725-3A5E-DE7A8C90F4C6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431E0BB9-94B1-A460-4E4C-910E0B249ED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3D589F37-5315-B789-68D0-F1A65B777814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6C5AFFA2-A0D8-2031-1BDE-15A36373A0AF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DDDA084C-B474-DB8C-EE03-95F8A4892F2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1F237716-EC93-C045-A0D0-6B516F7C45B7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842C2765-0183-4533-187D-DFC7B8999B2C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AC001986-AAE6-A19E-AAF8-BC028894D7A1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2BA2450A-BA08-8FD2-050E-FC186DAF4308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5A28595D-7D0C-8EE3-C6D8-6AD24FA906E4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259F0F29-3529-71C5-8679-00AA21E387BC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A81F166C-CC3E-7201-F528-AC4786D2602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B9DD9E76-A1DA-9A25-B2D9-AAA0825C95CC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F83DC0D7-1900-B4FA-76FC-21C0D9D1F22C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66FCC6FA-CCE7-AF2B-3346-6D0E5140AB1A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A4587DB0-4CB4-9A9A-F19A-306DA28E2FFD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F434190A-C798-6491-5F86-B85C8A9F1498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8E90AB9E-9BD4-412F-C95B-46EC9072B5E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521DDD2E-9C25-26B8-2529-F93609F8556B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2EBF3021-4220-FC48-FBA7-F7FA2FB90AD6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A19CFEB5-433F-3C69-6E57-9522376DF97F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BB953020-BB27-4B0E-A24E-72DAA90948CD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B221755F-F513-A428-9D52-9D15E80EE5BE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5F55A291-389A-ABB9-BD59-BF1C3A4FE8E9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44F73E57-E7AD-6074-B191-94976DCCEA54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9EA81249-6D68-69AC-F13D-E6F007CC3D3E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61755809-780F-9FB2-0573-8DD2B65487FB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0B226307-8DE0-0F46-890D-708AE8C9FD4E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8E542C90-F630-006F-9D0C-0E1D5A4078EA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6A28EDE1-0810-EEEA-092B-42F438496BD6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83AF6890-172F-934C-1C81-75E7FD3F3AC5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80D9BC9E-4789-1781-45EE-70A875B4E28A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42318905-A69B-C943-FDE3-BDF9D6804053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B83F459E-7CDE-CE9E-322E-6455382E0FAA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9344619E-779A-249C-EE96-9226692D29D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FA00C565-AB78-4CCD-EFC7-A8A1A9ED7A0B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3F4E5173-D003-A8CE-8ABE-DF7B301320D8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3C96A045-DF6C-1C75-14A9-BD9B8C1CB17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29419894-9D34-61D2-5540-6E288CF1170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46CEB5B4-B5CC-A9F0-E873-5CBFEFD70DF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6EA45672-410E-F9CF-2931-ECCC2293BA7B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230CEC83-D95F-AF2C-D42F-1451A66A6F81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D78C2825-718B-4B04-F1E0-919C073B4138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6EBAD63A-12E0-8833-AA5E-AE90D5C82ED0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E14C82EF-25EF-5185-C80B-EC0A2DE57344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E96F50F9-0E13-8A75-0A56-EAE1ED6467F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7C4BCA76-5469-173D-0589-612125B119FC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BD6359BD-2ACC-8958-DFFC-331B4B370F70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D311E4B0-9F42-514B-A3FE-55B387D7B645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2316D120-D732-48D0-753E-670C1281150A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00272FDF-A940-8F57-8F63-C21BA6AF8EE6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406BBA06-8898-E68E-E673-1BAEA661436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5F41EAB5-63BF-BE2C-30F2-10ED17695E5F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0373C143-BF62-C25B-DA8B-F58B0DD6C085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EE3000EB-C817-D7AF-35AB-3A0580FAB417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2E96ABD7-05FA-1496-5A30-5361E826AFA6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DC7541F5-A8E6-3DD4-9A81-E520E051A4B2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8F81EEC7-7D9A-8B7B-D924-277CD01272B0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9FA71089-0584-6CEA-7AA0-8DBBB24F793D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079B2C8B-D522-0791-E4AC-73A15BDEC9F9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DB389443-2B2F-8C7A-D706-4C5F09CB5E57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0378024B-5B11-F276-697C-CD03EA3F2F9A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282C8501-C652-4132-71D2-B676767403EC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572C0F12-07F0-1A1E-3266-75ED4286E7ED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0236E56F-77E5-526B-4E08-02C1BFACAE3B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E4B76946-AA94-4AE2-C561-0C51C497D2A9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0210251C-C50E-ACBB-4F42-525C8F2E7AD6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1470AC34-AF4F-507F-04D1-6D0C89DA9CA2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5595DE0D-5FE2-6BEC-FDE8-75A6E54DA051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F5084894-48C4-74F1-CD69-036E7A33CA0F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DD8B0068-01DC-726E-68C3-360CC958B25A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BB8C5285-5FB9-2674-8915-26CE274D432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A34C4124-D7B7-C406-9512-FAB98DBDF14A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D61A9337-C5BE-CEA0-ED78-BE74A6339964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557487C2-D7F3-8DA9-7443-9F7260756BB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AD2C2A99-3443-67C7-0A14-50200F6AA5F9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FE5EC03F-304B-CB98-6A4D-BC3C94E15A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CAB33E75-7A6C-532E-B302-6314CDED2236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7C414BA7-8394-D5EA-F4A7-E346AD2B90A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9CD83906-A56C-A749-FC30-72A3EF97ECD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03EBD6DB-9250-A264-7CBD-9AA107139CF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187826DB-4C06-B5CE-430D-D8556F01A72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727E3EAB-F73F-C889-6C15-A02C96C7E49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147CEFFB-F8D5-BF2F-CF9E-1B5054ADD9D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20067E5B-731A-33A4-63D4-5E037DB4655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78E28626-5534-3634-1780-1E4D599E320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929E7842-8E43-B163-3F27-A33D8FA0BA9E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EDC564D7-82DC-0A43-7D9C-9DCEA95F0C5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F9D0FEB6-FB31-9A7D-A1E8-C96FA4DD2665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BAD92A41-3B16-BCD5-4BC4-04A24C54B110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8EEC55C2-388F-9A16-85BD-F05AC2DED9E9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2E7C81D0-8F41-00E5-5E61-2C9A74F0A052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2F8366AA-0A99-25C1-D899-104E8F8D95D4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7CA783A6-6E69-4334-37B0-E743909E2327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27BE9D80-F932-086E-4E7F-41F12A84746D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3864779B-BAA0-8E67-FFC0-0BACCEDF9634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6AD69726-330F-1D0B-289C-9F72427D1C81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B3A0132A-504A-7A61-E252-EB3645820330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D31AC64B-955C-C94D-DD24-EAD9A8B06D52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30A4F6FE-1538-53B0-4158-42C6993C3879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2D4FBCEF-6971-4F1D-9A0E-44AE4D53F2D2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55B2CE00-10D6-AD6B-AD3E-AAE59CD57DB6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706B96BA-8F72-617D-8E69-8D68DFA60680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FA8648E0-DEAD-29CE-A65E-F1B9296CB96B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B2BF9214-A5DC-27FB-B5D2-FD318EB7B162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257DC755-D83B-BBC0-3EDD-C368DF0AEB49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B05106EE-4E78-3DCF-8D5B-8DC6034FBB79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AACA0287-E64C-923E-B835-9DCE373CD9CF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C022FAB9-FDFE-39E9-6AB4-A6A1CA65DCF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C07054F6-CA46-02F8-73D4-F97360AC8E9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89B1436D-6184-C2F3-3C78-A08AAC293E5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9653C707-1580-9C04-F2A6-7A7323D0EE51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FA54AD64-8FBE-5C9E-A0D8-D83DB042E0B5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B172C398-2B30-CA9F-8FF6-3BA01C99B453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30169949-5D95-25C6-0BA9-B5604916ED6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6716EBE1-3CFB-170D-845D-32007E595B1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D20810CF-18C5-083D-1C65-BD581225A3F6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61722B53-D20A-C70C-884A-A3F6DFEA1364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760528F0-8C7F-AF95-83C5-1480590062D2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2040C113-E07A-588F-D709-9E45D9922D9F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8E8CCF5E-2B67-E102-8D72-FCEDF63D0641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289338D6-4195-44DE-9120-E89F99A9807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AE111981-45EC-FB6A-4D88-3FBD39519BA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652B6FA4-3E6B-3153-8421-0B127D8DCF7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416366ED-1469-722F-B373-9AF9279EDEF9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C89185EA-3B74-96CB-463E-B349B551A3F5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9A7093ED-0980-4973-9BE1-17F14B42327C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EAB9A4FF-899A-B9C4-CD13-C9D54736ACD7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8EF106F2-BC9B-3EB0-DF90-1E5D3CC922DD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3D072FB1-03EF-82A0-5AC5-58DA44AC248A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51A96987-BBFC-81F7-7656-951013F9136B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A6655E20-196D-A3B0-3099-259C34CDF270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882F4D6C-C0F4-92BE-DDFA-7B404A8E8DEB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5E97A4C6-86BD-1952-73F3-3F2F3EDEAA97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841D5A36-BB92-3B0E-5882-042D46E474B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9AAD750B-04AE-6311-5050-3F35CF9389B6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C6843752-963A-0C50-87A5-8B0B11D477EF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6053A26D-CF1B-4273-6118-47AAD6A031C4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A6D4357C-A55A-FAB8-1FF1-3160B080D7AC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5AE2B30E-CEAD-EDE9-E49D-483C4EE7E068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B1DD69AA-82C6-B99E-F8B8-2D04A1891FB1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94894BBA-249C-22F5-FB18-7C9EFD2952EB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2A07840B-2AE0-3487-1F68-0F1ED728081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BCC160E9-8825-962F-19F3-2B412AE8F675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C59E7924-16B6-5724-07EC-149C9DCBDD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1AD5D0DA-2646-8A93-7A41-815E17F2AB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5B575817-EE44-AFD8-9146-C81238C18593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2AED9366-5633-844E-0AC7-646BB1A8BF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A78EF0F6-FA4F-6965-B96B-615CC77387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910F2264-9965-9BA9-4C29-E415D5348681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5CE81349-7F1D-E2CB-35DF-8EA861401C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87BD6366-A2B0-187C-3411-46B0CF1BE6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40C78B04-0891-72C4-947A-5FCC7A0A7B26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9482D34E-87D7-46D1-D4CA-CC2A5798E3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EA9195D6-9854-F5B6-CD11-CE1C827834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AF3BF806-EC04-8781-672E-126B82698FBA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45B25B37-EAA8-7BC1-3D3B-252B74ABC0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7A3D07FE-DA87-9A3A-5673-E5397454D3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D6F44672-AD63-B507-BA10-0A345F52C4F6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60C7FCE5-5DE7-9E07-CE24-F384733EE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76DD1D28-547B-6B3F-1335-7646F10B63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8737C475-2A52-6E86-B493-1FF40FFDC80E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D732CC4F-181D-CB32-3F67-0D60081CA8CC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2A703EEC-7F95-AAD2-6C2B-F726674AEF31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65BC3072-C59A-A670-9BBE-DBAB9AE0B6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03B63920-61EF-0520-EA95-6EFF5747A6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073B173E-7A7A-72A6-ACA8-399A89D79925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878FEDCF-CD0A-F1BA-94E7-AFE902DD3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EB925861-8FF9-FD3E-D092-DE4467A129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AA3679EB-7872-0189-EAFD-332094DF39A5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0E262826-C0E3-5245-B1DE-4983441171DE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602FCCEE-C4D0-3358-886F-B110504E5E4D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666E1AC9-81A6-900F-3480-CFB43FC720A6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B16A37A8-88B6-6CD2-E533-141F9A7EA7B7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F159DEE4-5495-B772-25C9-D6ADE689C2BC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B5E3021B-9001-DA14-E45E-01F96DFD7138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CAD2A2A7-D23A-D97F-B9F7-C14AF2233A73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6EE6B29F-BD0D-1557-17CF-9586B68CB58D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F50EB822-66C3-1A1D-C605-001E15630A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3C13DC90-5DB5-120D-9899-7DD7B22BE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C0CF185A-6214-C93C-3C99-F3A4691D351E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6D89A7E3-45DC-9ADD-E08E-DD07D6E50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AA2B0623-A170-ACDF-4A07-1E168CC6C8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37FADE78-D2AA-796C-4D64-4BF3F07795F7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7727A7AD-9EF2-0342-FD73-8DE51C3466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2529844D-18E5-4424-FF24-3B90D1BCA4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801DC794-CC8C-0DDB-6548-2A66DDA871FA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0B2BC589-9F62-EDF6-61FE-BF10F5E06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4694836E-4EA6-B1E4-5560-67CD39C0A3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8940C154-804A-9660-9125-B14DB0007BD4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2DBB8214-0311-5F09-12EC-200CCE9CE9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407EF89B-8D05-85C6-4DBD-232B3A5714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FF81DE1B-A117-EDB2-D69E-7A16832C2470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5B9E24A1-D478-DD28-DC69-E98E48364C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4080900A-029C-B5E7-97BE-D6BCAD8F70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286CF0B4-7112-E1F1-1CFE-CD1C27ED7CE1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91FB294C-13EE-8119-0978-A85D9A0A5B19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7B71A2AD-8065-C5DE-6FB4-86FD8BAFF2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F0BEBAE1-F5A8-CE2E-0AB5-1A5325AD13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224E56BA-DF5E-5F11-7E55-694F691BD2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63DFE663-2BE0-AE55-A3F5-92C6ED44D91D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2D81C89E-A460-83E1-D959-9A9C6F5D59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39B0991B-6C45-4927-7A1C-720C4443B9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6716703F-E0E9-A770-520E-4B5ACA420CAF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EFD7C7E3-A50A-4746-1230-8B97ACF82B4C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AF25474-FF03-3A56-307E-764ECC7E13A9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CA51B916-BEA5-F48D-B03B-9F76CD41F76F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042596-ABC5-92A2-D2C5-6D61381E884E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2773107B-8676-F741-0A83-F27212717EEB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410675FF-A7D4-499D-0582-C63A41676F4B}"/>
              </a:ext>
            </a:extLst>
          </p:cNvPr>
          <p:cNvCxnSpPr>
            <a:cxnSpLocks/>
            <a:stCxn id="1138" idx="6"/>
            <a:endCxn id="1190" idx="0"/>
          </p:cNvCxnSpPr>
          <p:nvPr/>
        </p:nvCxnSpPr>
        <p:spPr>
          <a:xfrm>
            <a:off x="1437514" y="1360768"/>
            <a:ext cx="523065" cy="1793990"/>
          </a:xfrm>
          <a:prstGeom prst="curvedConnector2">
            <a:avLst/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45820D55-3DF9-D22C-4FA1-578BD6D3639E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BFE5A41A-37AE-DD2C-3DB5-9EE845E0A092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62BB66F-C0DC-B46B-2924-7C5411E1560F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3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602</a:t>
            </a:r>
            <a:r>
              <a:rPr lang="en-US" altLang="ko-KR" sz="1400" u="sng" dirty="0"/>
              <a:t>754</a:t>
            </a:r>
            <a:r>
              <a:rPr lang="en-US" altLang="ko-KR" sz="1400" u="sng" dirty="0"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96E2C-2682-D4E6-AB18-04B4E33F7C51}"/>
              </a:ext>
            </a:extLst>
          </p:cNvPr>
          <p:cNvSpPr txBox="1"/>
          <p:nvPr/>
        </p:nvSpPr>
        <p:spPr>
          <a:xfrm>
            <a:off x="1979766" y="651096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73499E-3F53-C44A-1286-C7A87701A125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60BC93-7841-94E3-73D3-09AA578F4F63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23A5DA-90FE-9C95-658C-FCB743BBA900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304B4-3D9E-1AA3-271D-A5849258CD13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26E095-8EE9-BFA6-87B7-BC0FAB2DD514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B2ED1B-E5BF-55FC-6799-2A66CEED300F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84B5E8-1B1E-D6C2-16C1-A6DF7C33C18D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A315EF-0CC2-0BB5-C8D2-233AF1167ABF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0270C2-302F-F08E-5B54-7B9DB80AFA6E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5AF77A-39E1-0A07-F86C-6D8161632042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2252697B-F4B3-4EB8-5BEC-B4E05A5F89FC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C7353E9C-8590-41A4-0190-E18E3D99F0E2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8657F5-A77F-C529-138B-0CE25C1F4FD2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연결선: 구부러짐 225">
            <a:extLst>
              <a:ext uri="{FF2B5EF4-FFF2-40B4-BE49-F238E27FC236}">
                <a16:creationId xmlns:a16="http://schemas.microsoft.com/office/drawing/2014/main" id="{335A4CA8-0A03-0F64-56CE-34040E866B40}"/>
              </a:ext>
            </a:extLst>
          </p:cNvPr>
          <p:cNvCxnSpPr>
            <a:cxnSpLocks/>
            <a:stCxn id="1248" idx="6"/>
            <a:endCxn id="1302" idx="0"/>
          </p:cNvCxnSpPr>
          <p:nvPr/>
        </p:nvCxnSpPr>
        <p:spPr>
          <a:xfrm flipV="1">
            <a:off x="6500031" y="722598"/>
            <a:ext cx="2223496" cy="1496310"/>
          </a:xfrm>
          <a:prstGeom prst="curvedConnector4">
            <a:avLst>
              <a:gd name="adj1" fmla="val 48433"/>
              <a:gd name="adj2" fmla="val 11527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5E9EF2D6-CEE9-FCE1-B6A3-9B1E7B64EBF0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FE680D0E-56A8-95F8-D4B9-E8B0A40608F8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9B47EE-23E3-1220-A391-37B7E580F016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003B02F2-4370-F0EC-BA38-80788D24981E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25">
            <a:extLst>
              <a:ext uri="{FF2B5EF4-FFF2-40B4-BE49-F238E27FC236}">
                <a16:creationId xmlns:a16="http://schemas.microsoft.com/office/drawing/2014/main" id="{120F0B85-7F1E-859C-7E1E-AE8FF9452983}"/>
              </a:ext>
            </a:extLst>
          </p:cNvPr>
          <p:cNvCxnSpPr>
            <a:cxnSpLocks/>
            <a:stCxn id="1175" idx="2"/>
            <a:endCxn id="1228" idx="7"/>
          </p:cNvCxnSpPr>
          <p:nvPr/>
        </p:nvCxnSpPr>
        <p:spPr>
          <a:xfrm rot="10800000" flipH="1">
            <a:off x="1230989" y="3200085"/>
            <a:ext cx="7459602" cy="972342"/>
          </a:xfrm>
          <a:prstGeom prst="curvedConnector4">
            <a:avLst>
              <a:gd name="adj1" fmla="val -3610"/>
              <a:gd name="adj2" fmla="val 14496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D340CCB8-9B2E-1D7D-BE30-9D92E80C8276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225">
            <a:extLst>
              <a:ext uri="{FF2B5EF4-FFF2-40B4-BE49-F238E27FC236}">
                <a16:creationId xmlns:a16="http://schemas.microsoft.com/office/drawing/2014/main" id="{F2DF156B-12E9-2AA2-1289-91BD3892BAA8}"/>
              </a:ext>
            </a:extLst>
          </p:cNvPr>
          <p:cNvCxnSpPr>
            <a:cxnSpLocks/>
            <a:stCxn id="1229" idx="2"/>
            <a:endCxn id="1263" idx="0"/>
          </p:cNvCxnSpPr>
          <p:nvPr/>
        </p:nvCxnSpPr>
        <p:spPr>
          <a:xfrm rot="10800000">
            <a:off x="6425893" y="761803"/>
            <a:ext cx="1654876" cy="3769587"/>
          </a:xfrm>
          <a:prstGeom prst="curvedConnector4">
            <a:avLst>
              <a:gd name="adj1" fmla="val 47895"/>
              <a:gd name="adj2" fmla="val 10606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F2D058C-FC3E-40C6-158C-E6F78823AEF3}"/>
              </a:ext>
            </a:extLst>
          </p:cNvPr>
          <p:cNvSpPr txBox="1"/>
          <p:nvPr/>
        </p:nvSpPr>
        <p:spPr>
          <a:xfrm>
            <a:off x="636444" y="4046233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06EE9C-27FA-7C18-4027-33D175DE8554}"/>
              </a:ext>
            </a:extLst>
          </p:cNvPr>
          <p:cNvSpPr txBox="1"/>
          <p:nvPr/>
        </p:nvSpPr>
        <p:spPr>
          <a:xfrm>
            <a:off x="7525721" y="450319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6A594-9375-9391-F980-C19518EC12E6}"/>
              </a:ext>
            </a:extLst>
          </p:cNvPr>
          <p:cNvSpPr txBox="1"/>
          <p:nvPr/>
        </p:nvSpPr>
        <p:spPr>
          <a:xfrm>
            <a:off x="1420458" y="124266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248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B8DF-35D9-743F-46D1-F35DE015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CFD75D0D-D0BB-7BD4-D925-55239FC97F77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5A95254-21FA-6CC0-CB79-381F8BB152A7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F8E4AF57-37C8-1E1D-4F00-29426CB7015E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3F15884C-0976-98F4-7CEC-8BDA9745DD6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754E5A33-296D-7E2E-C6BB-703742A86277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F3A50D53-D610-2BB8-F579-EA8538C53904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C9ADF080-8481-A842-5166-924FB5348319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3445E15E-C305-373B-7E9E-FB6053CE834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B0BE8F66-959B-9A0C-1DEC-729F0C53634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6FD232CB-7878-E7EF-D718-D1C15DD3F62F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D1835BE8-88A0-9C4E-2979-0C696FE4FB73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9A455D80-8192-028F-8FF5-306DC9C71EF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71F8C2AB-00C9-E704-DD7D-9FB3A7064A1F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25AC9717-91DA-C19C-5974-BD6A9B64B6A6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917DB667-7E16-49AB-AC29-4DA169E1401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A89AFDCB-736A-1980-D4B9-BB078D1166C5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4A2F4508-0130-B290-8C80-BCB43C2B150B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D5EC8FF4-928E-1A64-D85B-938C528AE037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9E91FAB-FC25-FE69-7C80-E8470F932148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8AABD390-3D21-4E5C-9779-256F00FE87DA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03BF728C-43A4-542B-AE44-22C59C06F569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08B49A11-743F-9F16-8DFA-66055F2C683D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BAE46C8E-4DD0-34F0-3722-A1BEB013AD7C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C9D5B6CC-125F-41A6-BE40-D2836642827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18672B35-C6B0-10F1-F7D9-6211E550046A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26374E5B-D54C-5FF6-59A1-45100E5C14F2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5B6A321-E7F7-D6F5-4E04-56473645071A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345DBA3C-08C2-91B9-40DE-3D9D94C5106A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6B007DAC-6AD8-02DE-A114-93C8875B6C79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F747D4F8-DFDD-AC94-2491-FA6822016223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462B8753-57A8-228D-6EF7-E89741661C53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E8B37ADE-DAD9-4274-9A40-0407C34381FE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F53A2D07-6586-184E-5305-48C787FF7177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E8A36794-3E74-47DE-3E1B-8CD461E8665E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C675A17A-F862-E62E-BC85-1C9EB804341F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B37E5704-5742-A7E4-F26B-52F0A3EE9076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7B77FAF9-1D19-DA17-5950-62384A8966A6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8DF2F8EE-9396-270D-101F-4EF0ADE3931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E9C561DF-B853-3CAA-EFBE-60418AEDF33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D14739A4-213C-B7BA-B9D4-C979D14F5BC3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A4A206ED-9584-6EBB-DCE3-008DDF05F4B5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D44FB45A-E949-1B37-2CBB-D075C09053C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825288D5-90CE-A837-650B-1B8AED1ED977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5E53458F-F413-F9D7-EAE2-805BA2B43242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7F14148F-E8D8-CC36-6045-F3B5ED9FBF5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12949832-F9CA-7262-56D6-636387D5D936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8192E0FB-A91F-72A8-E359-71C171984780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99ED4244-703F-F40C-1DB7-3AA29F84F917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111C69EF-0EF0-A3B0-0758-709F36DD7057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B5802212-F9D7-E3D1-856F-8AD5DFC874C1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0C9A40FF-39CB-A370-8487-08C818D756C8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1DD68312-4219-9420-366A-AEFDC050E51B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1E80223F-6F9D-B6B3-1954-E862B0473704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3E6B633A-63F9-75C6-7C41-8B1DAC535B91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0BEB0DDC-B07C-A6EB-350D-ED10104B739F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2517A3D0-FA18-768A-C728-A38958D1E1A0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41BB9363-2908-0520-0144-F0D126FE1357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38685D79-1707-91BB-06BC-C0ABE172BFA0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C6088E5D-79E4-1E2F-3E8A-BCA25EA04393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2A92C523-6EB7-75D8-9EEC-09F42191E97A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846F79E7-1572-7B5F-6529-C09A95C960E0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4F4F5226-37A7-5238-CD8F-9890B7D5B081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9E3983F2-CAF6-E03F-B87B-EACC6A5C256C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DAD620C9-9342-5F58-0200-6F6E2F90361A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DC0F0685-F544-1712-AA11-EC28B27B1F31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BE92F1FC-DA45-96C8-02F6-7EA9479151C0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05A6C664-2620-FBFD-A11C-AFC7118A4298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773DC97C-B287-DBA7-CEC8-FB122AA5E0CA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D3433046-5942-343D-EF0C-3184DB5722F4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6B915A05-0EEA-C846-AE63-08107E0E5210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A70CD81B-73F9-44B7-325C-A70826DE7F8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CE827E2A-CA3D-F3CC-2627-AB3B0F27FEF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53B71D83-B058-431B-32D9-F1E536B8EE5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5F09049C-0B9F-D873-2795-CB01EB09A6C1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92DE3C8D-DECC-0B0F-A620-C1D04CCDED09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D3061A50-B49B-69A5-958E-867B79D0B26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AD03ED38-41D4-0771-B780-A332BB4798A7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5CFD8AC4-8718-0965-2A2E-D315BCD3DD50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07B94B31-D58C-CA27-CDCA-7785F8DD757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1425B70A-EA61-2DFC-1FCB-A8B4EA4A15A7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241DB91D-EEA1-772D-5BD1-3E94AF035480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E9F40C24-77BB-1A5C-9D92-255A4DBB5036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069F5A3D-97FB-6250-B589-7B6E67FEABFC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7EF03D9B-5E8D-958E-C69A-CF248DA895BA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30AE1B03-EBE8-FCA2-B4C9-38110986516A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26C4E9AF-E3BE-9682-D4C4-93AF7D3DA50B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DF17FD46-CA01-207A-07BA-A970B35506F8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1C8E2417-F523-8E64-7E63-005A85BE6E2F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369E7AF7-D761-CEFE-8744-5C572C541334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C19623E4-28CC-34E3-2C56-734819FE92D0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88A00C67-8AD9-2C00-3524-CD653CD0258D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5F57A0C0-4EDC-900F-D64C-322E7A98319D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4764B323-F42B-40D7-B15C-C80F042C1362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3A1394D0-6339-8C6E-5536-FE7E802AC97A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C16FAD61-4BA1-1FC4-EC19-41B8C19ABE1E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13828818-0D3C-D0E7-980D-6B3BDD7AD330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FD097720-52B5-2448-C67F-59C22AE3AFB8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F5529508-818B-2234-9DBD-76DDBF19A8B5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96135F7D-165A-DF55-19A8-C8BD5EBAAEB2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42FFF534-ACE0-8E3E-1878-85C4C7ECDAC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BB3C420B-5C0A-D9E6-A73A-1920B59B7E3D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0F06C12E-AF25-641B-E421-2831667E165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CA8B4DC9-508F-E039-FC7B-233C504D072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B84FD9CF-7A9A-995F-57E7-603FF8BB2C0B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FD1F906A-093E-0C18-1A4C-EC968C3FDF7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478531DE-2451-E4F9-57DC-93B74D95818D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B0AC1130-8169-5342-70FB-7DB1D3D88C50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C0460A1B-D79B-17EE-3B8D-E1D5FBD0715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C22F500C-82C2-245D-E959-D08BCFAD2B20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7D34261A-FA97-F926-BB4F-6197043F886F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60288C7C-C931-DA7B-CF1E-BD8EFF9DB047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561B17ED-917C-34B1-591B-40BF138152B8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26B60E80-829B-7C9F-E882-B99341FCBDF0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F600D0F5-C4D6-9884-7242-C2DED33D94A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A873243E-571D-6669-B88B-CEBA898B57BD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934CE261-970E-7587-9753-68370A95C23F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DC593570-6A60-4AF8-3F5B-4E2E63A9E22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93B1892F-F75B-90D4-AEC5-403D4F3928E3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C98277B7-68FE-906A-E45E-2D0A70E3A6F7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827BDACC-040E-456F-160E-73282DD5E953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838BC967-FBA3-9F77-3B9E-26DBD5188594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B4AA4186-7041-250C-47E4-9E4E2997A23C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0AD5843D-42EA-89D8-D231-0E41C80D2F0A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26956B0E-42F1-4308-BECA-B35335D90F36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03F04E78-CD38-3AB5-112E-E5F977431E80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48916DE3-6023-C59F-A702-10F735C1706C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51F89E14-091D-699A-0CFD-43A64247B3FE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DF874E19-FC79-DB7D-DFCA-E21A4E93A695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D37B2E61-56C2-D42C-5296-C2252B0D6854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F03D47C5-6010-72B7-68C5-451848003458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71AE87C2-6A66-9E7C-930B-7ED2E70F6F28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C85B88D3-FDF6-E8B1-BD04-768C8199CDA9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6297EBF7-77CD-BE14-7DC1-1F6AD775C54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F2227D26-8E92-E11A-EDBB-0BC5E281FCE6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999E10BC-0AE8-41BD-4CCD-34313FC29949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510EB9CB-CA62-370A-9FFA-94603E68D84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850C8F80-ECC0-3660-B5D7-8A4294DBC14F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A8D6E315-F776-96C8-19F0-0DF09BC80B22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DFE99573-8719-0EB0-7A08-E9D5030F2218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87AF6205-26E4-7D9D-FEE0-A64CB46F95F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F13B7824-6548-1A88-4A17-7AAEEDE84B47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FF89B3FF-F120-8C54-A46B-523273BA4109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18CFA624-16D2-56BC-3D60-A16A1B935CC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0B95423A-C842-4257-0893-7B05E7C57347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25875ABB-DAE4-4DDC-FF39-0C2BD29DDD9C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9E02D865-D56F-5690-682E-74B7590FBE17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EBB2C792-3FF0-81A2-5FB4-D2A337EE4DB6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791DA3CC-186B-12B5-1E5B-3DFD8137F316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83174090-69EC-46B9-909E-0196B3C9E16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F884BCEE-F538-601D-767A-BD17397321D2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4678846C-D99A-6BAC-D307-8A5BC8ACA5DB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399BCFAD-BB7E-DAAB-45E8-943900CB866A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252B841E-D362-D545-6B88-8F0E4C29E7F0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F205D46-A6AC-DA2B-8F65-C8A2DE99773F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029D1773-89B1-D3EC-B9CB-DA87515C98D4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A109CB4F-D6B1-8BA7-5064-067416D4AD2E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8874E2D4-B119-EC31-5ADF-1B5B2AE28C8B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87B4236C-B94D-2EA5-8337-946E16FB7494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251E1461-E3FD-486E-936F-A81D0A9A932C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A48D1C12-04DE-6B8E-BEA2-43A5996EDE7A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B6E7FAAB-B453-72FA-06D7-18BA2BC4D722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906DC05F-5EEE-D259-04F6-270500EF6D3D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BC6798FD-F661-21D0-DE98-40B543619E1B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6F495F84-BCCA-6550-8225-8C183ED6D411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F94F0FF5-F500-C1C5-8246-443269A824C2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9F120EA0-3624-C1A3-59E0-5CF8A805560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58C0E395-FC0A-739D-1F7C-0E040E2F5547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95AB317B-5DE1-D8AA-454A-F957AC7155F6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EA64F06A-B90B-8EA2-BAE3-3E49C657C85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48DD24EA-5BF8-CA29-FE37-3D135E20AF2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1A6350A2-EF6B-461A-E9C5-BB39B7C78D9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87A07BCB-0708-E1D1-FB8A-7915F13A0EC8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500072A3-989F-21BC-80B7-53F6BAF39886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5AC35DCA-76B0-7094-06EE-D0EC5279316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73C8484E-FFE0-3406-EEEF-D1943D8747AE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B96DD707-314E-168F-CCCE-E49668342E20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B81A37E2-9F14-01B4-2139-0C5930DC32D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3C8ECAD9-0747-F162-D75D-CE10E3FDEF3F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07A7E7A8-1BC7-DE93-6616-37DB4FDCDEAE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E1B7E599-D5BE-EDF5-6BE3-99965E4629F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9E149733-FD26-2E81-9297-1D7E1FC0C77E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CEBA4F40-E9C3-E3A9-8409-DDB02A13CE0B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C7531A43-AEF3-E537-165C-508ADA9E46D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D516A5B8-012E-A668-9D27-B3E287E92E6F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06FCB136-0977-EC6B-AE5C-E96D146AAE47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03410A1F-E295-B046-C17F-0FB36B929538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6A110627-56AA-9DC7-5E95-392B5B5592A4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42C13B55-5A6F-C213-E0E1-E34D9054ADCB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AF7F605F-278B-6981-B5E4-6C376138BD67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6447A7F9-9E1F-EF3B-FDD0-EAFA4CB7E28A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C9FE2092-19D4-2C06-CC9D-D5394287238F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3AA1D9F2-815B-2198-C808-A64795320344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B0B424E5-43CC-304A-FE4A-B9462E872429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B9274941-E0AD-D8E0-EF15-FC8E7C3F42F9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6C7AC476-6357-A0DC-0F58-A393F5BE4190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B99A1B78-FFB2-DEDE-1164-632075846699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E5311E37-5DA4-F816-F235-57C28F5E0B8D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C4087319-7AEB-4A25-8510-C86817322BF7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03579029-A8F0-0B41-8064-DA578D952ABE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CC60A063-86FA-8756-64F3-658A48BF701F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4FCCC45A-6D36-35E6-87A7-49B8E2AC575E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E6B98686-9633-E1DA-9646-8C47CB600A1A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50219E80-1732-0673-A1C5-44B659A9AE2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01CB5D89-0262-3D6C-7489-4842E9704100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05A4D1B6-03CB-1336-73ED-2E70F7BD94F5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7DCFD787-496E-3C50-613E-81806787E64D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82D3EDCF-850E-469D-FC73-68F39DFD1A03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35593903-D914-7DAB-ECA2-8071050525B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3A7A3D8C-B431-FD0A-7841-377405E730E8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59F89EAD-F91B-1400-959C-A2210C0BB4E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FB8798D8-680B-3EA2-9E57-CDD3A28020F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9D8C474C-07C1-19AF-7357-C2684B093A0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A526D454-EDE3-7FD2-6DDE-CAE9C59F0D48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C7415145-253D-A7CC-D7AA-6065517B18C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F5D8E50D-BDFD-34B7-7450-6C032330392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2B785419-AA77-1692-A66C-4DB65539BB13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7990CB87-4594-1F25-9EE5-920D0A49DEB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B045CCB0-D0E7-1B10-081F-CDF52110BB5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779B890A-9C12-1A2A-A285-542F922BEE4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EF6E2282-5636-B13A-F1F9-655116536E3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FDF47585-049B-9AE4-99B9-FF60D5D3BE0A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1D5711AE-975A-7632-46DD-8D9549108A97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9CBE9571-2517-634A-320C-75804CADADA9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C6FB978B-A40E-5C99-AAFB-DBAA324DC6A0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DE7B6752-984C-8A83-CA28-D2C447F5DFEC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6FF1501C-AD5A-2952-F5B8-F1E91375404D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504E7991-8FC8-A9AB-5743-8AEEFF779CE3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504BFF35-0D1E-941D-8CDC-B3B925DB32CC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3236DC3A-B121-C959-1441-AFB0A77A8BA0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0DA9AE1E-FE08-D052-0C0E-D65B0465262A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D0A25B68-B393-4C5A-0170-355A3C56EB6C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B03F31B5-74D1-B2C5-C8AA-7AAB400CEB6C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C5FD09E5-5AC5-5C40-7AE3-D7B5CEBA30A8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B6A91BD7-C977-CDF0-649F-4855231F4B51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DDD4ADE6-27B3-79FE-FA7B-D5FEA6375944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12931F08-06A8-5BD2-50F6-8ADE1A65034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DFC2070E-CF4A-0445-F374-91519FB3E982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60BEE410-7759-3FF6-B873-BAFD49E17758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E602901A-4CE5-3860-E670-4412DDD4DD05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868CC107-5521-72C5-0EFB-D2D062EEB1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CD3876E1-711E-F0A8-D2E6-27ACC43AF3C9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B3220C82-CA4E-D6B2-A9BA-B854257908D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8BE2E193-51E8-9D73-4D46-AA28393FAC2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1CDC1C65-05BE-9CBB-83C3-4303A0A598A8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1DE67874-0754-28C2-AD0D-4E78880180BD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5458B675-C883-4069-EAA9-CA053C018492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9F8CFB40-BBE5-17E3-DC4D-A285FAF4737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CC092E2B-0296-659B-B03A-642B74B72D63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47B970FE-9CBA-2EF3-4150-5E0A187F466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E63BD36D-8E9A-5D03-C3EA-5261A6559EC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A0B72059-9B66-A938-CB50-860AFE4B321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30416D78-0CD5-8C8A-581D-9521C97818F5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2AB0627C-E4C4-F280-09CC-1ECCF81B552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4560521C-71AD-E5EB-CBE9-2A82A72FEBEC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626EE329-67C8-4DA3-28EA-5C2B05EFAC8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396AED93-57B3-4116-637A-A95CF4DA4B44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96F00759-5E05-F363-0F08-D1011F6D1659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135A7F14-5F11-B4DF-EB4D-F57FEB88E2A0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30035768-E3A1-A46F-6625-73E18FF08BEC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B0FE6312-E888-8C61-95B8-03D653D82CC4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2EBED3FA-5893-099E-FEE1-98988A62D2F1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71F9051A-0544-458E-4594-F1E532D9B18E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D80FED19-3F15-3503-A382-BDEFDDCADCB9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4D6A542E-BE4C-180C-C607-8C976828B577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CEC08D25-0985-0B1A-F63B-C0D0E797C9F9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B4CC6CB7-9AD4-127A-2336-4EDB4E66357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3277350F-BFBC-2E07-9628-A2208CECD790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63CA6005-0FA2-B129-9EE5-0EBDDE7E74F2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DCB19EAE-D701-7A50-27C7-247F47B289F1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BF7ADD4A-3CD4-8EE2-98E3-8555ED5745A1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52238ADD-E104-68D9-99CB-C0EE4F2270D9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ED825ECD-1D7A-EEE9-81B6-B54FD18AD6C3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263DCAA7-8A10-14FA-3AF7-CF41E3C43B88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008E54AB-235F-8C9B-2C2E-8408E2CCCC9E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1FCFFA0B-B3E4-B11A-9D19-786570F168DB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BFCF42ED-573D-2191-0A48-F77C2BC0EE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B07AAA9C-7FA8-B25A-23BF-2486DF9299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6870A7F6-6919-203D-DF57-797AB526C6FB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D83C0763-8F58-7BE5-1A45-0B635D38FE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9D221187-CFB4-75BA-EE11-0EFE095703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EDD7474A-8AAA-3D9C-BEBD-7ADC97C243B9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86BD320A-BBAE-1568-BFFE-7E3D15D138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89E45585-E98D-C410-28DB-46247752F6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9D955F42-2FD4-3229-5336-676085307B63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40F1D14B-67B0-231B-DF38-010C47C28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B713F783-A016-D82D-B50E-6CCBBB3AA9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34444FDD-5347-1FB2-62A8-6983C0796E21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D516A64F-55AA-D9CB-B03E-A7D876C58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8797A254-3C67-A0C4-ED39-90C853A1DC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F02CB543-32FC-82DE-1F67-A8271FC599DF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7F67630F-B436-214F-5ADB-8C9EDE5AC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B0DB9B4E-61BB-0F0C-9327-2D01EB3AA8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D3380C6F-AF40-460F-A726-3663D7977349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C680B9AE-B1DB-B2DE-FC4C-1E0F19F95ADF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32FFBD39-11DB-D143-5B7B-9F1D9F9357AD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E1B62B98-64A5-B359-033F-47C9523EF1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4C1A89B0-661A-DE94-B84B-E75C86B22E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96DA4332-A8A1-8371-470C-F3656271861F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113A3C62-89B4-83AF-7921-EC5371206C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A1338D6C-51DB-3B65-5FF7-0FED1EA2B4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F5AB1BF3-9A27-FD35-E270-6CE330CCEADF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375AD643-5B8F-53E8-A322-8C9DC718E919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E31DEAA2-B492-475B-DE7D-CAB9F29EB00F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0402156B-0CAD-C3A4-8F56-E9F1E36DBF4D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8D471420-3906-D100-4AA1-2AFBFEAB8F46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FE114CCF-7398-C9DC-D0A5-C5CE1926AEB9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697F10FF-3490-DEA9-0EA5-C279A9EA289C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0AF15934-C585-2218-2FF1-CA48A42C8CE9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978D5B1B-D3F7-BF4E-82FB-0F47F95953C4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1A338942-1ED8-7226-F00F-4801E929CC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D93DF26A-204C-C01B-934A-707E66868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8A110240-BB91-417B-BBB3-C74948E5C6B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CCE4A672-7BA0-8081-AC79-EABB785AB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9A5166A7-59FF-DD22-9F0C-2174AB8D69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DCEDFFE2-D2A1-D328-6FE2-CD4C10153861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4F434D60-4A2E-D5EE-CAEA-8BB7C19A4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E4F9B116-A535-A851-9674-7B04747D97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42DBE5B4-AB47-4011-1C98-B1A984C8FDC2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9DC8DF28-D5A5-EC67-E9D6-1FB49D8D5B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F68FE8FC-893A-A764-EFE5-FAC0429B05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E67DDD55-8F30-F2B3-8FD0-A061C5748950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D7D999FB-3148-DC09-879B-8EA40ECAAC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53ED7920-45A8-1DA3-24BD-268E061B69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98B03492-46BF-5AA7-AB8D-80F6D462F8E4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A4EEFBC0-BFEC-A655-72CC-C3628BFD7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D6507E17-F7CF-D24B-E744-5D379FDB39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160AF8D2-AB16-C515-23B3-932BC4D28F1F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78916961-FBE1-193C-CCAA-14D8FA99DD83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A56C8FA3-9310-8153-AFED-25367E3A49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3D9995BD-2FEC-A004-3717-AC64340FFA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8454B837-FBD4-D5B6-D637-AAB83D4BF8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D538DC0D-61C3-BD3B-DD66-E7765BDD34C7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1D293496-E93E-9A9C-6B9F-51BD6D45F9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7FB12DA1-82DE-5B15-C5A7-736F510DAE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BCF14B9A-072E-983E-8B5E-3414587D1FE2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3A5FB280-91D3-77D2-38E7-4E5AD9B679AA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848EC90-8F40-B166-3A3A-288DF8BF26B6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D045EE43-7E02-CC7A-0F7D-A0179CD7E855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2101BAE-5B64-43F4-4FEE-057683AD3EF2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10ECAEEB-527B-5D06-932E-1A68A83B03B6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FE19EF97-B04D-40DD-51B9-CA8CC34565F5}"/>
              </a:ext>
            </a:extLst>
          </p:cNvPr>
          <p:cNvCxnSpPr>
            <a:cxnSpLocks/>
            <a:stCxn id="1136" idx="0"/>
            <a:endCxn id="1263" idx="0"/>
          </p:cNvCxnSpPr>
          <p:nvPr/>
        </p:nvCxnSpPr>
        <p:spPr>
          <a:xfrm rot="5400000" flipH="1" flipV="1">
            <a:off x="3925033" y="-1614988"/>
            <a:ext cx="124069" cy="4877651"/>
          </a:xfrm>
          <a:prstGeom prst="curvedConnector3">
            <a:avLst>
              <a:gd name="adj1" fmla="val 284252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9A4D13DF-364D-81D1-28AF-A46B865A0CD0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811ABF63-D653-3789-2B11-5C5B053C1A36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40508CF-F7C1-8E02-FD02-FA94E6678848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4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DB087-D210-9DFA-E78A-87C6C5B47574}"/>
              </a:ext>
            </a:extLst>
          </p:cNvPr>
          <p:cNvSpPr txBox="1"/>
          <p:nvPr/>
        </p:nvSpPr>
        <p:spPr>
          <a:xfrm>
            <a:off x="1932365" y="437677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CE5D25-F0C8-8329-32F3-E891443E76E9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=3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95B322-9737-14DB-5B2C-69CFD4EC1BFB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392D2E-91C1-A4A7-2BEC-7FA861F504ED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626477-0421-A513-CE4F-99EF17FA208E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4746AC-AF2D-3AB2-4174-16E4B11F14A5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D1D7B0-175C-4275-6FC0-65C7C42E5E2F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CAA137-2798-8AD9-1F6F-64C176181B7A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821E86-0C57-A74B-845E-1CC56846886A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39ACEB-DE27-736F-7BA9-FF43DD7D684B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FE494E-203E-400A-50ED-962E49DF63C5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2982CFE0-97B1-B802-10D4-78585CBD0EBD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D822E844-B7F3-4415-B757-F9DD6AED027D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4773F3F-8669-DBEC-AC62-AB4B85A35F4A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4" name="연결선: 구부러짐 225">
            <a:extLst>
              <a:ext uri="{FF2B5EF4-FFF2-40B4-BE49-F238E27FC236}">
                <a16:creationId xmlns:a16="http://schemas.microsoft.com/office/drawing/2014/main" id="{DEA7AFC0-3222-D580-7EE8-B857E02BC74F}"/>
              </a:ext>
            </a:extLst>
          </p:cNvPr>
          <p:cNvCxnSpPr>
            <a:cxnSpLocks/>
            <a:stCxn id="1248" idx="6"/>
            <a:endCxn id="1302" idx="0"/>
          </p:cNvCxnSpPr>
          <p:nvPr/>
        </p:nvCxnSpPr>
        <p:spPr>
          <a:xfrm flipV="1">
            <a:off x="6500031" y="722598"/>
            <a:ext cx="2223496" cy="1496310"/>
          </a:xfrm>
          <a:prstGeom prst="curvedConnector4">
            <a:avLst>
              <a:gd name="adj1" fmla="val 48433"/>
              <a:gd name="adj2" fmla="val 11527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3ADAF24E-55B6-EB8B-3D0D-D4E158090F3A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B8389852-E510-7E84-7DF0-4341FDEDE830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6E3346-D691-51E6-3FBF-44419EB8F9EB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6A50FE3E-FE89-1105-1FFC-BBD2965A06BC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1F9D5C63-92EC-38AD-C916-8BB6015CB11D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3E315C00-CB67-0859-6352-9B3861D4F943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DF4D1C-67D6-2A4D-01C5-D0D41B02616A}"/>
              </a:ext>
            </a:extLst>
          </p:cNvPr>
          <p:cNvSpPr txBox="1"/>
          <p:nvPr/>
        </p:nvSpPr>
        <p:spPr>
          <a:xfrm>
            <a:off x="752546" y="857757"/>
            <a:ext cx="4784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98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32E2-BCA0-556E-CF5E-2BEF4196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C01DBC16-17B2-2DD4-BF60-FD951C8BBBDE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FA48ED2D-1D7A-64A1-AACA-B5A97B8061EF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33ADC468-76DF-7B16-E771-BA422E108985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D26465C8-163F-629B-92B4-AA32BE8C596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F90CDF10-BD32-AE54-4774-990CCDBF861C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F54F15F6-A05F-00D9-A86F-7994EE487DB7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7A8CE766-98B9-0249-B468-853A76DDD55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95656B8A-F434-7569-19F1-925C4191A5F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08315494-CD78-72D8-6B6F-85680D2098E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DA4FE8BB-515B-1C95-BCFE-D00F0ACA1932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6C3AD717-2EF8-55B4-38DC-508F37926069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759CCEAB-B6C3-FCCC-AA9C-3914ED8AFFA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7BF7E342-A9BD-352F-4195-C21807231E4B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02DB8827-FB37-E6E8-C441-C62069559268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C2785537-EA6E-248F-A19D-DD58264AA20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35D6855A-794F-A18C-8016-509B9A70E588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81EFE0B4-BACE-48D9-84CC-C0145541FEBE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5F11E976-B8D6-36D6-84D7-965251248674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3A0CAEFB-4E23-BB65-B421-76FE870DE266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7F696ADE-3585-EA1D-24BB-C4028E079C76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349D96E5-A0FF-6CD7-875A-4AD0628DBB8C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A3CCA950-8CA8-27E1-A1DD-9162590BFD3D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7B649887-7ADA-5569-E44A-609109E836B7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441F8FC1-8C5C-A7E6-C0EC-5DB55839091A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9A443AFF-A0A0-3745-F24B-4DE59B210849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6BE0B43F-8F08-CACC-C972-E3742CAF0950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21DAECF6-529E-2523-ABF4-E57D09B7E601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E6F9C9B7-A4E2-EEF3-B630-1EF36BD00287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7B17F04F-ED79-0E6F-8B3B-D219E1C77BA0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F7D8414D-292F-5E23-D1F5-54D72A670D80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0B06F77A-A8CD-E36A-6E11-AE15B2FDCB31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FFB6A283-2EA3-E35B-04CD-606E9AD0BE92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472B46FB-31ED-7DAD-D986-DA8E36CC6862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8FFEC466-AECE-CBAA-6827-3DF8696D9409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A3B3E221-4972-1BDC-EB78-1391CFBCE14D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91CCBAE3-9954-6752-32E5-6EC1C8BA130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A65799F8-4AC1-6E32-BB81-5ED3DF5A1CE8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F3F881A0-9A23-35EF-C62F-62651B44950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519C8C9B-5E27-AF49-D9A2-95D108FA3956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E067AAAB-A99E-792A-BE23-15A73A8F5735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FEAECD8C-8A40-714E-FD2F-8309AB512B9A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D173C39D-7331-9D40-3BBF-545D3A5FFA9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6A9EA831-6947-1428-A261-26C2627E074B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335135DB-BDCA-19DE-B6BE-781B5871CF2B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AE58AF58-9DBE-C93A-5045-27F4C4E90E9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56E6F350-C887-5AA9-0FA3-B8AEABC37CD8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E946E7E-3FD5-C0E6-2067-BFB507AE45EB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BD1B0E80-6CE8-670E-955F-1BF02CCDA4C7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CD541FD5-EA13-0091-E552-75F85352AF95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EFFCA389-4BA5-4BA2-0EA3-7414425E6FE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E26B4B40-C826-08DD-F7A6-7955D3F68FD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82F66227-B3EE-F597-6074-D6744D6F979C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2C91BF8D-6023-2B7E-A942-4405F972AB72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CA257F0C-1F18-916B-B8DB-141FC375ED99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6ECE5CA7-B738-8FD5-70B7-1B7F3F77F5AC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B5598346-995C-E0EB-7A9A-E96D0E353ECD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F4FB6748-8B4C-71CE-72E5-535926D03F1D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DD470A4-F0CA-AD4B-C1D8-3C6A778D313E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80446A87-8C64-4BB1-BC90-FE3BA9DAB53E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BA6812A9-A885-8997-C989-22E6879B8E88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30FC9BC1-3287-8D0D-4193-8D9024A8E134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BCFA59AE-1131-AB3F-D00F-A2F2C34422C3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2FD13D31-BA58-BE9D-7D34-D0F3D22C589A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7C95E69B-26F7-D9C8-C412-491FBFD18DCD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6420D960-0E3A-632C-279F-924580EF2434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5BB85046-4489-D8CB-0D62-BA82303BBEF5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368EAB84-1B7B-19F3-14BD-5B045778E107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808D8168-BC9C-083F-288C-F06C5A22370A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BFC936EA-A2AF-449A-6EEA-2477B66464C7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23D9B86F-408B-1EDF-63F7-C16E20BD0F19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40BF9A92-34C9-1B8C-F011-8755AF58CB5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B3952BD8-7600-8A2D-F034-1E2563AEFE9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8265E394-6F01-A8AD-87D8-BF0A79524280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B461AC5D-A222-3D15-068E-AADB3C013030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71457A7A-6DBF-4C6E-6624-C47D4B1BFCC9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4EC7D464-13FE-F07D-DDAF-2DF0881646A5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DB44964C-5540-F180-34C7-7C96538D5F9D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EC6EA4DB-AADC-484E-7F58-57BA86AD9B27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B6FE5BD6-701A-B577-78D3-BDA668B58EA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599F895E-5DC2-6C3D-735C-E90AFB944D7F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80BF92B7-3503-9670-359B-CCD8700CDC8A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11FCC670-AE57-DDE2-ADA2-73BFA48A2360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2D686E0C-332F-65B4-50DA-B9639981203F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934BDBF5-D9C6-F65B-22A5-18358594103E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B6C9B1E0-B5A0-9CFF-A186-AE8406A6254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B6C975E5-6EFE-0B1E-B294-74BCC4FA8629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1E35FBFF-0E6A-9A0C-10F7-9DC17F843F16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60F48BFC-CB35-8E84-2301-1228F78D88F7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D7CDD991-DD1F-FFCC-C49B-CB1DD6BCCFDA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5F72DA9B-EBC3-7B13-BBD6-49C9E91CB701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4574D56E-A2E6-8292-BC91-9991973085FA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AD06A30D-77D7-68AF-CACB-F3C2EDD315EE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41633FCC-16A5-8F83-1CAE-932E4313C0C2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C7B48BDE-CDD1-C8EC-B09B-5DBE4A29F128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01B1E71F-8137-635A-F456-14777227F5C7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5BB50E64-B3D2-FD86-00A4-412BD57556B6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9857C09E-1393-D71F-3D7F-ABBA9B380BED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F4D3D853-17E0-FD16-A19E-083EBE285A32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36B3033B-A67E-2508-E4ED-D54763A4DDEF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3A82B5B9-96E9-2BCF-6D7E-F27DB7396DF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69C0FEF6-13FA-C65D-E2BD-306BFDCDE95C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552D8454-8FA2-DCF9-A985-B6233BFE814C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819F8D31-B8D4-1B5E-C438-3CA9671D746E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DFBFA587-D5A3-33E4-82B5-18A22419659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A06C7CF8-A890-3FE0-DEB6-9E5E20D0DF3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292A30F3-5502-7F39-E122-1D54214FC37A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F3A340E0-4E1F-CC51-DDBF-7B973BC700CD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C7A4EF12-E226-07C3-5D6C-2DCA988682D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26BF0B08-AE90-0377-B2F7-47F91B83A866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7D8492E1-700E-F59C-0BF0-D567722888E0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D5013808-09DF-C03A-8B28-2D1AAE084ED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CA44B111-2FFA-B44D-EEBE-D1263F67FD50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4A0D0AAD-8A96-0100-6914-5E2D4275CA4E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804D105E-8B9A-031E-0F0C-723C7D4B19C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5BF270FF-04D1-448C-B3E7-3D27656D11F8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D1DE195B-C548-0CC6-8E6B-80692FD7F1C0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C4925A63-BAD7-DE0C-7E40-4EDA52C08A6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84BE0343-FF7E-0526-55E9-5A484E8EDDD2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96436A31-9BD0-BAC8-CF7F-163A5CA52F79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9D65D3C8-C5F1-FBD0-E769-63FE5DBC35E2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CFCD8C93-365C-D084-70E5-C571926C73F5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23B70970-4D94-81B1-FC3B-2FC78DEA4196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63141A64-1E13-07D9-E0F9-4BF16C8B5239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8C1E2B32-A35C-A613-E1C0-9D9AF47DE55C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35102168-F8C1-E044-4C08-767B1DC727E0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864986E6-CCAA-5450-6247-FC14714446EC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2E45448-708A-90A9-0F7E-490B68D80D3B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DF61989E-0DD1-54DD-A392-F49C2B0EB7FE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FDD1CCB3-FF65-0485-EA3B-0F268C2CCF47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D443267C-64A2-8332-94C1-29A282C5FEBB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DC9A888A-A013-90EA-CF28-281E10924D18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C7C70AE5-59C7-2410-9F26-ABCD1515B189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86D4CB6F-88F9-C20E-C598-1C8243B583C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F1A1D148-E9E4-986C-8F64-3920B522EF40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5ACFFE4B-0B86-EDCD-A7BD-3962F32CE38A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AB133234-B855-57B0-4630-FFF5AAA8E67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44BE2B45-E9CC-9C2B-ED71-5D133B68DB6E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00EFAD4F-E155-E68F-1368-BD577E479859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9EB8D982-182F-1373-8944-0D592EACDC93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3874BD64-B43D-5261-1AAA-22F3CA3603F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E900D95B-303E-45D7-58A2-523DBE5C8B9B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1C8A3DAD-6D91-85D3-381E-71044610E25E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7F064AE9-EDAE-81B7-04D5-FC8F9DF82B6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660F44F7-33D3-4B66-2DF5-9B8BA8236B18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F92DD050-AB61-D9D2-437C-C3E8AF392396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B5A70F59-40C8-6859-8E09-B2AC137569DD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4BE79BD4-BDB9-A3EE-5FE3-F404634CD93E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ABDC15D0-2DC1-981F-1CC4-59049E10155B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B49013E1-2D68-B3EB-D0CB-67E4431B11E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3540C651-4F9F-9595-C2D6-F0447749DCCB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D1FA3F6B-95FC-5341-2ADA-AF549525867D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64B1B2C4-26B8-9E4E-0C80-2DFD3F679109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26EFA548-02F6-907D-1C2E-FC439FAF6B8A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15089CB2-4162-75CF-5EF0-91FE2F4BDD8A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A1F511C9-F24E-8972-84A7-79B15C3E785F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79D78CBD-EDFC-A9AF-412F-9E239CD1A5FC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A406FF26-ADD9-04D5-C952-F852BC02C0D1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C0DDED33-AEA6-9075-694F-98966E2271C3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1E9D2846-14FD-18FC-AE1D-E84F046BFC6A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26C6E891-FF14-59CF-8F22-99F136AD5993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6C19E644-043C-8B58-8D6C-5E548EBAC19E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E64B19FC-FBC3-7798-4466-7919F3AE52CE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F088989D-98FF-3C17-DAC9-801F13480769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4C69686A-48F2-85CB-5BAD-D1AD6D32DD30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D2AEC634-D092-1F10-5791-CCBB4CC84EB3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15070568-B29B-E97A-1AB0-A93AAB76C8C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C960BC90-EEE0-134A-51E9-BA055A473722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1CF0C1C8-8D95-1526-3BB5-04B73F7DD488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04EB953F-08CA-69B9-C1A3-90BD15263B2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069D8185-4339-3786-E85D-867186E2442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43334815-5A74-EBD7-2405-1ACDE06FAFF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38DA873B-3A75-4CD4-33B2-86515022CB14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8412C243-089A-FE1D-C94C-524487CAB30A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BBCD7AE4-3532-F392-26D3-174830D832D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5E7399A2-0550-9666-30BE-2B6F78B4E4F9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AD9220A8-B2DB-253E-12B3-EBC7095A2B6C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AF54BB2B-0B4F-3CBD-42E2-44AF38E4352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1799A2DF-705A-C18F-E50B-18E87F81CB8B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360C9319-F057-A044-BC7D-77FBC21CC69E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80746D49-72E4-38E6-574E-46688852837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90278BBF-7B37-195A-427D-286B47E90E93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01D39EF1-ACD8-4561-D5C9-C6B7F3A70B0D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5B7BC515-F509-57C7-68C6-46E5115CE37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3BECC0E0-F308-8320-7439-ECBCD29F4314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13998FE8-57F4-F422-D3EB-E41C795AE090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BF0EC189-D433-3E23-770B-B68F7C07A85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6337F081-1A8F-B8F1-E7A6-1E60E7F964ED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1226CBEA-B855-79B7-007A-90527059E053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643AECD0-3B39-5D08-0941-9A2FEEDC3AD1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644BDB16-BC2A-C2AE-8B8D-72481F54EF5E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8277EB77-9CCC-3726-A0A2-73407A1BBC00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7BE75E25-31CF-2C9D-52D9-20E6B3D18DBB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EA41855B-6362-0E46-3822-87819E7B35A9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23BE2D23-20FC-3713-56AB-3B0319C84017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0DD42D8C-45EA-B438-EBB6-A41EE10A5856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0C2AF7F2-4FD3-43EE-E33B-80D6ECF1F54C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E78D401D-AC93-2EB8-5CA6-B766373E6CAC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9013EA94-3BFB-CCB7-11FC-BC312CEB6A60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5A9C8D4B-22CD-5093-8E66-471C761D3D79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B46631F8-9C22-C237-0026-81270F319677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E2C5F279-D660-050A-CDA7-07A13A39273A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4D39494A-18EA-0114-656A-8A914D62FBF1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36F73038-2DB5-046C-D946-9FC05A3882B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193CF8C1-6FE8-7FE5-896B-7A3960AD1021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6492D4FE-D9E6-21B6-C864-F077E8AC6C01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3D63036E-EEFD-034A-5730-A10C4D5AF26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992D9EC6-9A1B-228B-EEA5-C35EC212370A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A8AAE856-B860-321D-B841-5BAA3797F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2FD7AD75-F187-0728-6B9B-052A703633E8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34373AE7-81D1-1AD1-CE1A-A13CA92612A3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F34006E8-963C-87EE-B2D5-20A7E3D9BE6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7B364C6A-5D6A-CA73-AE3F-4421F693784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407AC97C-2FC7-ACF7-5DE3-A283F192986F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2200B63F-6202-F8AB-998E-5DD7B053DB4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6B5750EE-556C-B732-8EAB-4076591E5E9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3FE3DC75-141F-9AC5-A6B2-1FEFFC4500CB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D1937585-A00B-386D-9CFC-7D1C3F754C0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37FF7C42-2368-D658-C4BF-7E9A2027353E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AA1A07D0-C83A-03F5-0C81-5CA00A0A7AE2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48DE51F1-D829-0094-72B5-D7379244CF38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C1791975-0900-4547-0C25-27F0DBD3AB96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0FE78BB6-AA1C-9AF5-9BE8-8F353738298A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6538A7CB-BD32-0984-E167-D934845D4BE8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BE4595B9-DA25-81FF-11E4-8EE96B9F570E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0DEE2F2B-3A65-A2EE-86B7-6DF7C3C7D0C0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2E780136-8C5D-EB10-817B-B3136E214D6F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16B1898D-8318-2B8F-7A68-2DA48C9CDC8E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A934AA1D-0A30-1566-DAE3-05339A93BD6E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7EA327A6-0B27-4434-13EB-914922884D0C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B227B1D7-87F6-B9F4-D223-2054872E7B66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146749FA-E76B-247E-5F06-79C2607DF1D9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4CE7BE7E-26D1-C8F6-FA75-04FFD5C96AE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3F60A2FC-6780-C982-4B89-1502151F6286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DE911D1F-823F-6758-1963-CDEC346DB5EA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69F86668-89DA-B4BA-04E2-F1E591F3C395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8EC11432-87E4-0FAF-F0D5-0AE115BA8CE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907D3281-2E04-06DE-D383-C4232E85481F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D34D3D88-934D-E358-64F5-24F82C34F71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5CD802F8-D09E-D715-F083-5817E478792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50EA9189-9985-E935-652B-A3FA05A4F4E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70FCAFD8-7C0C-B86A-26DE-37037C39FBC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AB1E4FD1-2541-24FF-35EE-438A903397D0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D2D523BE-53E9-D60D-37FB-8916A1F5B1D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60DB631E-2D90-96B1-81D8-B32FD7B8C03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3BC3341A-EDD9-904B-C786-FEB9C956DBE1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3B5CB3C9-440D-BDBF-856B-E6B44C66289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179E124A-1093-7ED4-2A0C-E35156F17D3D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D877FAC8-9C3E-5C1D-A562-8D25E67F7098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5493F77D-B1AC-18D1-2CBF-BBD22DFA8EF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1860D26E-6342-67A4-B552-3EDF3BCB279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C0B103ED-1701-9052-256E-0B1F934B9387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0A2EEE63-FA08-452C-58E6-08E3AB17114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327F3DB8-513E-5CA2-11BF-BD660B07280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DC145EB3-BFE6-1C69-5B15-1886D83682B0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1979076D-2E99-467D-AA3A-9FBDBDC0C39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DEEA4A4C-98BF-D8E1-FB8F-EC5A6CD5204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5BEF1842-8FA9-B211-6447-500A041832BD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ED42D896-9424-6F4C-ED40-0A958A8DE0A4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40D1D1ED-F014-B73F-2CE7-6F26133E5F58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F3447DD1-9CFD-560C-E460-C537633955DE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3C0A69FB-2B20-8C8A-ABC3-2CF4DEC2A493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D94F908E-DE23-5671-9F25-6F67ACEBAD5F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B473A77B-87B3-E352-2342-D9968C7A7CDF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C0752C93-FD06-5B9D-854F-47EB5DF5246A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D94CF16F-AB09-476D-D976-16638CE6695C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86C73573-5AB0-922C-B750-603DA14DE8E0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B4B69F60-E839-51C8-6086-84168E1975B4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E896034B-B605-6DF5-5C40-1E73C083C2B6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B3139E02-B6C5-E1BC-BBE3-4E021E3B0510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09C5F2B5-E4CB-38E3-D249-9DB8C4C33207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5EDE8545-1B47-CFE3-866A-7094D8AA231D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19D857C1-7C77-5E18-3AFF-D76F3A619D0A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4960A21B-609F-F6DE-993F-891EDDDFCF30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B6E158E0-19B8-C5BA-4DC3-A7577FDC9E33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72390BD6-C7A7-2FB8-7F88-B16F27AA19FF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FFF30F26-3C9E-191D-C50A-3157DD9821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6546FA82-C88D-4C84-330D-BBBF01D9C6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F9EE79BE-3C01-F952-33F2-5A6705494B35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710D9D62-578C-59FC-193B-A04D8FB6F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DEF75397-5C50-A03D-71B5-6C287D4C6A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3475CD61-25ED-FF4D-1A78-665770BBFF69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F595F3A8-4E49-0B3B-FB61-040868D17F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A9020C08-9DFF-8D2C-210A-3B58EEEE8F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C384AB68-A7CB-E01E-B91F-7E492114C056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2357AD26-D402-0A6C-F713-C1B5A76051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60D3A832-6D18-7092-B357-ABBD0D4B9D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7A055896-F4D3-D5EF-AEBF-2B6663640960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DB44B592-C044-CADC-B155-E0D9BD1C77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928CC1A5-87AB-A64C-651F-4C956B879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FEB4EB76-D19D-3A08-0A1A-AD4B638414F7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ED331B28-F092-6D6E-EE0E-1D1B1E553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2B33FD08-2DE3-9252-D74B-14A4BB55D6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CC562DBF-D59F-19A4-D92B-F997342C489E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74D29CD1-4984-14B7-7069-3C5BF2DFCDA2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859A2D64-5F3B-C863-42B2-8B65653A9C7B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0DF584B2-F72F-1F0E-29BF-B26D60F235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4E9571C5-9537-830C-CCB5-ABFDC0A636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7FEBA10B-9C2F-C170-9707-876EF83C8455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36B7F6F7-376F-75A6-8925-4F90C9EB00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0D40C20A-8C8D-A07E-A65A-C3609D7D18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C6BE561F-5798-03E5-F975-935827E25CC8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332FA776-E50D-03C0-C5E6-0AD0129AEB83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DF5D43EB-ACA8-2BDD-E69D-46E0BC94A7B9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2C96509B-979E-08B4-07B4-CF93C25B1C2F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17BB0D92-BCAF-8C7C-76AC-5E052E366758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BCEFB24F-A4AF-3008-4F2C-F532DC18C173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0F12E4CE-5B42-F552-0334-91FE599D6941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54EC8BBD-6DE1-C116-25B1-FD907175AFD4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88B6B65D-F5FB-5BAE-0B50-E1C01950231A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E6D984C3-52B5-3CD8-E2F9-5B73FADD95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57C24B03-4F22-24F0-9D9B-721DFA6627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5C71E9E3-98D7-95A2-2825-60807D0EF9BB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9F4A6D52-ACB7-DD82-880F-B855AEB481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288B82DA-3B3B-D927-6881-E9E02CF96B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70306FB6-AB36-1377-BCCC-B88DE7716A10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46214394-3CC0-0756-C5EE-454AABAC08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8DD6705E-CEED-5228-6543-A158B71472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6948E84B-AF00-64FE-EB58-835F01ECD99E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3B9035E3-41A1-5548-A3E0-3816A29D44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5DE21897-9A4C-BAD0-6E1D-E6A775A0C8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D4038B85-6972-EDDD-8059-C7C2B68B4070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B07B5385-0C4D-25E1-1FD6-1148C8F4E8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224EE397-B3C1-7B9B-6EC7-A785FBC235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4BF7FD46-ABD3-23C1-8D31-118236E3448A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C6FFDA42-8DBF-1CA9-5246-62134E084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FCEB6F6E-96EE-5F56-DF25-658142C130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4F6B4998-D6AB-6FBD-CCE0-C051EEA73179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48ED4F4F-A9DB-FCB6-1D11-580B81075491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E31B7066-69D2-1130-DE5C-F09CB9D857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1ACF9B1E-12AE-0A7A-6D58-CDC4AED0F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0951DF17-358E-F713-A64D-2DBCD639F7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7543094E-EED7-806B-4B67-3324FDF52728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CD3E2E80-7202-EC85-DAF6-423EEBFA0B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901392D4-9BA7-71C5-F489-AB4D41884E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DEE1E9B9-6E55-4B09-1E10-4714FFBEA84A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DF5AD29A-178F-74FE-8232-31F6C4C63767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00AB74-DA27-653B-FDDF-170EBA28E2E9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60316186-B66A-6306-4444-C934B018438E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E003943-7B17-82D4-3F83-F5A25638DAF3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40BF935F-6F8B-5A0B-A05F-051243B4C413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FECA7466-33C0-6830-569F-50BE0A533E7D}"/>
              </a:ext>
            </a:extLst>
          </p:cNvPr>
          <p:cNvCxnSpPr>
            <a:cxnSpLocks/>
            <a:stCxn id="1146" idx="6"/>
            <a:endCxn id="1121" idx="1"/>
          </p:cNvCxnSpPr>
          <p:nvPr/>
        </p:nvCxnSpPr>
        <p:spPr>
          <a:xfrm flipV="1">
            <a:off x="2565932" y="798601"/>
            <a:ext cx="1575349" cy="1286591"/>
          </a:xfrm>
          <a:prstGeom prst="curvedConnector4">
            <a:avLst>
              <a:gd name="adj1" fmla="val 49339"/>
              <a:gd name="adj2" fmla="val 119407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8EA38188-3ECD-859E-B694-489BF8894FDD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FA8309F3-A6B1-8B6C-6BA4-EDDED06C6602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1D98340-10FF-D36C-1A36-E4570A101F7A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5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330602910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980B5-180B-DDB1-8655-465F39CA0860}"/>
              </a:ext>
            </a:extLst>
          </p:cNvPr>
          <p:cNvSpPr txBox="1"/>
          <p:nvPr/>
        </p:nvSpPr>
        <p:spPr>
          <a:xfrm>
            <a:off x="2506738" y="180665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025448-A324-56C4-9C96-77DA1EBEDCD1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=4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EBD409-9A11-62B6-C104-DE9881B5BE61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D27CA7-FEE5-50F1-F7FA-66C0227951EC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10F325-C7EB-1FC5-3780-D84A8D9AC0B7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64EBDD-CF8A-8504-F7EC-970AF0019B43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3C985C-058B-187B-3A56-83FD89C3C194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D1A554-E0A2-870D-522B-81DAF89CD954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4CAAA9-B2C3-AB03-005E-C7B955DF663E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ADF4B-CD44-5AF9-A50B-EA30C473B773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BEBED2-1A3F-AF0C-D385-9C02F0B4678F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4DE4C7E7-0FB2-CF9E-B3F8-5804D30E36A9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11DD5383-8777-8993-7DA6-B325A02984E3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040180-21C5-E859-F12C-B8D49F8AA13C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SKIP1, 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6C251D30-A782-AB5C-6D4C-CBDD69E176D4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DE243DC9-C2AC-A6F0-537E-1073CC54C0A1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19E6BB-95C7-D546-DC89-813E1A220D4D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C336FBB3-EAFE-7314-8723-1C5CFDEBEEF6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577FBA68-4185-8C68-1644-C2733B2F7493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838CED8C-54F5-5E13-0D69-DBDB1F392EE1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369518-E3C3-4004-064C-709CD1351636}"/>
              </a:ext>
            </a:extLst>
          </p:cNvPr>
          <p:cNvSpPr txBox="1"/>
          <p:nvPr/>
        </p:nvSpPr>
        <p:spPr>
          <a:xfrm>
            <a:off x="752546" y="857757"/>
            <a:ext cx="4784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9" name="연결선: 구부러짐 70">
            <a:extLst>
              <a:ext uri="{FF2B5EF4-FFF2-40B4-BE49-F238E27FC236}">
                <a16:creationId xmlns:a16="http://schemas.microsoft.com/office/drawing/2014/main" id="{1DB6C596-1E56-C96A-CC00-C2B3ACE1E472}"/>
              </a:ext>
            </a:extLst>
          </p:cNvPr>
          <p:cNvCxnSpPr>
            <a:cxnSpLocks/>
            <a:stCxn id="1102" idx="1"/>
            <a:endCxn id="1121" idx="0"/>
          </p:cNvCxnSpPr>
          <p:nvPr/>
        </p:nvCxnSpPr>
        <p:spPr>
          <a:xfrm rot="5400000" flipH="1" flipV="1">
            <a:off x="3852237" y="591965"/>
            <a:ext cx="153762" cy="524845"/>
          </a:xfrm>
          <a:prstGeom prst="curvedConnector3">
            <a:avLst>
              <a:gd name="adj1" fmla="val 248671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5">
            <a:extLst>
              <a:ext uri="{FF2B5EF4-FFF2-40B4-BE49-F238E27FC236}">
                <a16:creationId xmlns:a16="http://schemas.microsoft.com/office/drawing/2014/main" id="{EFBEF6A3-476B-F9B0-7BE5-5ACA91FDA699}"/>
              </a:ext>
            </a:extLst>
          </p:cNvPr>
          <p:cNvCxnSpPr>
            <a:cxnSpLocks/>
            <a:stCxn id="1121" idx="6"/>
            <a:endCxn id="1190" idx="7"/>
          </p:cNvCxnSpPr>
          <p:nvPr/>
        </p:nvCxnSpPr>
        <p:spPr>
          <a:xfrm flipH="1">
            <a:off x="2009847" y="849529"/>
            <a:ext cx="2252772" cy="2325908"/>
          </a:xfrm>
          <a:prstGeom prst="curvedConnector4">
            <a:avLst>
              <a:gd name="adj1" fmla="val -10147"/>
              <a:gd name="adj2" fmla="val 5110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E85A9254-8B1C-39DE-F76F-65158E35DD75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D0D7DE-56DC-D45E-172E-31B494759250}"/>
              </a:ext>
            </a:extLst>
          </p:cNvPr>
          <p:cNvSpPr txBox="1"/>
          <p:nvPr/>
        </p:nvSpPr>
        <p:spPr>
          <a:xfrm>
            <a:off x="707876" y="3846247"/>
            <a:ext cx="4575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5" name="연결선: 구부러짐 225">
            <a:extLst>
              <a:ext uri="{FF2B5EF4-FFF2-40B4-BE49-F238E27FC236}">
                <a16:creationId xmlns:a16="http://schemas.microsoft.com/office/drawing/2014/main" id="{935257F3-E83F-00EE-913E-A8DD7542CC6F}"/>
              </a:ext>
            </a:extLst>
          </p:cNvPr>
          <p:cNvCxnSpPr>
            <a:cxnSpLocks/>
            <a:stCxn id="1173" idx="0"/>
            <a:endCxn id="1302" idx="0"/>
          </p:cNvCxnSpPr>
          <p:nvPr/>
        </p:nvCxnSpPr>
        <p:spPr>
          <a:xfrm rot="5400000" flipH="1" flipV="1">
            <a:off x="3551699" y="-1535028"/>
            <a:ext cx="2914201" cy="7429455"/>
          </a:xfrm>
          <a:prstGeom prst="curvedConnector3">
            <a:avLst>
              <a:gd name="adj1" fmla="val 120221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C6A5696-3AB4-177E-6C44-2A3FFF53B76E}"/>
              </a:ext>
            </a:extLst>
          </p:cNvPr>
          <p:cNvSpPr txBox="1"/>
          <p:nvPr/>
        </p:nvSpPr>
        <p:spPr>
          <a:xfrm>
            <a:off x="4055848" y="97326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01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E930F-A6CF-2D53-1552-2A87304A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33B57D37-3E0D-0D48-1967-C3C8E2631615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567C028B-D3F5-2F7C-8E5A-CF188AD65929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55539CE-6188-0CB9-1284-EC59FF7F64D1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783F202F-6B5A-C16D-F7B9-2386895B9CD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CCC0C577-EB40-2DAA-4576-9DC33E1C7971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675B628D-0AAD-3479-7A17-C5E04ABCA122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728BC405-40B2-1966-2471-1E6D691D69E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ED8A7E9A-08F0-1823-E75E-EDB540FA996B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B8E3F0CC-7702-0DEA-4BAE-C24D9D5B35E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494F3887-B840-6E7C-8F23-F6C2DFD24161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DAD1D163-07A7-C07A-4EEE-62A539DA25D4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024DABD1-7606-CC86-4029-FB2B6A4969E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072E9D2E-B215-8EC7-006C-3E7B530CA666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2426A649-497C-3D53-EF03-666997F93A92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CDCB07D5-5237-5BDB-4D91-88F68E0C8FD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659072B2-1701-8E41-186A-911FF2464320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F480B8B2-9556-69C8-5089-B4F6E835C0F8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F6023E82-AD41-45BF-1648-EB3687357951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9D906C68-14B9-EF2A-4456-968AADE364A0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AC980F1A-1BC9-EFC6-E1EF-B846DC381DCD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7453D6B7-A380-2AC7-A570-DAC877A3D2FA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E4AD766E-E3A3-EB1A-2A2A-BC081A1E2E01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BEF71838-BBDC-97C7-532D-163350E6E3BC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F37B1294-A4B0-F88A-1DBD-652E914790B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C91885DF-425E-4741-1256-A2DCF4F0AE1C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0150203C-3A92-5BEC-C1F9-909B2D0F7075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13016D0C-E02D-4391-00D2-6C477B181A7C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9797B58A-A0A9-6083-AEFF-8F1DE86D34EB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DB83EF80-1B41-27D2-3999-24CDB683E159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AA324760-613F-0C70-0A1F-ED74F8971A3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895767C7-8559-5AC0-E1CA-09A18876F86E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26107283-07D5-484F-116E-180926CB6593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62A1DF95-3A4C-29C6-F2D3-3F2A97A1F244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DEB27107-2C52-1F9F-48AD-67935E4DB573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D103D28B-F802-464D-FB79-2F8C345CF829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E1003675-CFDD-9487-EDA6-1D88E0EE3F3E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7E05DEF5-1BAB-F85D-333D-3DB1D4C26B8E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6881FCB6-808F-93A8-0177-D5349D4BCFA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D8FC87C7-7BFF-D5F5-6E9A-CC0E21186DD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A2454AD1-F06C-B159-6CAB-1FC2801B5F2C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31BF7065-EBCA-6F6A-E145-2DD870B8DBF8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57C1C4C1-D57C-F06E-E263-F5F6017E4C6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4D5326A6-0388-C3B5-0469-8F6CE70D0F92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1FCD7DA0-6247-E15B-9CFC-D379E68492A6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A721762F-9995-9647-DC49-9711F253F90A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CEE78C25-E945-2BB6-4550-3886DFFDD047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E7D9921-186E-EB38-30DC-A59C9C3FC7CE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8CE2B356-2E0B-9793-CECA-305CBF4B0B0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D6934969-34C0-44F9-EC74-F17593B101C0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60B10323-DC0A-6371-F15E-B09B0D5A9B3D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26308D5F-7694-6271-1D64-62BBD81E055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5BC48654-2043-C361-39C5-A96751E6D587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AD236FD1-35E9-B6D2-9C53-045F0BF9257D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A8F93BFD-C8B0-95CB-5987-CF95E4C5EE4A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6A380BBC-5454-720A-E8FE-03E469379AC4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946A9352-3FC9-E434-E4BE-0A5A8152FF88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AE42076E-8E04-9826-072C-3A2BBDFA3C3E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7BC085F7-8EEE-B0D6-9DF3-2297522F8CDE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CED5A7BF-6049-D9D8-19F4-10C5E669E480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5F72D0AA-84E3-973A-F106-9167747BCF9E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838F57F0-CC3F-A187-4A3A-CF6499D46507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5ED6D48D-250F-D883-A96C-691B98E70B94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4F0F2997-EAB3-92E5-D80A-23C4A96F87EE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39AABB8B-C002-0E12-E6B4-B95EC6DF1B1F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9048D5EB-9C2E-1F2A-565D-81EA3F843CDC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6853038D-0DE8-705E-2420-87D524D21ECE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746E3C73-6F85-9705-7DAE-2F19D73675F7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53AED50F-8041-5B24-95FE-6990C2DDA21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746190F7-CA51-D5E0-BBB8-38D0B0F4D778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F27538F2-727F-D6B8-A040-201E06F6D000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DB9B9975-D2E7-5E75-EE0F-6AF59D51F48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7BEBDD42-AC89-A068-BDF0-A56597BE6DE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19A3B829-7D93-5946-72C3-7C3D08051C3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96DA8DF9-9A84-13AC-1D7F-74BC0DB9CB7E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6227D907-4DEE-C771-38AA-EFBB3149E02B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0DA91718-79D5-C375-CF5C-7AB2C9A02EA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AD40A251-F469-CC6C-C7C5-7B2529DA39FB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9ECEF5B6-A3E3-9071-6AF0-50F3FCB57836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5E84D851-C37C-4250-5A4C-8243E276A80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E91B07EB-4F1C-CDA7-2BD1-D5E80AF7FB0D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F5353070-F809-417F-B2B4-1616742B01A3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9B18AB94-06FC-9347-AAE5-37593542F6CA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76CFFF66-7039-F8C7-E2DE-E84B4F0AEC96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0DC067DB-3EA8-D141-5F5A-3826188A57C1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B44DFDC0-5628-8B2A-318E-F58BE0F98F80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7F446797-EDFC-54DE-6103-1138BC92FD85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CE2409CB-C69E-903F-9DC4-A6588B3F60D8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E835E742-9727-208A-B691-61080EDA0576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825B9D18-50AE-5323-1C15-6BF61B5157B8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10B9F34E-E403-F73E-BD0D-7D0D275D9BD4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DF34BCAD-099F-0909-B649-2F70EB4960D1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EAED8BE9-D7C5-2159-AA6F-7BFA932F06DC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5251770D-6657-C272-E4A1-16569FC3B7EB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F1079C38-C081-C1C3-BEB5-C9B9ED97A50A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0A569551-1F64-E6BA-0796-A6B67B2238C4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736AB61D-9DBB-6F79-DE5A-1E5B5B5AD915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992FC68D-BF6D-3127-505E-9CDE16B2E13C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12F4922C-E481-1B31-15BD-A13AA8142939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BEAE9B92-ED22-884A-2C20-91EA89FB3B27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EEFFA8B3-BF27-FEA8-4BE7-2EB3C66F602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7BF52E6D-A128-5A6F-0FEE-03452872A078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18A7DD1F-13C5-2A92-EE14-B3ADC7AF0369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B65C057E-8A1E-8C7D-6062-27C73B25EC70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C62CEE02-C055-5771-F94F-4D8635A3D6D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E18C9146-1B1C-29DE-28EA-3734431FDA3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23328039-6AF0-1F97-9FE7-33A28EF090A2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5912CA53-9276-4678-6687-0B331BB5BBC7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D9171A43-089A-0F74-568D-11989A5C97D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B1439EB7-B75A-7372-D963-E682D71CEF1C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4FC9DBEE-1C82-6002-E526-268DD37B6E66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233D37FF-E17B-DC06-9877-4D5FBADD7D0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507C3FD8-0A13-C38A-A219-FD8E3234C329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FD883BFB-0192-E71C-8646-F010B946A4BC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E1DA179E-1B90-288F-1ACB-07645E4E403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3CA199A5-5D49-6D30-B477-C28AA34BE7F5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D31D5846-0F44-28AB-5986-6397AAEF3C4A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1E6ACF2C-7FF4-4BA7-C6FB-E8B1917D6A6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02E5298C-0C49-360E-6FA9-E453729E2518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B8A2B06C-2DE9-5C12-F76F-A210A1B57F2A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0389ABC6-205C-BCB7-DC1C-9FF17840493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D6DCCD9E-6EF4-931C-DCC7-157080E2D6A3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06A1254B-9D06-C2E2-01B0-A521F5CD84D4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0B6CD7C4-3D59-4886-5029-7E9B54A280EF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0A800498-01AB-6938-9440-AB8024589FE1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10744BF1-5A9A-D46B-5ABB-2638D7910364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7D46469B-A2F1-70FC-B567-34B1E0A37EB2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EE54C389-8FC4-437E-00C9-4AA5A3294A16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48D1BAFB-6D83-7F20-6153-4D1A4EE34FB6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31446401-3867-BABA-955B-4A8A1CD60843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3C4A326E-BBB4-3C60-979A-A8875EC7E5E3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63D24833-7C35-8FBE-EAF6-4905F0AFF0B7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CF87FD2C-1F93-78F1-9047-A57183E0CCA9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8C6A254E-74F7-D152-056B-598E08CC24F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CEBE86E5-F5DA-15A2-49A4-CA298D028C3D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43980195-18B0-98DC-5722-AB8A08ACC463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8705BD8D-9C84-2C49-824F-8063106776D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F5384EC4-C28F-359C-7315-E98DC62CC683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604DB91B-E8D7-981F-D010-7705EBBFC28D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64A3FA51-9AE0-EBE7-09D6-D797D464CC1F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61973F59-C773-5248-F1F9-504C0CF3322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7DC646BB-8F86-AFE3-D908-F7177F56C821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D681B724-DD25-EE2B-4863-A4818B4A026E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5505E3D6-04AF-0F38-F12E-A768BC16DF4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8AEB221D-54E6-F449-354B-CAEE6E0CE7B9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AAAB03B1-EBC5-8FC4-8454-4F252810BCDE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4DCAAB68-CA55-71B0-52D1-72A63FFF774C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51A2EE9F-1812-4900-AD6A-712F85CAE269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294200EC-919C-462F-4EE0-C878F0BA269D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A22343E6-6CD2-FF53-8A63-55B19AC3999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C5614CAA-D8E2-B147-8C80-C29A849E72EC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3127B00C-6DDD-ACCD-3101-D4A25FB06873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3F893B75-4928-509E-4595-E61BC8FEFDFF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3F2E52DB-9C7E-F05F-6E24-1A949F40B65B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6B5CBCF-60F7-756C-5DC7-E77ECB725419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78FC7973-5D31-B808-4EC0-4C1566F25F48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E8B93E54-DBC0-4D97-3ADD-E5F1E002AA86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6D03EBFE-38CF-E606-82D3-5F5ACAA2A0C9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DC7897D8-D397-9965-AD65-740552924B60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E701C8C8-6913-439F-D494-99C779A131C6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D67439D1-7922-AED3-A73C-B2AE272A6DA0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622A7217-C740-7EA6-7124-954868472A9B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2742B384-14F6-3434-B18A-297F07B2D350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6E9B8EE0-34F6-0DCF-9483-A73D0DC5885F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D5734182-EFF2-435D-833B-C9A9450975BB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C357CF9D-2523-FE70-3569-D4E351A4890B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BF1F6A3E-F483-998C-6460-76FE9E3EFDC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7D1ED936-9905-9782-C07E-033E6B710022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72B69460-DB40-F869-D92A-D861026ABA7F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BD0A5DC0-3B0D-7D30-CF7C-BAB7523C70A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710EFE8D-5530-8DA8-1245-903B96C8863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2D1EB1BC-7E1D-BE27-DC74-4B8707DAAAF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E9BCC40D-CACD-4A7B-FF10-262267F5863D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ED5CDB3F-AE7D-7E23-BEC9-7C243978C530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6AD48E2A-40C3-807B-6DE0-9AC1844374F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564102E4-D314-5111-8E68-01A072F0C0F9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02F1A8FB-77A2-2CFC-6536-74FBC22E6B15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201B4251-1FD3-1F82-AB5D-076B94B5495D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BEF05BE8-6847-CA28-9E94-C78C9369DC7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28C43C77-6310-0423-4BF6-B3C079C2B9B4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949D75F1-FE28-51CA-499D-0E619213B8D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77E7B8F5-5EB2-2881-36E0-93DCFD7BFCF2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49E13D18-5004-5ED4-CCB6-E1039F253319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BF216B1C-B09D-8237-4316-7B157B2390E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D18CCBD4-BA85-66B4-4283-13666B78502C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42D6FD19-17E6-1A33-8672-7F58A01B4AF3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8A5DBC3D-A040-7759-FC99-0A4FF3A790F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7FA28B91-2BB3-A7E0-69BE-5320F27B16B5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5F26C054-0702-ACC7-C30C-5B4BA7BCF7DA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EDA3C0E9-EBAA-9D95-7116-13C80845829C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05F148C8-EB21-909D-CE2E-78CD5ED58197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9F55BA53-B906-20ED-260D-27AE7D5DFC17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8A573AFC-026A-4A2D-8E04-988DA48D210F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FDAC0011-872E-443D-BB1A-7DEC034FB426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B9D1FED5-31CA-77E2-2F74-79708B17D452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BEC695DA-4A56-ECB1-F24E-2AA65172F9F0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1723B0AF-F561-81BE-F13C-8322A80B70AE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00F1BD7E-09D3-CA3E-1091-39846E932565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5588BC63-88F9-6192-728A-7F93A239E2F8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F99AA585-A2F1-182D-9C78-2540295B3F34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7640F3A3-A9A4-FC7A-3B8B-17B7C39A007F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DF8773F3-2EB3-D95C-1020-9819BAADBD1D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E99C15AE-1AED-B51E-EFEA-4E959B2FFA96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0C380A67-49CD-3F14-9E81-5FF37F8F1A3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B6A62143-AB68-9463-44A7-8530B5D5FAC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A5001DD3-8E3B-4ED9-5A73-3C2DA5635A3E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CA9B19BC-2825-8E36-D25C-F1F5A6270D76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C4142F09-D9D3-B5BE-530C-F1F264798CDC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91B79763-CEB4-A415-0EFB-EAC79D7F8C9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E624CAC6-410C-0CFC-3BE2-CECD114D45D1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E8EB0C55-F567-D105-DF45-B3D0CD82705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E8EB1D41-B285-09FD-643A-DEB019DC00A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E8D18DEE-EFB6-FD1D-8051-6A954E72FDC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22075D19-4E37-8E32-1967-AC8A500F6AA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EE740F7E-D588-CD27-836D-098E4CDF796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0EA58B32-595B-4986-FA33-B0400A0EA435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4CB752CF-DDA1-D53C-6683-DDCCAC35BC28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48E12455-2807-C647-00D9-6CD7E2FE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FCEC55E1-9833-81EE-DB02-3A030A4770B8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F110762A-B532-367F-658A-1DD10C78192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8477E49A-CCCA-E9F6-07F2-98D1B26BC517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9A0C3F8C-2F22-95D7-1101-D3EB293F1B71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AB8F83D5-64AA-FA69-450B-F4E39FD4AD6B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122326F5-1CAE-45E3-59D0-1816A9F3BA11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FE66505B-20A1-2A44-6A5B-ECF39DE60639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25BF0E81-4DBB-0312-2764-B827E3C8208F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25AF5E05-C6AB-CCF7-ED9C-EDE8CE367B17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2968C986-C30D-5C69-CF19-988C3DCC3C2F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6AEC20E4-8496-7073-4BA9-3FD74445FB98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B374A94C-2B50-6FD4-BCA3-5C9FF44E63C5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9BB01F83-5A79-7EB7-91D3-1272696CA75C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DABB88E4-0F1E-0772-F8A0-B2EFCAEA15BE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720F8B32-6EF3-62C4-DBA8-6742421E5F8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A20FEF9B-3206-2744-40B7-B82C98663860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E57A0841-D31B-15F1-C50C-C0AD556CB32D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07CF9FFA-55F0-AC8B-7573-0CAEACD331FE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768385AE-C4DD-0748-22B3-E40F95C4DB7A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7C69560A-3082-2B9A-B262-3701335910B0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AE115A34-378B-0D5E-F2BA-8F63A7441300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609BF929-F8E8-74D9-63B9-A1F4F8452FAA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583FF903-43D7-7029-92AD-9492FB010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EDB2C4DA-C2EE-67DE-8C81-867CD85C1BF9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E735D356-3EC2-C1AC-3AC0-EBD98F9E96B0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8482C5EC-E27E-3FC0-5E51-D76C392B736E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F11EF291-9364-4159-5014-6257DB06005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39C7554B-8EEE-3D4D-FA78-373470DFEB46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CCA7E992-AC6A-D127-D1B4-5C1622D5496B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37832EDE-6AC7-857A-D9B7-D24D999220A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D9373BD4-5676-F47F-CC69-D517CD19B22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9B21C26F-E974-DBE4-4D53-F6BE316D884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BC769E79-563B-144C-406D-4906B3936C6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061EBDDE-DBC9-C573-1E47-C3188FC8117D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7D1DBC5E-6B29-29CA-047A-E5588F76FE5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D47DE0A7-252E-81CB-CBD1-0C552F6DFBD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CB3CC3F2-0A1B-66DE-7686-B146EA22E8FC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7A554B1D-FD3C-EF69-C9E4-C732832A6DE9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EC2093D0-3CF3-4FE0-1BD6-7E4C63C4D2A9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38CC43B2-A8E8-D3CE-F73A-597047C09079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01BC6D67-991D-721F-9CD8-E7A2A6CFBC3A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133E9B96-9990-6441-A02D-3215543B0236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5F1840EF-DD68-4A8C-2E33-F84F6C206EC0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E0A2465D-761B-15B9-37AD-719E28BC8673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D9592471-7C28-1B22-D18A-058E163C1629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9E78F395-0C02-27DE-843B-B0D8936C9B99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CB12EBFC-9BDF-8F8E-9119-58ABDB43D1C5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DD9F1793-34A2-685B-1EE1-E9B8DF8F8178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C71F3371-F916-BAD3-F3C2-A570C878E9C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6E2C15EA-52DA-3012-CC96-413E30EBBBC1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A01450FB-DD78-628C-54D5-6FD05F40E490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3690032A-A0C1-B899-EE15-2BB84E7F4FC5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175707E3-6B82-F77B-6665-C4ABF541DBD6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877A1FCB-1952-23FF-1E91-A0FDA9A19AD7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6B984B53-00E3-911E-CA6B-230A9A43273D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BF6C8492-F180-D4C1-D659-D7C8BD3AD15A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1D194F91-F98C-E7FE-2EFA-801D8151695D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8351E39F-606D-517C-143F-9643C08F871B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64BC617C-758C-C9D4-DC6A-8DB2AC8A45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48274696-4C45-6E20-B09C-9B8526DEC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D76AAABE-AC6A-6786-6FFD-44EE3D842477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4A84569A-793D-6DF4-6088-513E6FE500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EC301099-2C36-0A4E-EDC7-D22DB616B9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86E228FD-B1DD-F99D-9E54-5369C194E67C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D4B35FB8-E432-E159-327E-BA39F287EB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6B1F6B52-8333-75D3-0EBA-D98319D0E6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61034F34-1DC1-8758-33E7-875FEA9B27FC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03244252-EA4F-E4A4-B03B-71B4C8154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E1852562-60D3-DEB7-7AB6-A79E07D498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8B0099D6-0924-790B-E5AD-1AAB98A749C3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D709488C-FD34-BAB3-1FFF-99858DB938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AB5251B5-67D3-2097-E320-B5F94079C9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F77EC2C5-EE57-B32F-8EB0-5BE37D0BA77F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8E580F8A-9DBF-06C2-5FC6-5959EACE2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C5C3BAF4-D8E8-1EF0-9B59-A2D0E7BD52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46F30FAD-D51D-F899-06CA-7A316BCF59B6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435AFD31-74F2-464B-5258-CE3B5F3178A0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DE363526-79D1-1D58-363A-05B00E879794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BE874C89-406E-7898-CE80-454C31D58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F384546F-2647-0DCC-A31F-9B81A5217F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8AB79BBD-FFCC-CA5F-8A11-58DEF6B395D3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EC2018AD-B0E1-17B3-2E87-0243067B0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CFAAFCE7-0514-5DE5-2069-BFEF8BF2A5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F113E67A-F0B6-37B4-0538-A8EEB993ADB3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FA024A7E-EAC4-2B15-199A-C1756F2087EF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46ECE703-43D2-91CC-908B-EB7E6576CAEC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F568C969-1F03-F262-0065-B1CC2B74E346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95D781B8-E934-8B00-6522-6210131A2C69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E60D549A-D326-6D0D-3DBC-0A2382C58763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9250F9D7-5E4F-BD79-40BA-5DA86A1788B4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FB8E9EEC-C957-9623-1CD8-0FE1559A0C17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C91BCACF-B31B-2367-CDA0-CE92C38A9B12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97E0FAC6-9D5E-4387-440D-049A5DAD2B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7E41716E-F759-4522-1FA0-1A335DFC13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A7D1D321-E62F-8888-AB3B-3386F8BD1E2C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6FADC832-A4CB-F60B-C092-A86FE29F6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015B1096-912F-5512-92DC-4D233B0897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FB18E2FE-6F1F-D9F0-2FD2-E33BF0D50BA3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104ADB48-3462-6914-E165-DE2A068E3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1DACD32B-140E-C9BE-9D60-B0B3758BFC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B6BFAF5F-01F2-1AEC-3B9E-6C11419EBC70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77CA7236-09A0-07E4-582A-2584196FD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442CBD80-07FC-FC72-EAF2-2646CB0E4C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13FF78D8-ED60-2D82-D67F-8AC0F7B444F6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0668DDF0-2402-7EAB-C4B3-74FFB4D9F6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B88623D0-29E8-50CF-54C2-8E022038EA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BD6C0E49-C1E0-CFCF-39DA-2B4E2118E28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11F7E502-576F-4FF6-9178-376420A8B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BDC1EC91-410A-DE7E-0342-FD7CBBE7EC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3E04E99D-D57B-8012-6996-D8AC082075A0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B93CA81B-E23F-F899-5975-CBB5453B082D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455670FD-323C-F151-4145-479C0397EF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583F5D20-C17E-A4D6-503D-2B6D4CF1A6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C3FDB9C7-B122-1735-1B30-9BCB3C39CA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D0D4AA72-E6AC-C121-7FDB-4080457B062E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D9EBC476-0C11-D4B2-EA5C-14620B5BE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6211854C-8937-2F77-FD18-4E38AF2AF3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AC8A5804-CDB6-E866-53FA-C2A525ABB9BD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45A8AA10-7B70-E6ED-38D7-BBFBA16B59C3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F792A2-3F31-2EE1-1F67-6C7D8224AE99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2AA92E28-9725-DC4C-686D-B75C4E02A731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F14536-4484-C0EB-C656-65B946A1E163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16B3B7A6-7A24-2452-9B85-1338170E2C9A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B59E1532-A223-7D05-BE7D-8B21A687630A}"/>
              </a:ext>
            </a:extLst>
          </p:cNvPr>
          <p:cNvCxnSpPr>
            <a:cxnSpLocks/>
            <a:stCxn id="1138" idx="6"/>
            <a:endCxn id="1190" idx="0"/>
          </p:cNvCxnSpPr>
          <p:nvPr/>
        </p:nvCxnSpPr>
        <p:spPr>
          <a:xfrm>
            <a:off x="1437514" y="1360768"/>
            <a:ext cx="523065" cy="1793990"/>
          </a:xfrm>
          <a:prstGeom prst="curvedConnector2">
            <a:avLst/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99DA7272-A5D1-1110-4738-586C7CF1EC7B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2849FF6C-BB7E-1858-5F48-DEA4FA3DA38D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46AFB60-0950-A7CD-8ABE-7623802DC236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6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602910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68EDA-0A1D-0C98-CB94-AFB0CD0DE2FA}"/>
              </a:ext>
            </a:extLst>
          </p:cNvPr>
          <p:cNvSpPr txBox="1"/>
          <p:nvPr/>
        </p:nvSpPr>
        <p:spPr>
          <a:xfrm>
            <a:off x="1165428" y="106516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CCD125-FC91-954B-5BEF-4ED92F9DC1D1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=5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E8A82C-9B4A-D0ED-5108-3336799D5872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18E355-120F-D26D-A8BE-1177F272846D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780715-5686-1FDB-6F1A-140409D67C86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4BBE4-F6E2-398B-D888-9F2A5B2FA1D6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429CA4-5275-8F06-04B0-3949C326C1E3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F8E1C-0BC7-B13B-276A-63206942C398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FAE316-8BC5-3574-08C5-11F0163F8D59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C4DEEB-7FB0-5B37-8EBC-CEC7B1D8433F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32237A-6E9F-5752-A837-B69D0725A6F4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45102398-E7C5-EBFB-E739-60AB4334F3F3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8FB6A5BA-C3C8-3A00-A223-1350F52C9A7B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361714-0732-BD9A-E807-785AC0C389BE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SKIP1, 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7B68B975-57F7-2BDE-E6FE-AFF751F27855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902A2DB0-7249-1FE2-787C-B14D0C8F0BC3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D65F46-AC98-FC28-34F5-67EE888FECD8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SKIP2,5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E03FDC5C-066D-46E7-56DC-6FAB6BB350AB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00D9F5E5-2B3E-7BFA-395A-E939B166DCC9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7072B535-F0D5-36FB-7695-66919083F66E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775314B-18AF-814F-9242-5410152EBD90}"/>
              </a:ext>
            </a:extLst>
          </p:cNvPr>
          <p:cNvSpPr txBox="1"/>
          <p:nvPr/>
        </p:nvSpPr>
        <p:spPr>
          <a:xfrm>
            <a:off x="752546" y="857757"/>
            <a:ext cx="4784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연결선: 구부러짐 70">
            <a:extLst>
              <a:ext uri="{FF2B5EF4-FFF2-40B4-BE49-F238E27FC236}">
                <a16:creationId xmlns:a16="http://schemas.microsoft.com/office/drawing/2014/main" id="{53F97FE4-1BDB-3CFF-F34C-604A0DB68089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C66496C-59B2-6A89-4482-EDC7B97702A5}"/>
              </a:ext>
            </a:extLst>
          </p:cNvPr>
          <p:cNvSpPr txBox="1"/>
          <p:nvPr/>
        </p:nvSpPr>
        <p:spPr>
          <a:xfrm>
            <a:off x="707876" y="3846247"/>
            <a:ext cx="4575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5" name="연결선: 구부러짐 225">
            <a:extLst>
              <a:ext uri="{FF2B5EF4-FFF2-40B4-BE49-F238E27FC236}">
                <a16:creationId xmlns:a16="http://schemas.microsoft.com/office/drawing/2014/main" id="{E27E190A-06C0-8953-4F18-7CC57A41BD4B}"/>
              </a:ext>
            </a:extLst>
          </p:cNvPr>
          <p:cNvCxnSpPr>
            <a:cxnSpLocks/>
            <a:stCxn id="1173" idx="0"/>
            <a:endCxn id="1302" idx="0"/>
          </p:cNvCxnSpPr>
          <p:nvPr/>
        </p:nvCxnSpPr>
        <p:spPr>
          <a:xfrm rot="5400000" flipH="1" flipV="1">
            <a:off x="3551699" y="-1535028"/>
            <a:ext cx="2914201" cy="7429455"/>
          </a:xfrm>
          <a:prstGeom prst="curvedConnector3">
            <a:avLst>
              <a:gd name="adj1" fmla="val 120221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87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B485-EF34-B74B-7F1D-55A49B8F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5C15B5DE-6EFD-968C-5A9C-C57586AC4D50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386041A-3E3A-EDA8-E353-F629819511BB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389FB671-814B-83E7-B610-8FA83484559D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AFB01CBB-84C5-8AA1-1621-76A27285AF3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B9A24C82-BD00-C6C3-FCB9-1F50377CD368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CF00D6FA-2146-714E-8532-11F2F3D24A6B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DAEC0461-43C3-99A0-C590-E0660C2546C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3E700DFF-044F-6484-4421-281521386F7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45CCEF6D-7928-5068-2409-4413BB91521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4B963D92-198E-D948-7552-412B2DE557AB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52FB3522-E3BF-59F0-3C5C-91FCC65857BB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CEC30C7A-352B-013D-A2CD-DE3D6399CD4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C1D29CE9-A52D-AB58-27DC-0403D7AE6DF2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B92A0714-906C-315D-EB1B-9F7A1FA5A8A2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35485013-F9AF-A364-61A5-5D43735D5FA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6FDF5697-D337-0AB4-C697-EC47E9295853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E0A05C03-8402-8995-A21B-576CA0EE022D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0DF9E2A4-9A75-636B-EE71-2F87F12B078B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B697BCB7-8038-290D-0A88-52ED0486A960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D3046A74-6875-61FB-E65E-AAA70EBABC5C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4349AEA1-F6E6-8412-0BC4-ACB5EED07F99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09D8FFFC-32BE-49D5-491B-8C193FBE365D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9CC54452-A442-B792-E0BE-9D195C124AE1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21446052-59AB-156E-C295-99C723ECB19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116D4D79-956A-9FB2-DC2A-0FB3F3477407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316FB37D-3340-207D-1B82-DC0A33319599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F14CC2E3-ACCB-DA1E-2842-212F14794B8A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0C8AE0E0-D31F-3C1A-0C55-89438260253F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B18B08CB-F8CE-BFCF-BEA2-2C9826E690BB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8AB51678-E043-5DFD-AF3B-1BA0D7CAACF7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E43DDDEE-D716-8557-4371-D3E321F544BD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257F68E0-62C7-2137-F2F6-414E1EF2FADE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5E7DF50A-C96A-A150-504D-1E3A500973E7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5366086-C461-0BCA-BC8C-00437C692E8A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B0FD1AF3-19A3-236B-6E3B-254C750D381C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E5D039D5-082E-762F-5783-FB4F75CBB46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F28FD4DB-C926-BAD3-29E7-731C45B29EA1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E267A080-3AC7-95BA-F604-299CED79F9A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6CE7547A-7A33-C3EF-9EA6-D9E76A36EE16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0CDCE190-502D-0D95-5E67-780F775CF7E8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0F62BE33-A7B6-DD49-3369-96D89368F3AC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167C5866-CAD9-9104-3CBA-954E105E6A8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9D34CC31-B854-DA89-6BBD-ADA0ED419C35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2D48F98F-4BCE-E6EA-475D-DA6D493EA589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D065B889-A71E-0921-0C33-08493679221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53144FFC-A062-3AAD-3166-63EB7C75C813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15C90C18-70DE-2732-337B-20C38B855292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43AAD833-F951-63A9-0584-F8C5F6E556F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6373C022-646E-BE32-760B-26DD5036CE8F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2176F168-84A9-3550-338D-43AEC1DF199D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D8BD5020-59CC-98A8-B6D8-EF4DB06B7B4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9CCC182E-3E88-F67F-8A50-35A00C51173B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8FD62025-D523-2D83-4EAD-9A8335F64837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2179EF93-EDD5-DF3A-63E8-238245D8283A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58A04FB8-797F-2EA7-8C98-B7E058D77EB2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2BA3ADF2-9723-A0C8-7605-15FCAF7984E0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1E5E8091-0FD0-908B-F964-81763C5F32D0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790B075-1551-7F90-EE62-A7285468C36C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0804596E-734D-506C-4F69-40CA13B7B456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251050CE-25E5-3CFF-3407-706897D29E6D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1413EB62-70A9-0BF4-8365-0282192BE484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38CB73CA-6066-D4DF-6655-F821FCD99687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0CAC1BAA-6816-7989-991D-B3B407AAADD4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9A3FCA9A-4858-C8B1-1104-61CDA9B4F75C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FACED6E5-06C8-E9CC-8606-C755C5976BDC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E013A850-35E8-5721-CC51-4925CDF4035C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75A04BD0-5184-F6CF-0875-52E26C61F357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875B0379-FB42-D600-2568-3D4C9491E69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FD3E3CD5-7B8F-B4C3-111C-2CC847DAE69D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0A2C2CA9-5530-E2A2-1146-27F8E29C0495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31C42FA8-8A7B-9AF4-E95B-4839B9FC4B2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17FE9A97-BF61-6D62-275A-5A8F0013D57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EB7A7444-CF6F-5617-8F07-B4FB8E7564D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613B3BC9-0284-628B-CD1E-7DC20B73231E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5E3B2F62-442D-0076-5001-0CE5AA85B1FE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D7391109-C18B-508B-2E09-C9E584460D7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5D4C6D89-132B-B0CF-AC7D-D1575624CEC7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3CF47BCD-1928-2C41-F148-F6539C978238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20AD1943-8A36-8717-4558-2AD611100EB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701EDFA7-B664-CB41-6316-CAB8C8C21D76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9FCDDF34-E74B-60F4-AD2D-6C4DE41C00AA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BACFE163-9FBA-C82F-6ADE-D691E820F542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EF4C541D-0155-2A37-66EE-CB45B249E937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35BE76BD-7867-620C-6D44-71468D1702D1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4979F4D3-D1FA-F9A0-311D-6670CFB63D00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AC7445AE-269E-5105-E1E2-DA3D74FCD602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9195318C-F91A-5A8D-AE9B-1F9908609EE4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932E9D19-692F-FF11-41AA-14DD630F6256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E5AB98A3-4229-51B7-43DA-33184A850451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253CF24A-4FA3-C83C-49EE-0258E9B87BD4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1FDD3E58-179E-969F-39B0-482624AEB266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5BD98A40-E077-BF61-4272-68B3F73F6ED0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0ACFCD06-57C0-FF3B-7FDC-90D30369BBF8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474530A9-F7F6-4431-7AA7-8C11A3CD7784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29606368-CE56-31DD-61E2-A920ADB34972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D67A34BF-4EDB-9DBA-63B9-A39DFB32EEC7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879569F4-E36F-3F35-C41C-89CC56B00B6A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1C1C4B6D-3F0B-5463-889C-FEC8F4BDC26D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FBC65933-A545-F112-C43A-E8DDD3E46C8B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484E52EB-456C-1DA1-ED7A-2EF7BA9195D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E0C6A19C-128E-0F81-8A07-3D110FEE6388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CD427D0A-8145-45D3-1176-4016831737D0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9931AADA-C824-8E87-F2A5-D3FAEDFC5869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36E2DFC0-52B3-A87E-A7AD-30040230705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C56D9495-AB00-1D05-F25E-1A240E36B4D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90459B43-F2AB-2E69-2974-22FB291AC8BF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0B30C634-0C28-8183-FFC2-0E5AECFD21B1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2641227D-58A8-732C-F1CB-B1001C3D944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F2062811-F805-6445-39C3-D58769011A4C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F67FECF7-5456-450C-6E12-D7ACD4C074C2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070624CE-4542-3362-7477-A9A61E7C60C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E3F0332E-F264-56A6-12CE-C14BE0EDA57A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2C90091F-0C96-C8F8-7165-DB0E10D8C82D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46D134B5-77CC-22CD-B6D1-FBD7F89A7A2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21FB81AB-F9CB-1410-7FFE-1035B7CFE5EE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D92EE0C1-8F3C-22B5-2B9E-F13A2D4B0CF0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DA0C6829-16DE-991E-69B1-4AF6AFCD7329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122F4842-1B30-4379-8228-4C9A9E8A5600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66F94D52-AE8F-E129-3BAE-313F6714B3B2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D5D4A32C-615B-E168-6F58-DE922398A36D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6C346BA4-E506-F101-99FB-12F2CD2A86AC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2A669BCE-CE4C-9FB1-506E-1025F40CA84F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4E005A64-F8D6-2B78-DAD1-311597BACB8C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78D3E3F5-2A31-04BD-4485-14133BD0DE14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3CD54599-02DD-9B90-2987-E9DEF3E8F83C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EB2B27AB-C50B-0954-B77E-BC7562738121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28C4F413-2684-AE2B-FDF5-D57B0A498B6C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F926335F-048C-3BDA-8FEB-1BE0F62EDD38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434BD503-BCBB-4D3D-5104-E25C7D18A409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71BB6203-A59E-C6D5-5021-A283B6374742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B36223B3-1FE7-3F15-88E1-964BE8EED689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69CD8928-A6D1-9840-7E1B-DE255E1A90D2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6F2DFA5A-6AFD-C187-9FAE-98CEA587572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09091EA2-8917-70A3-3181-0B86CD91C769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9B083937-7ECC-8E2D-4EC1-C28543739ED6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8064C482-E6D4-4328-B587-44F86DAEFED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23EEF4CB-B5F8-AB5D-072E-BFFA8C405EB2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B2D3459C-18C0-76AD-F305-C54628B7D84C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36A05CBE-C954-B058-0F30-AF022BF0019B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DFA5BB0F-8AF9-1D88-3D5A-847D06BD99E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B1314E46-0A79-EF6F-0417-616EEA50E649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D8C1C234-FC3C-C003-66BF-474BFC30CD84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7D55EF50-1F10-641D-2D73-8D8D591C450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8B94E4D3-1516-BB04-8E98-C01A39F476E7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3A7A7EAC-8FA2-74BC-E9E1-6B521C7A52F4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BA3A9A91-7277-4CDC-B5D0-382924333852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D7DF2462-04CF-F6DC-9F12-1E7E3203FDA2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0415EBEE-ED8A-7C4C-AC82-9675B08E5693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E7973ECE-B56D-16AA-BF43-211337B3CE41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E749822A-4CBE-F2D2-FF18-0960B729E12B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0ED30693-DFBA-6DC9-E879-802151FDE707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DE46105F-23D1-C5CB-A6DE-8A3CD2C496F2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8BBFCADE-4DE7-F23F-FCDF-5DDF40BD171D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55C1365D-6B54-B3B9-17BB-A5E408ABF078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1AF521D5-11B0-D26B-9347-43B970580361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A49CAE9C-12E4-AEBA-3D1F-20913301D249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FCAB99EF-1ED1-8899-F096-C9D8205863B9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E0DB9EA0-2AB0-9E78-0446-90BE55785F7F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437D88CE-6957-4827-2FD8-70C2989580A6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D106243A-C15D-E6A3-59B8-D8E87F10CD29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F7E3A2CF-4F13-6575-81F6-51C048006575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69DBBDE3-E56D-DA7F-05B2-7371E39B42ED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FF5AEC60-CFFB-D298-90C0-FC5E1A874F66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0E4CE9ED-81F8-0D8F-2EEF-4EB4DE4D36C1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E9AF594E-0262-07C5-1DF6-C55CAFDCA58B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69FB51F3-F8E7-D4B7-0AE1-E15654B3164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A4E1E675-71D5-5AAD-A289-1154742043C0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B449C2F2-ED95-3427-BA57-C1DA88F35B24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6F591DF1-BBB7-04FC-D345-CA372F6C8E0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4A9A2FA1-8C83-4841-376C-A9AFF915667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A31A58FD-B97D-B038-61D6-236274E6169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99E00A2C-F23C-2845-BD10-41CCB3D4E5BE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E43FFE0F-1C77-4161-C1B8-97B532FD693D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88DDC659-F50A-FB78-7589-DC92C63BBE3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3DF5A233-F084-1B67-2B38-217D54A7401D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BD9536AF-F2EF-F457-ABFC-DE403D36086C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3E76D7FE-5425-0FD5-B656-2EA50368B93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EDAF37E1-C711-FB0D-374C-5AA77BC9A378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9FB950D7-F296-57FA-B0DD-75CB7B4BE643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1E3D7184-E767-3DB3-1840-213177FAC61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41B01AD3-9D23-F2A2-27E3-DFFC0951EE62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980CBDC2-6DB7-DB09-D8EA-897E95A5C77F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D966517C-EBF2-FDE4-0A55-022DA71259F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A56839B4-77A7-FA9B-8927-FEC2B31B3467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10AB7B42-FB04-A207-89F2-86299C74337E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20BC60E7-FC31-EEB7-FCBE-E26067A9DE52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C8794920-1A58-E754-AD12-099111BB4AA5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61AB137D-E555-ACFF-86C1-193C86175B05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DC85D4A3-3B7E-660D-FF5E-D70794E2B763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8B64B68D-1EDD-3DCB-1F42-8F2517AE460D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740C08BB-96A1-8879-6B45-9A749B6907FA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A71ED594-AC18-0321-84FF-AA9CB044AE9B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A10E3112-0069-6582-F7B1-53FDFDDC95F3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CF126470-0134-F2AE-82D2-7EE64F5DD3FD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A16D3318-0056-B384-F4D4-F775B850A0B6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95199AB3-3E22-7646-B373-A9F34EB015D8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37920F29-67E3-D5C3-C7F0-7E5AA193280A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0E72AD50-0DC2-7406-0300-7C5011B8FAF2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74D95667-E890-C5C6-CA1B-133A4DBD7DAF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BE35FB41-8BE6-AE53-5E33-F07FA8E14E3C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9718703F-4B77-A63C-2E8E-D2C3ABCA57E8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A60ECD6A-D94A-8918-3F0B-801A4F528DC8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6B81BBE2-27FA-079A-B805-4A98EE584926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28F6B70A-5E08-D368-A8F3-27F0495101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F5110533-48DA-CDDA-57AA-1700278914F3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71C6C178-2947-3B53-A35B-48ABDA7F8049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E71FE2E8-6D73-9282-1223-2025996BD8B1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74A44C4D-1BB7-8555-2846-E35D29FAAA0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8F5EE810-605A-B023-12D6-C93916DB70A0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30E8891D-18A6-9B52-6495-7889FEEABB37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1F3853FB-38A8-D928-7560-B2470AD1B54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B62B7812-1E14-C2D1-422A-C22235A1DBE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FA16258F-0468-5E77-0841-0A9B14696AA5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7B3764FC-969F-135F-0518-553DAE37A19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6FB89953-D382-0F66-5783-5E03596F213E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BB2EC10E-6D7C-FDB6-2FAF-6204175F53A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BEC15F7C-6A05-6E4F-72C1-0BA7C7DD3FC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4ED2790D-6466-2EFC-CEFB-DEAFA36B8F8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0A19CB5E-09B6-C2A4-4A6F-69ADA4914AD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7C5793A4-CCD2-DB86-56F3-5FECAAB08111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9A22B364-C31A-53BD-7A69-2CF00983C471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B29B9F04-9C27-ED18-1BC7-2B272394CE5A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B72D04D2-8CD4-B937-F0AA-437A1F80C9AB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170EED32-398D-5E84-667A-131FA9C6461A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1FEB8FD9-319B-AD20-91D1-B8E05C5C4317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FE6E5559-4C40-5FA9-8A26-7EC56C731836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5F9B647F-F642-8F06-5351-81579CD9F623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F48ECA85-DDC8-44F9-BD58-3C06DD58A83E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FEA095E6-2C0A-3C06-C6F6-807D382A6F5C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70BF5488-8E14-B70A-B914-B9145E024DAE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5A4AB36A-23A8-F28F-2E87-63395C05CF40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1D5951CC-D5C3-DC8A-C566-29D9338341C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E3269BB7-2F63-8CAC-7E81-71F81352217F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B91C86F0-7809-F5E9-7F5A-8FF0915C339C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F59C82CC-F5C6-EEDD-CB53-06ABB09A8B7C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2BF01951-4FDC-1CED-68A5-5323773F5BB2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6D1001D6-DE98-EAD5-E933-DD7E862BE1B2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4839A2F7-2A9D-CD9E-77E4-17035C169D82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140652A0-6BDE-0334-8DAD-505CD2B92F6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C84F4FF3-2A18-DE65-FF2A-6C9F0CE770E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C65E0977-6E4A-9E59-494E-90996456DD8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E47D77D3-B4D2-660B-FDDB-8C0B27CBEBB9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309A424C-78C7-09D1-C82E-CDC38E8D912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528D94A8-9E7C-C500-F3B5-3E0C639CAB3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993C0450-FCA8-8D71-74A5-EA862BAD19D3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820AAD26-321A-90F1-22DD-4DB4591F9293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70F663B2-4388-15CE-7297-47B4C05E1A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D7DF1CC4-8150-BE63-D64E-48AAA26CD649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9E1D5BFB-952A-CA02-B33E-C849303D6FA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B9224A97-28C7-246D-4F70-E21B25D9700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BCA6D78E-987A-4F9F-9678-DC7BCE99E85F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A6ED74AF-C278-87F7-7317-411B7B5BF0F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D316C052-544E-15C0-2C98-8B4BDA656AF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98DF8AAD-1E5F-B49D-FF0B-FE5D36D090FF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1F28F06C-78A0-D17B-DF00-6B2165394697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EA2820FE-9373-06EE-4387-F435214041A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CEC750BA-3081-5536-CE3E-F5F8E9BAF59F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91336070-D2DC-313C-A6FA-8C98CD9D81C9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60B71DE5-B657-66C5-049F-322E2604E450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F48F691A-EBED-D460-CCF2-C681B1EB32D7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EAE8D23F-A65D-4AA6-0A90-0410C39B8CF7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F5CD4DB0-D11B-7651-F903-66AC00907798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8BD4F49E-6B85-092C-818E-DB463BF8138B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46BD9E31-9F87-242F-4CE9-33679BA818BF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E00018D7-9EB4-93A1-7CDC-3D2259E07F17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D87EEF4D-DB1C-89A5-E032-F36D924B79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45C750ED-B3EF-545D-C912-835F62AD69D0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85274E02-6505-00F5-DD42-12E6F483EF53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754CDEA9-A616-1709-6E0B-7BA75D96CF77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541F09FA-CA82-0C3C-0D96-B789CDF570B9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7B016343-52BD-B290-BFA2-5086A3A2E943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7111B4E0-CBD2-8CB4-A162-08085FC9AFD7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BC1D9FD8-EBDA-F812-2E97-4B9DD48FACD3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97F39A42-D1BF-0EE7-CB0D-FCF02A67D391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5A18570C-16F7-0DD4-70CF-C11C6D42B614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427524C7-6E8A-93F7-FDEF-288ED915BA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17599FF4-5B1A-2865-F988-9E7D764685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6AB0F951-5820-30E1-550D-D382876B42AA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E3546A80-6FBC-AA34-2BBD-3B33BB2DC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BF106416-8DE9-9CD9-A24E-354D5E5469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5B83AD76-BFCB-D7F9-6F4D-E7C166CCCF92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4BB9340B-9B8E-F637-2056-5B6F63175B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5436392E-2BB6-D117-9EE8-71E0C7D9D4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A47CB260-373A-27EB-A40C-71658C68CA72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00190F9C-D9E2-32A3-C8A2-C8DB7C035D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31FCB254-A70E-A4F8-1873-E410957F83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A7D531F2-A751-97E0-0984-E89C2CBC357B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0A416F33-CDFF-5446-3E93-09251F8AC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2946B3CD-8E19-283F-DC2E-57071A2863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4088719F-3DE3-484D-62DF-F0C72D9F62B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9496E484-84F5-BB1A-0954-A365B1170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435767D5-D513-5496-9DF7-C1199C69FB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5AE8CC7B-050D-68B9-0BC9-DBFEA063919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438BF0FB-FF4A-5401-3EEA-F4C2E2E38661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E6975FDD-2305-4197-262F-C2B236C7B95A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2F8FDD38-D943-A152-BEA7-CCD40D4CE8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E1C429A1-EFEA-4561-C506-3404C62FCB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7689D2C9-0CD1-338B-8923-96140EE056A5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31D47A3F-8C6F-8465-B342-0BE1F16004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397768D7-8A44-738F-747D-8A7940104D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CEC422E0-DA98-69EA-67AC-047DF0868D98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EE47B395-3711-F577-E24F-5833AAB05886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702184F0-799B-2513-63F7-A5F2FDA5AF72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383831AF-641D-89FD-248C-EEDFCF6182D4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274CD650-3C9B-3EB1-A724-5C3DD3DB3F67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9BAB71AE-BE92-CBDB-78CB-C99766DF7D35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2225BEF2-CBED-23BA-A4E9-0EE8B7B1E014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3D638DB8-A4DD-BB63-7BEC-A4DBD1DB1BC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6459C8D9-5530-1E5B-301E-92C4514917ED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6494DE84-4DEE-70E8-8887-C3548A99EA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C7DD9089-1052-D39E-C26E-7A6B232B57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D648AAB0-33FA-43E1-D242-CA760FFA5197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FE6BF959-CF9C-A88E-31F0-947A5FE27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EE170520-7983-B829-288D-ED8EA7D2A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7A8E5E85-72E7-3CA0-DE50-4E9DA370E92A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F35A7E20-87D2-21FE-E7E7-3BF52F26F5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54F2260A-728B-9534-3937-9ABDFB75E6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86DE51FC-02F5-01B7-E683-177C3A7F0C4F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042FCB29-8078-D4F8-EEFC-524100FB24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A4E400FD-3F51-A883-F547-DD2D70AE8F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7157CB32-97DE-017A-15D9-73D5F46E9999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202B761C-429C-DA30-CE87-3C1FD1BE4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52141CC2-F5F4-5B5D-40C5-040B539C2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5D39410D-140B-E71D-22B8-BCF68BC833CF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7EDF2DBD-0A9B-A666-FAC6-7FFFA5E2E1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4BF19496-8C04-DC99-5C98-4C307AB7AD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600168CB-36A4-BD2D-8DDC-597DA0708E2C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72640116-CA6B-B5F5-3CCE-4416363280D4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2B3FCB95-6B72-80C9-2A6A-0400684AA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8E0685E3-B683-D77F-A5D6-028EF8A4FB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0497D0BE-10B5-2076-E107-07D0A95CF4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F8AA1D3B-D9E0-C06A-CA28-AC13D5F375F0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E038D6A3-1FF2-EB37-2D38-BEBDA6A91C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A4A38193-7799-F198-11D1-8A7B0F6C66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F20A7A87-E794-0DB7-D664-DCC4495EB372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64D35752-B423-6A13-E3A8-1797AA59F726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CBF5BB-F861-05C6-9A45-80B1DDF71EE6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8637CEE5-753D-4DFE-808E-40D2793D0D9D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46D465-3BBB-7529-A2C5-FFFEEC7215B7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574B1193-E3A3-EE61-3A1B-CC0801EBC8CB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85F11D99-1BE2-6B2C-6E10-6E03657ED274}"/>
              </a:ext>
            </a:extLst>
          </p:cNvPr>
          <p:cNvCxnSpPr>
            <a:cxnSpLocks/>
            <a:stCxn id="1136" idx="0"/>
            <a:endCxn id="1263" idx="0"/>
          </p:cNvCxnSpPr>
          <p:nvPr/>
        </p:nvCxnSpPr>
        <p:spPr>
          <a:xfrm rot="5400000" flipH="1" flipV="1">
            <a:off x="3925033" y="-1614988"/>
            <a:ext cx="124069" cy="4877651"/>
          </a:xfrm>
          <a:prstGeom prst="curvedConnector3">
            <a:avLst>
              <a:gd name="adj1" fmla="val 284252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2AB66032-638C-CDE7-E6F6-D9E479E136C9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A88932BC-ED81-81BC-7CC8-886853D69C26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AFCF415-74A1-D66A-7325-11B684CDAA0A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7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3BDBE6-F0E7-14A2-32E8-9876631C0457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=6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97C18C-7FB5-0EC2-204A-BB28EE4E1108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B2C378-868F-05AA-E928-F9B944227DB4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828439-574F-1DD8-F095-9E15DF54C553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1611EB-E074-FDFC-9752-CD4D3B48D7FB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BD5226-5E4C-3604-FCEA-043DCC4FC017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0A873C-42DB-97BB-7B8D-549A1203867E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88C32E-E3EC-81E8-1B89-820A3528F1F0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3D05CD-77B2-8731-F0A5-DC2922A4A63C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4511D4-D8B2-763D-9388-66DDBF7BAF4F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ABA80336-D58E-C88A-E711-95A393795195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5BCA898D-FC93-7736-744E-BCD137D99875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8A61DE-2414-24A9-E882-781D7B43EFDC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SKIP1, 4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AF2E4853-92BD-68DB-A7CF-FC05EDEC845C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CD9CBC44-A172-78B3-ECD4-237363D53717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D58762-11FE-2F12-B9D0-DAF52C7C28B0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SKIP2,5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2A6CF9BD-27A9-B743-4FA8-EF258EE9A681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06D83281-BBDE-C1A7-40FC-13DFF0CA6851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6A6529FF-CD2B-BAE2-F301-062D35CF5BB8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7D642A-F73E-4DAF-A7AD-07B8C72FCEDD}"/>
              </a:ext>
            </a:extLst>
          </p:cNvPr>
          <p:cNvSpPr txBox="1"/>
          <p:nvPr/>
        </p:nvSpPr>
        <p:spPr>
          <a:xfrm>
            <a:off x="729306" y="857757"/>
            <a:ext cx="589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SKIP3, 6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5" name="연결선: 구부러짐 225">
            <a:extLst>
              <a:ext uri="{FF2B5EF4-FFF2-40B4-BE49-F238E27FC236}">
                <a16:creationId xmlns:a16="http://schemas.microsoft.com/office/drawing/2014/main" id="{A8218F75-1481-A232-6262-88C831C69A0D}"/>
              </a:ext>
            </a:extLst>
          </p:cNvPr>
          <p:cNvCxnSpPr>
            <a:cxnSpLocks/>
            <a:stCxn id="1248" idx="4"/>
            <a:endCxn id="1302" idx="0"/>
          </p:cNvCxnSpPr>
          <p:nvPr/>
        </p:nvCxnSpPr>
        <p:spPr>
          <a:xfrm rot="5400000" flipH="1" flipV="1">
            <a:off x="6759191" y="359696"/>
            <a:ext cx="1601433" cy="2327238"/>
          </a:xfrm>
          <a:prstGeom prst="curvedConnector5">
            <a:avLst>
              <a:gd name="adj1" fmla="val -14275"/>
              <a:gd name="adj2" fmla="val 50732"/>
              <a:gd name="adj3" fmla="val 11427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BA8204D-D6DC-2030-D0B2-429309335C39}"/>
              </a:ext>
            </a:extLst>
          </p:cNvPr>
          <p:cNvSpPr txBox="1"/>
          <p:nvPr/>
        </p:nvSpPr>
        <p:spPr>
          <a:xfrm>
            <a:off x="1318674" y="64188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09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E689-FDAB-E905-32AA-D4DBC0A7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A0348B51-F709-BE24-42D2-68CED3F5428F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2C03BBE4-DB3B-7E41-E86E-9D574AA810B1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971BB722-AD73-DA58-246C-AD98224EA542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4B07010B-9A67-1FB9-D073-7D5FDA5FB15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2683AA63-64B6-76E5-B18C-BF495A4777D0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65B33D8D-AEB4-09DB-DDD7-E95765E3D646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FDFD8B38-3BDA-BAD3-1CE1-C162BA615378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4668FBCE-BA26-7A9B-424E-387B85084581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50B395A9-E000-5B6D-6386-E42695D3238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439B894D-49BA-5C17-FE99-36E86C972D73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00DB5321-D27A-80A4-01F0-B80287DC68ED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23E1D0DC-809A-D640-D582-E4206ECEB9B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DBC360E5-7EA6-7600-3C4B-8C1EC042BE89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EEE5CBB9-1F72-E250-2BAC-4775E0114D47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7CBF0471-F3A6-A977-3B6B-D726214D07E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605EF2DD-6A3F-2FF9-F37C-042DE1C09C28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8AE8D75E-E197-9891-DD19-2400F7F71611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95948142-49FC-5F9A-A2D9-9154D4DA05CF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90B06CC-4ECD-4EFF-4CF7-DBEDA669D2E1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97434F79-DD71-C2A7-86B0-A662D1A07834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1EF3EF7B-4452-9601-E17A-E936EB0DFAA0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302AF7C0-59FA-A4EF-4B67-14969F34DB89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A01EB990-6ACE-976D-30FD-00A87299C3EE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A481FC8D-EAA5-EE28-5E96-05AA34CDF83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DC916682-F48A-4EE2-5133-2E4976D940A1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8E1F9DA1-2D8E-6544-952A-B3FF0A3F9299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2D8A0D6-AE48-E258-A087-9A66BE49D4F8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E7E50DE8-5A2E-6ED1-B3A5-51788206C0EB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217B2F20-1AB8-3434-B22E-4BB479F32398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BFCCF869-2FC2-04BB-7251-ACAA5F23E1BD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AADFBCF9-C643-1333-B7A1-47F796B41E8E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AD84A16F-AA28-FB23-BCCB-1C17601E9B63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9C9B6312-D835-7754-2835-CA0B6AD7EE4E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09BF04BE-9CC7-721F-5FFD-8FBEE64707E9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937D5084-8726-2704-CD21-FBA0E9730A45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9A3024C5-02F8-C974-EE1C-B76520B8A664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53F0ECDE-F840-B433-099F-0EA8C9674358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258B384A-576A-81BD-D368-479E0EFC856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63542004-556F-B09F-4D97-265A9B68E32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B7914C9A-953C-5145-30E5-948F64FB0D30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81261FB9-112B-2370-FDB4-78E4951835A1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21BC03D9-D735-667C-9731-FA90CBD8A53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17D3F60C-9255-01B3-DB67-44E18B8FEE75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BC370E91-7F96-39FD-E8D4-2C61322BE74F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EE5FD336-BE29-6F6C-AD75-89FD1AD551B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47D99A28-73A0-5654-B106-75FFE7971D47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64991CD-5B95-C832-2DDB-2B53DB4B1C59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04DBA9A6-C683-883B-9638-E808D3BB4B0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6A459E33-ECA5-9425-3C23-A376D0777ED3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C4134FA5-7D85-64F3-5F89-0EFD1113570C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409571EB-0C83-154E-FB82-F2E23CFC6AAF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39356F85-E5F7-1F9A-095E-76BE34D10214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8867A8AC-DF1B-1D77-637B-8AF58EB38471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6E105403-3AB9-89B6-9C0E-C9CAA652E76A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6925946F-33D5-DCB4-AF41-26F63DD0F7C3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E0D84A59-FDAB-DA2C-D37B-3144E174406B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E010E770-9A18-97BD-7400-4D5C143F17E5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9E53B3F4-47A5-970F-C3C4-AD261BB65344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1929AD82-5168-36B8-C99F-555AAC1C4CB8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95CF2FEA-5062-2DFB-E8DC-7F9438E0CC52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64EC3EE6-2BDA-AB55-8EA0-16457B57AD3F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4DC7BA33-C4D3-218B-0448-6C0F48F09B8A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23920EAB-60B2-8BC9-0891-3FBD3181254B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CCA635FA-22BA-CDBC-77C4-19AD70B1F716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0DFAC0C5-7872-FA2C-2FE1-5B6F9C6E0366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9D113546-F3B2-EEEC-35B3-47AF7D36B711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86493587-AB61-390D-CCB4-F2D16C3B94F5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8B030FD0-93E3-6703-A8D7-69C1CE1A4D5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9E8D7A4-7527-8D53-2608-577E93C0D3A1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7B770462-0519-0514-0DD0-525A52EF60A8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4C458C9A-48CB-F900-07FF-8C30F26C797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DF7A8771-DEC7-C05C-AFFB-642660E9DD7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ADCD0DDB-C1A0-138D-39EF-AB66991D7D6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AA55C402-E029-8057-DCCB-ACA1265C556B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36FF73B7-AFD8-98A8-B9EE-0D8505888FB5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D84E63E3-6E8A-0AB2-BF8C-2C266F9C703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FB58CA11-18A5-79C2-113D-C185286EDF6B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700A8046-B97E-F82A-18BD-6FF7EDED3118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0973EC1B-C491-B520-0625-056E0144631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A72D505D-3F03-8901-420F-423A2301398A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D29743C8-E507-0DCB-D050-8AD380B48686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BED07184-D886-9704-C110-CD8EFC82EFB9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C3F10160-0FE2-6A83-F187-B18E2A47CDCF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8CCAE2B7-9980-F4B3-46CC-B583D36C8002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FBA49E7B-E3D3-6932-4606-3F003EB3B3E4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4E430FC4-E124-357A-1804-780BBEA74FD6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B5A8B731-DB7F-8746-62A8-1A08AA7C32CB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1EF3D258-5AC9-0D65-3212-188D070A5C4D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20F4941D-0F08-BABD-4253-7AAAA31EA104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755A8DC1-DAB2-8A1E-462F-07F92FCE4012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2DED2800-C95A-C793-5BFC-078B02BEB351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4260E62D-34E7-CF85-F7D1-E1753E525466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53C728C5-EF1C-C1D8-D8C5-F76CDF67E83C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42BAB068-81DF-DF29-550B-A900ED6147A2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D13B7E80-E23F-2174-DA0E-48635777DB4C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46373FAA-CFD3-F751-8E2E-9C47E63EE028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791B41BE-DE39-A2EB-2F26-E693D67F3940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DD50D139-5EB4-4FDE-357C-750ED273D80A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C0E13031-9293-6D5B-867F-DFE4D5A5EA86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19490ABC-F147-199D-626E-6E6B0C12B60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5140A2A3-2E7C-837C-D395-214664E8E333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402045E8-ED55-3971-0089-100BB6D238FB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F251EF14-CBDE-CE3D-8CC5-71A7AC27D2B8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76C1C56E-82AB-6939-364E-A88C5F5C88E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42AE87B0-10A4-B359-DCA5-689DE42BDD4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AB7AE4D9-1A14-CD19-769D-CEDFFAD0A391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457222A7-CAE2-8FB9-DEDD-746F3236BC29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C3CA6FB4-52FB-71CE-FE88-770B53BBCA2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432FD439-640D-77F4-6709-DE06EBF591B6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E59FFAF5-5D3A-9343-AE88-D3D9826DCA08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E1AC06F1-327B-79C9-CC1D-7A726135F463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AE55C9BF-02D1-9241-B779-3D84B64A94EA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2C63BD19-72FA-A907-E9AF-11D2D7ACC6CD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CEBD0A51-F6A0-C681-ADD1-896EFC50799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09BF5739-4360-9241-DB7A-AE38A2AC09B0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BBB43E57-1B7D-36FE-97E9-60B1DEC99CDB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3937B690-AC22-12DF-5CEF-D95235620EB9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7E0E0559-0779-514E-C45F-E8F3F99803A7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CDFCAB0C-9A39-743D-95AA-B131444C9803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3CD68538-DEE2-E81B-99EB-1EEBA811C440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5FB108DD-5D27-5326-3974-3EB6B566368F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4FB1733A-AB1B-7D2A-EB21-A547160D74EB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B281BAB3-85D1-BA99-F3E7-DD9D986378E4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F3E3417C-7E0E-1D1A-7CDC-2036CEE57D4B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4C5120FC-FD51-E6E1-CB03-7DC52B9C1C9B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87748F25-C235-F2F8-A7E8-9B0D425E6705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01FCE6D-3E07-84C0-04D0-04B169FDF405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9CA96D36-2366-6F29-4782-C6CFAF6B5F11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B73E7436-E0F3-127A-CD27-F9792A69EC9A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43F0B868-95B5-37A6-530D-6FE04913681A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CA831FEB-DD15-E8A7-5AFD-2EBC3C38275D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3720F1F8-0927-8B09-FB18-D2748335FDDD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9404054D-CB12-85A5-981D-12656D2B6A4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1A191957-6405-F013-0E68-E5404A03FC33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1D129B2E-7D88-91BA-BC6E-BF301ACDCE85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91E0664F-3C16-91C0-6809-B57796F5881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928DCB1C-F4BB-64AE-B800-0F38040CD367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EE2ACB13-8855-76C6-79B9-47FBA8459BE2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6B3B9086-12AD-BAB4-29C8-229C634663BD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004F64A5-C1D7-95A6-85C1-82AB8D1816B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25671819-0954-0810-0CFE-1983B48FD827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531E0C25-72C4-7609-30A6-9F225CF558E1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DD4348B6-7150-582E-3574-9661747A47F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2E8CFB41-32A7-6B3B-C625-D6550B21E4C3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C7726846-6452-790F-E359-1781DC495E77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A653FAD1-D333-42F0-40DA-980F24835BFE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E75F18A9-DC90-1794-896D-CF72C657165C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88B29E3F-EBEB-76A3-D347-EC7631572537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743371B4-A24C-DCFB-2BDA-39FEAEDE93F9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1B627174-1895-449B-ECA1-E4C8B030835C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491C8739-FBE9-DC7A-D861-9131FE3BE9DE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C5E33C1C-6F6B-8166-028E-DBEB635EE01F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54302C07-3B6F-1D98-A0F9-08B9295AA54C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4D4B23F6-0E25-5062-A669-7C00F7D47E5D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AF2FD43F-4D82-6318-801B-D08F168D6F0E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00871CA1-A866-5068-716F-9489FBB9BE32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8C2AF71B-3A99-227C-9678-FD8C490BD54A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12CC1E17-3EF8-BDA9-439C-D07E03012340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EBF439B9-4782-CD07-3B9C-8389565B8D82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71408BEA-958B-E675-CD26-2432BB023ECB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A23721C8-B0C9-0347-DD01-9A8049471D7D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8D7E2AAA-0E33-BD3C-6408-EB26A1EB1D14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4B198F2D-8348-64EE-D816-DB6FBCFB9954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D2EC6A6B-D318-BDEE-FA09-DD5A165F882C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48EF9370-C67D-0396-4676-A9929F8ECD6F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F9785630-B230-B4B2-634A-F6F3BDC8C92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6108EB30-0D81-59B0-310D-DEC4A72D3FE4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01D46C7F-7278-7B65-9CF6-2798D74E001B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D8B5E60E-8A99-458A-D0D0-F29A7A33020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6D573B3D-09AF-EFF4-EA49-62CFE80DE136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5540C0CF-B0A1-2E9B-3A91-FFCF25A4C75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93C5616C-51AD-8992-EC77-9472CF4A5303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33591E8B-7854-39E1-5BBB-2BC83A6BADD9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96208136-3B7E-AB94-02D1-5EBBB124EDB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9D0ADAFE-3441-AB2C-F4B5-122AFB65AD3D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9B2D8C83-70CB-EE5F-492E-4189EDD0232E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21EAF580-9986-BB0A-9FD0-B8A7DB584DE4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66243DD8-4349-5E02-2F72-1D367F272C20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95093455-FEB7-A455-5900-A74E3C97CEF0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ADDB9BA3-C6AB-8DF0-4867-13D08282936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B67FFCA1-1DC7-53BC-A51D-F9FE65E8AEDB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A894DA2B-E3FC-BEF4-7065-B1751F1B0AE4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DC0F0799-2B08-3E49-4C83-D884A87994F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540FFF84-3BBD-F242-6E4F-F1C7DBE90398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22B8C87D-330E-B10B-8CFD-4CD74A5759B8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D3951E83-1B01-E84F-3BA1-27E89DF7E31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4A6A7A29-8701-A7D3-7E7B-8A1F20AC176D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0DEDA8C4-1E28-411C-AC3B-3CE91460044E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B27B894D-5C60-670C-7739-C5C2A6757BEE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D32B8354-98B5-15C1-99B0-294ECF5DBEDF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591BF42D-CEB1-8574-D1B3-74F96E6315C4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0C379522-9FE1-0A6C-D49C-71BDE1780F50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6B18C463-0C7D-CA7E-E95B-35D868BDF9E5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DA067FBF-F527-3852-5740-D9B3AC94B5DA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9C1DDED1-DAAE-50BD-7C16-A73A0F41264A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0FC128E4-5AA8-1CFF-5188-1F727A3A500E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37595CA2-AEF4-F669-D5D8-51FD7B44C192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9D4BF87D-EDBA-C888-F089-9297719B0BAE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3E12A54C-D769-8421-0781-A77C8FFE8A7D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3AC2CE8B-CA63-5B29-A4E7-71A16A9905CD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6DDF345A-B591-D399-2D21-D2DA93CEA12B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609979B7-CBFA-FEBF-A0B9-AD173141AB2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E19BB2DD-EE97-B80C-E451-7180F91EF57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0FDF489E-14D0-90B2-7A62-7C02902A68C2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546A572B-BD3D-2666-14D4-ABD0BF94263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06B856E4-E197-9E10-E386-F9D179731EB2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3654A9DC-9B7D-6CB5-627B-A65101B0F186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937F1FC2-FA7E-0D5D-E20A-26E9A660E2F0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F8D6664C-C0CB-B6B7-D4AC-6489BCECFDA1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48576FF5-F143-C2D9-B5A0-29DEAC0CDA15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2C3C7A9C-37C3-6A0E-F173-5B6E43A846BC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E2C8C090-911C-6FAE-33C2-4E5241A96CC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8EA2BA8F-C977-D191-F067-5FC07A9FB5A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8A481477-2B3D-D10E-A068-4529DF4465B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AC56C18C-5C58-92AE-687D-0FDCEB683F0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76195A9D-37BB-4BF3-7325-626A42C38A5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4A215B82-800E-FE19-EFCA-2BEE52A2D7DD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108C7681-2AE0-4691-08D3-CADA70E9BA7D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01744CF3-E327-EB04-7322-021F9313E6DB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2F16E22D-09BD-E4FE-31CC-56129057946A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EEDD87FE-30A5-E3BB-A090-25FAE77241C4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62BC1569-1B74-75AA-95EA-C9DF4AA1B10B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0C66BD40-810D-102B-D738-914F7E2352F6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8803DCD6-5DA9-D9CC-9DFF-A50F08713C5C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3F52883D-264E-745A-939A-1EB74BE382FB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D198C607-665D-117E-BC50-196DEC2BD978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963771F7-1DFD-7256-551A-37A4FDA7EAE0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0587190B-7A93-0DB8-480C-A3FBF5F8A19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213EA783-F013-0B84-0A0E-2E9DB501C84F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0CDFDCC0-EC9E-69BC-3021-4D63641101D9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050236C1-D943-A0BA-51C8-F4AE165D96E6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092876BA-21C2-C8F1-0C3E-3387E5D9648A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990C74D0-C2B8-1AAC-873C-32215EE1853B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1D4B61A0-DBB9-B302-E2BF-B2682D282072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7BF6614A-3E3C-014D-309F-CFC4E09BBDB1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CBD23855-F964-2FAD-EC98-2A4195D2C330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2489649E-BD81-1B47-88A3-12454DE4A32A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2646AF04-F908-F60B-BD12-F78F5DFFDDE9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BCA76858-0369-99F3-21AA-BAD28057DF27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AB1C305A-7686-BC05-8529-F0BAA94C5C64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A7AC11F1-BECF-50A4-B6CC-0BD92978726D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DF80AEA2-848D-85F0-E99C-A82A14721FC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6856032A-3734-6690-AE0C-CCA3DE04892A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522452AB-8C5D-15AC-A67D-5EC00996AB18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C1DBFE31-7F82-B371-A971-598D57AC9F3D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9B5392DA-7321-8F51-D920-CE4D9617B5C1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485D6806-61F9-6A76-4F82-BB23CB46896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30E3D351-331D-1B71-DAE9-F596FC8405B4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AB0A0E7C-1C99-44C3-38F9-AB9BA8E4F60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D1A51AF2-2FBB-98F5-8054-E760EB7AAAD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2CCADEE8-C4E9-DC72-9979-8DA9E83E9BC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5A8B0F0D-63A1-68BE-C1A6-138E3CF8BF3A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305BD01D-F57F-6397-6F54-AD99DC3DCDB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FA5CF57D-ECE6-1BE9-EC9E-96122D00F2A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0D0CE473-9AF7-193F-426C-5D673E02687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DB7AF427-9D2A-6BAF-BD62-BA2F70162087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A03E94D5-A8E7-01A9-EB6A-D16F2A6BDAC7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A83065D3-E4C3-C22B-BF7B-8BCF78226751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E8141DB0-0227-DDA7-E894-724FF1441668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6EEBBC47-7FC0-CC68-1543-6927D56F135E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63B168EA-4A28-17B3-373E-51220F59391C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EB0D1C57-FC75-F723-67A7-77B964EEA89C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D4A6867B-054F-73D7-2DC3-801434506D72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88B7CF7A-A523-01EE-BA6F-F3066A04D637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0BA17008-0ECC-5524-B48F-B3331C659E72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AA89CE9A-1B24-93DE-C3CA-D4C24615A27A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5891532F-68B7-8F7E-FC6D-D5D0E256F05E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E5F05FAC-994B-A222-F65E-D0773D334D86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37B099F2-8415-6D6C-44C4-CF3AFAE5B6A0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7F172D58-C26F-F411-2242-F5F75FC25CC3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F190FDD1-B567-D1A4-15EA-0411C42D2379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976B8BEC-F22E-82A2-5644-3F35A7F4EE1F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076FFC8D-C345-82D6-420A-B15D3CE31C62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897AD7E9-C549-C25F-BB81-3624A282191B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FC6AE893-B92B-FC13-648F-6E4FB6383E5A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B400902E-8615-158A-F9C2-4017447F58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38BA10B1-B519-3C96-F9AD-13CD0CBD51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08C199CB-203B-5856-4C63-1B0424F0B3E9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66462405-616C-8CB4-4BAF-2992BBD21B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76796FCB-A3B8-5E8E-E821-0612E79E1C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CF8E4A94-635A-FABE-D76C-D3E443285129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2B90DFC6-2C85-7A5D-9B95-E4B166DD7C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767E3E2B-D70F-8179-79A1-04E6431C1D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4FA0BEEC-3A72-74E7-661E-CDCD25FE51D0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39D0BFA5-217D-83C8-2B87-79CC140B6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43AF4DD1-7422-3C62-DED8-3E4C8299F5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EF023CC2-B186-24C6-5A11-700556705859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1AD701E6-DA0A-43A1-E1AC-A358D84A5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70A5149E-3A4F-556C-A694-43C39975AA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923F39F3-F7F3-FB8C-6D01-612220C302C3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0ED56266-8327-5695-CC6E-9B1BD1CF7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25F4C4BD-B493-3CC7-5542-267D141C4D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6BB916A1-5EDD-2710-987B-5BAF7D1D014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15F5A132-0B51-01A2-ECFF-7D8CC3AB6ECD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4FA0738B-BB54-B395-97AB-94ED38D2E0FB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340A52E4-C978-38C2-59A5-B460AD3F61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9ABDD456-D15A-DCD0-E2A3-E6DFBB63A7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210F3807-004C-C385-D32D-AAF445D6DD51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8B997EC3-AE34-6658-8EC9-81D906D22C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13197B85-6F77-87CD-F357-B5F6C4EEC5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0EF550BD-9108-98B1-FDF1-426A8DDB8DBD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50B6269A-EA76-1D15-25EA-952F5326975C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56532B00-65C0-4CC5-58C8-20125CCBA726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706F80C6-F1E7-C535-8714-9F6548DE62A6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F6E06E1A-2431-B587-9FA3-2F1718F5377F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81318D29-AD48-9BFF-6738-6207EAE7867D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A5091EFC-9DC3-F795-51AE-9E1395C257E0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27F3AC9B-3A87-0E04-771F-3052DD42786A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A30CE04A-87CC-9624-2F3F-BA7A4A55D8C7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37734998-9C41-1E6D-D9C5-39991C384F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43C98122-C6DD-EFF4-F055-A8AFF5CF53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87E666BE-0956-97AA-8A98-9EA16DB246B3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FE4A91FF-19BC-BD11-CED3-98C59D1D52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224086D4-6B90-DE82-F2B7-102A6ED710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9C999BD2-22A5-10FE-99CB-189CFD6C7466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BDD261CD-259A-8697-7C72-C237518329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D64C0452-191E-5F5E-1391-3FBC6B77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A4C1B6D5-4D28-C44B-DBF6-EFF89B0A7970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1BEC8789-6E90-974B-18EA-5BD0909628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8A6C5853-FC0F-1CB4-31E5-2D03024E91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F1DFB73C-8744-D808-5407-BFE0EA41618A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EB91531E-904B-9F38-D52A-CCE1E8B5F5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030C32A8-057A-FD10-D3A0-CAEA0D80B9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77B74220-88B1-7D4D-00FA-5CFC328FB637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1FC0438B-2E49-0040-7ECF-934B3380F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85047417-3DAB-12F8-1DE6-D4E2026604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B7B26AAA-784C-E384-B9D4-91646137F9D1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895EE4EF-0BBB-9E31-221B-21C968A5BD36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320516A8-2949-A63A-6B4A-2793407D20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0C45C0CE-E1D5-EACC-DCE9-E5BB1348EC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0368832E-31AA-A817-D491-95C45C364E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77B77139-45E8-500C-379B-C816E334A4FD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CA5CDECC-980A-9346-040B-E808F35F8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6D6AACC8-D59A-4282-AD38-07D3216482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7A1129EF-22D9-C214-AA7C-590349ADC00C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2337BC1D-5429-AAD6-524D-D56E79FB8BE4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AB3D0F8-E332-2092-594D-00E0053EEEC2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337D7010-989F-2224-233A-751BD0F45301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BDD6DF-05DF-E9C5-77DD-9091D84CBD1F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B44C107C-1AFF-6B68-4DA1-21A29AD5D9A4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02B923A7-A981-BDA6-CB7A-5D76C288B090}"/>
              </a:ext>
            </a:extLst>
          </p:cNvPr>
          <p:cNvCxnSpPr>
            <a:cxnSpLocks/>
            <a:stCxn id="1146" idx="5"/>
            <a:endCxn id="1121" idx="1"/>
          </p:cNvCxnSpPr>
          <p:nvPr/>
        </p:nvCxnSpPr>
        <p:spPr>
          <a:xfrm rot="5400000" flipH="1" flipV="1">
            <a:off x="2657593" y="676017"/>
            <a:ext cx="1361104" cy="1606271"/>
          </a:xfrm>
          <a:prstGeom prst="curvedConnector5">
            <a:avLst>
              <a:gd name="adj1" fmla="val -16795"/>
              <a:gd name="adj2" fmla="val 50314"/>
              <a:gd name="adj3" fmla="val 116795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DDE28953-5BBE-1EAC-82FD-80214B3F1D01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766C93EA-8774-FDC3-4A34-A5280BFD4F55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9BCC870-9F23-4BC5-0351-E946D6DE477A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8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330852910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AF9061-F4DB-CC1C-5BD2-4D679FC41A15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=7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EFD7C-97F4-51ED-ED85-6B95F8593ABD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82A43B-64EB-3C0C-D515-77C7761E4C16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60E24E-DEF2-E081-499D-74FC47C8608E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5644C0-0941-76A3-62BB-D3B85A939609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E3E031-46BE-9CD7-55D8-8A50DC32EA16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90CA48-D421-C273-B945-6B660958B239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CC3D56-6353-32BF-E54C-B41919AF586C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A75949-A228-F2CC-558F-AA65C5ABE77F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83700-BD5E-B39F-C1A5-536738237407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ADF32A82-6A3A-96B8-6C38-327A71D44773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45138F5E-4765-3D5E-4021-18AC3510E618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7CAAB4A-45A7-3FE6-975A-9ED59BD463E8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SKIP1,4,7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54B4CE8C-CD50-224F-3F49-892A4C5CFCAB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0E6CBBF1-94E5-B216-F1AD-1932678C8FE5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44669E-EF3A-6E1C-252B-AA47D37BE435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SKIP2,5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6B60FF02-556D-69F1-37CA-D4F0421B9E79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641C06AD-CCB4-8774-A427-E9F086BC5D0D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02199172-48D5-029C-6770-A2C263912F37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5EA421-210C-B245-35BF-30676635956E}"/>
              </a:ext>
            </a:extLst>
          </p:cNvPr>
          <p:cNvSpPr txBox="1"/>
          <p:nvPr/>
        </p:nvSpPr>
        <p:spPr>
          <a:xfrm>
            <a:off x="729306" y="857757"/>
            <a:ext cx="589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SKIP3, 6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5" name="연결선: 구부러짐 225">
            <a:extLst>
              <a:ext uri="{FF2B5EF4-FFF2-40B4-BE49-F238E27FC236}">
                <a16:creationId xmlns:a16="http://schemas.microsoft.com/office/drawing/2014/main" id="{2FC44023-D74D-CDFB-99A7-51C3851641D1}"/>
              </a:ext>
            </a:extLst>
          </p:cNvPr>
          <p:cNvCxnSpPr>
            <a:cxnSpLocks/>
            <a:stCxn id="1248" idx="4"/>
            <a:endCxn id="1302" idx="0"/>
          </p:cNvCxnSpPr>
          <p:nvPr/>
        </p:nvCxnSpPr>
        <p:spPr>
          <a:xfrm rot="5400000" flipH="1" flipV="1">
            <a:off x="6759191" y="359696"/>
            <a:ext cx="1601433" cy="2327238"/>
          </a:xfrm>
          <a:prstGeom prst="curvedConnector5">
            <a:avLst>
              <a:gd name="adj1" fmla="val -14275"/>
              <a:gd name="adj2" fmla="val 50732"/>
              <a:gd name="adj3" fmla="val 114275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321B13A-ED80-4590-703D-EBE53C8C750E}"/>
              </a:ext>
            </a:extLst>
          </p:cNvPr>
          <p:cNvSpPr txBox="1"/>
          <p:nvPr/>
        </p:nvSpPr>
        <p:spPr>
          <a:xfrm>
            <a:off x="1318674" y="64188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" name="연결선: 구부러짐 70">
            <a:extLst>
              <a:ext uri="{FF2B5EF4-FFF2-40B4-BE49-F238E27FC236}">
                <a16:creationId xmlns:a16="http://schemas.microsoft.com/office/drawing/2014/main" id="{6F7D3582-FF04-317C-E755-85D7EC52AD69}"/>
              </a:ext>
            </a:extLst>
          </p:cNvPr>
          <p:cNvCxnSpPr>
            <a:cxnSpLocks/>
            <a:stCxn id="1102" idx="6"/>
            <a:endCxn id="1104" idx="3"/>
          </p:cNvCxnSpPr>
          <p:nvPr/>
        </p:nvCxnSpPr>
        <p:spPr>
          <a:xfrm flipH="1">
            <a:off x="3452161" y="1003633"/>
            <a:ext cx="386944" cy="448239"/>
          </a:xfrm>
          <a:prstGeom prst="curvedConnector4">
            <a:avLst>
              <a:gd name="adj1" fmla="val -59078"/>
              <a:gd name="adj2" fmla="val 15768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EB47737-E152-F0F5-D473-AF6A3CEAD21A}"/>
              </a:ext>
            </a:extLst>
          </p:cNvPr>
          <p:cNvSpPr txBox="1"/>
          <p:nvPr/>
        </p:nvSpPr>
        <p:spPr>
          <a:xfrm>
            <a:off x="3608321" y="1652515"/>
            <a:ext cx="589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2" name="연결선: 구부러짐 70">
            <a:extLst>
              <a:ext uri="{FF2B5EF4-FFF2-40B4-BE49-F238E27FC236}">
                <a16:creationId xmlns:a16="http://schemas.microsoft.com/office/drawing/2014/main" id="{8D83B055-01AE-DC53-ACEB-32EF1998ACA8}"/>
              </a:ext>
            </a:extLst>
          </p:cNvPr>
          <p:cNvCxnSpPr>
            <a:cxnSpLocks/>
            <a:stCxn id="1104" idx="2"/>
            <a:endCxn id="1102" idx="1"/>
          </p:cNvCxnSpPr>
          <p:nvPr/>
        </p:nvCxnSpPr>
        <p:spPr>
          <a:xfrm rot="10800000" flipH="1">
            <a:off x="3422580" y="931268"/>
            <a:ext cx="244116" cy="448240"/>
          </a:xfrm>
          <a:prstGeom prst="curvedConnector4">
            <a:avLst>
              <a:gd name="adj1" fmla="val -93644"/>
              <a:gd name="adj2" fmla="val 15768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93CE086-E205-6C60-3FF9-3320570B54FD}"/>
              </a:ext>
            </a:extLst>
          </p:cNvPr>
          <p:cNvSpPr txBox="1"/>
          <p:nvPr/>
        </p:nvSpPr>
        <p:spPr>
          <a:xfrm>
            <a:off x="3043461" y="552043"/>
            <a:ext cx="589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9" name="연결선: 구부러짐 225">
            <a:extLst>
              <a:ext uri="{FF2B5EF4-FFF2-40B4-BE49-F238E27FC236}">
                <a16:creationId xmlns:a16="http://schemas.microsoft.com/office/drawing/2014/main" id="{3EDA1891-9E99-C296-B600-9E2031D78A8A}"/>
              </a:ext>
            </a:extLst>
          </p:cNvPr>
          <p:cNvCxnSpPr>
            <a:cxnSpLocks/>
            <a:stCxn id="1121" idx="0"/>
            <a:endCxn id="1263" idx="1"/>
          </p:cNvCxnSpPr>
          <p:nvPr/>
        </p:nvCxnSpPr>
        <p:spPr>
          <a:xfrm rot="16200000" flipH="1">
            <a:off x="5281594" y="-312548"/>
            <a:ext cx="4975" cy="2185083"/>
          </a:xfrm>
          <a:prstGeom prst="curvedConnector3">
            <a:avLst>
              <a:gd name="adj1" fmla="val -4910633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EFA96DC-4449-1CB2-ED44-26E4D022D3B4}"/>
              </a:ext>
            </a:extLst>
          </p:cNvPr>
          <p:cNvSpPr txBox="1"/>
          <p:nvPr/>
        </p:nvSpPr>
        <p:spPr>
          <a:xfrm>
            <a:off x="4439143" y="43027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356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7E2C-75A8-2C96-8799-17DFB709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2A9DA4A3-5FAC-1D04-87B6-A775F854B8C3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EF1C66A7-3FD0-F100-B809-588396D7FAA2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2BFEB94F-B91D-2C00-B3F1-EF41B13EAAFF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8E7500BD-4E71-C550-D078-B0075464501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B7901E72-2D21-F331-7E46-F1146D201CA1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989771BE-879C-5ACE-C043-4BF811086008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01A340EE-AB50-6DFF-96F9-3E38A3E0325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C0842802-13E7-FAFD-8DBC-5838034DD1F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1BF7642E-C63E-E2DD-B614-8ACD672826C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211561ED-CDA7-A88C-BA78-067D2F98F929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441BE7DA-6921-8640-E187-E77814C408CA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65622E40-C174-325D-579E-82E5CD92A535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1E53D6F6-18E6-4336-5417-F104F8F22989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0F708354-5769-48D8-D970-773E7587459D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26C2CA21-84E6-9A0D-3D3F-0FCD096B042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5884B0D8-1B2A-6289-2AFC-F2B99C330754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ADF2B10D-3324-F8EB-8814-4C37F225E8D0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3319C9B5-FCA1-C092-DAA4-703204CDC9C3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C7741378-069C-D83D-75ED-624F162B1EEE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6993BC6A-CF62-F050-54A5-D9D3336522EB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2F2E6E4E-59A7-E046-317D-77EE3821A8F4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81EAFA56-F388-F435-1F62-7A0B4FB0CDDA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65FFC5CC-497F-EFD8-7194-F2621A7AB342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D5A25A77-A3D1-CE4C-C6D2-C63B974AC567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B8B370F0-EC96-0B0D-0DE9-40DDCA8A5190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182FA119-BF7C-648E-4388-ABFFC7E1469B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E69C990B-6C0A-C2E8-8DFE-624D11F591EC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3632A596-62AD-0225-FAE0-C5C087EB02EF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C538CE80-F4A1-E90B-6946-2EE9B8005425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DA9C75B8-AD60-EA2A-37DC-947402E8DDEF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F49BE28A-6F00-F723-7586-97B9BA9E04F1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EE0D45BA-2CA8-A46F-3F18-D61EBCA570FE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4B86EB71-698B-ADB1-A166-86BF44CA7217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A80035CA-A21B-51A3-2B32-33683A7F4C35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0CE6C998-54F4-7A3E-590E-25681D13DE33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A7D417CF-B521-842E-7BEE-DCB757321E28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E7F8D6E3-AC02-6512-8F93-09A639FAF249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80C1F4CB-5DEB-789A-0096-6E4F14B9820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45B40006-CDCE-0288-EB97-58BAC54A98F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18E9578B-95E2-C16F-AAFB-61890D18A56A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751995CC-E539-014D-3FE7-BC335AA70FF3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FAC04D1A-6AA8-B7BD-8B02-3859AC552F6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040C484C-2873-62FB-27BA-1BBFD7A192EB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87F7C7FF-F36F-AF5D-0195-E81385FB94B9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9F1A441C-6B4C-E740-FE0C-BFF69DB5619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0FC6C52D-59E7-638D-2996-CAD75D9A1DE1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15068476-6AE2-E1DB-9F64-721DFCFA42B0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C0608EB7-0B6C-C85A-03AC-7F39053B07F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73FBB232-5004-1167-8309-CCF5A238CC83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EAACA0D9-AF39-D510-2DC5-D3DE6D8739CB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4977C616-B951-0BC3-8EA3-09484E3DAED5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8E99CB31-12EF-33FA-4093-6A2D21B96981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414927D2-C182-C3F3-38A9-0D4FC8B9404C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3B866CE6-EFC2-5F0D-31FE-D04324B76BD6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EC36FF84-C8EA-7DC5-3DE7-859A3CA70C2E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22FDAEB6-D46D-91CB-B43B-292D7CC331EB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6E12FE1-3C57-1999-4F51-AF5FC7DDC383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6A9EA150-D182-8C7C-701A-0A460DE15FD7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867F777B-85B4-1F54-DC29-0C7DFFB59716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945A90C6-FBFB-FD61-AED3-3255AE95AF5B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0FEAF0BA-674B-C4D7-5B60-3F4DE8745039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605BC0B9-E4B9-E0EB-763F-56A191BB91B9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6FEA4E53-C6A7-75E1-2E14-24177317D0AF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7043D7A7-D9C7-D412-C542-532D8C4C239C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5D80923E-6C9C-3AF9-7046-0173E33F7089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5F2A8935-8A3E-C9C3-E1D0-38477245AAC6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A96E1878-3C4F-79A8-DFFA-21AE5080EA61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A2CA6D0C-9732-64FC-166B-8B437FD4C7B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916D5132-39A7-DE83-D6D9-0FD172B5791E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F35CF794-B02C-C559-AAD1-E4FE105557A5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7467EA18-DB48-BDA1-7390-630561B9B1E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723DD900-0E39-DCC1-C529-910C31D9E69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CE688A13-1D61-337E-ED53-4897B1F159C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3DA188A8-752B-2C40-9524-492EF91EDBBC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3D0CB693-27AF-0905-D01E-76570313E39F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780B664E-3FFF-7A43-0727-1F10E82B7E9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C765BFB6-64EE-7FB8-0034-2B1BCF8EE81B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5799BBEB-93A6-934A-B284-923BA054B7A1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F2D78034-4A3D-F6D3-CBCF-62A586806F2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C135B0A9-9724-45D3-7822-AF1D618B759E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F48A7010-52A2-13D9-06C4-A1D1032231D5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2DF03CAD-C3A9-884C-5D52-B6DB29E54FA2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AB98DEEA-C239-F3B5-5290-DACCD7888877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346086C1-5196-D909-6F3E-4F888AF79F89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59B9324C-1411-7D82-8EB6-2365679FB3A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57CF568B-A4F4-9366-2B71-C28F79C24088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75270955-3D71-625B-CA2C-F0CCDC8847EB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C4652938-7532-76C6-6E53-D2F5B1EB44C0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E4786DA6-AD65-74A3-A077-C0FBDEA996A1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EE06AA71-4D18-F688-3347-6C398183D1CB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219A88FA-B82C-2AA9-EC74-7965FF4B9032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A18969DD-780A-058D-BC30-D697C738A1BC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E9BC8FE7-3679-C112-3190-D4C24046D344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03499C55-26A1-B10C-536F-13B5122CA743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592FDB93-05E0-1D1F-C900-94EA22283711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950956DC-8D25-9C76-D660-870E3468C4D7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94FB71EA-DE02-359A-935C-1ED6AC909E94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7AB49E73-F160-AAF4-AC0B-C39FEB69A92C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73C23C56-E1C6-FD8E-D753-47DDABD8F4DB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036496B6-1EAA-C7D0-D62E-B65630993D5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DF27334A-1E24-9427-C8B0-AA65EBB0E05A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6CC57C04-E6D9-A077-0709-18FE8E45CEB3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6E5EC1C8-F2B6-7285-4FA7-DDCB239916E5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68A3ABA2-B2CC-44BD-F04B-D2DD4985DA1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CA1C0C17-6A37-896F-1BE3-C1910DC812A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6A79E9F2-E1E5-B8F4-8C7B-1DB0F9A5CFD6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CD154091-D6CE-4E2A-BA59-7E9EE34A7F42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AD959079-8185-24C3-33E8-1466289A348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9B2C4069-D03C-CD50-D189-73318315A9B6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53F255B1-738D-84F7-D5C5-00C9800598EE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EEF0B393-1E58-863C-BD7A-D4DD24955D6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F5C9BB34-BACF-D069-09AD-3A199A3E338B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61EA3C00-2F92-36E5-B023-BCF92C788D01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EFCA67BB-3721-0353-4057-B60F8F7ADF9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B0DDADCA-D819-0C2A-4A56-B7809328B57A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7EC23EBE-A9BB-1868-860D-F433FD154FDE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35320180-6B41-72F9-204B-5B5467207D78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0C9CB132-B5B4-EF61-5077-E360125357B7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C702C781-8EC4-449C-B72A-5DA5570A56B0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831BE460-7C3C-F078-3B52-0D77A344A3C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E327B6A4-9608-80D5-3258-CD7567717855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B88D0ED6-CF5D-6325-16F1-E906D1AB0200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DC457CAC-CBE8-D141-8E93-330D9B30DF5A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65B3A3C2-A433-E61D-F8DF-C7A5456137A5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B19F4DBE-983B-633F-EB51-0A4477FE7917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779E032F-A389-8054-B4BE-413EEB0D4A2A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2357EFC-7500-33FC-9651-1AC458B961B0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417C9EBB-6FDE-F1BC-910F-36E2688380BF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0E47C335-E883-A68D-0BFA-C59D734033E1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66EC39F5-0065-A3C2-906D-F14ECDC5678C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0A99ECF1-5720-1277-B15A-6AAA405EC70F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79F806E3-102B-A3BF-406B-0034DD10D0BC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2BFEFDB2-8298-75D3-07AB-B82E165B59C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9F11621D-7253-8A34-AF4A-8DFAF4A45FA6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BF6FD1D5-0C88-E2DB-7785-A6AE6ECC9F4C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BA456575-5C57-B652-F374-BE7B4785DB8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A0514AEC-CA26-82AD-511C-850DB1795F0A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7CA92BCE-CC72-D30D-E833-B1B7D38F6C8E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03F7830C-789E-3FEF-7275-D639E7313892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4599E6D6-857A-6D2E-5702-12A3ECCA7437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CD466EB3-BB88-34D1-271E-04171B7D3B77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33C5909F-2C80-3827-59D7-C8A510938E6C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58B38B72-965E-23F6-002C-2A2F308DC61C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64A6C994-3D2B-339F-12C0-9BDFF243795B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1FA24911-43FD-9628-AB51-631894D75E9B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C79103C8-3A34-4912-4D93-554DB83B11D1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6B8149B7-7EEF-70C3-1200-91BCE59F11CF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3BB791EB-B9E8-6F0B-7925-0BBFAEA6578C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C2A500B4-4EF6-FC0F-0630-C883FA26FCD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F1830EF5-3010-1FE9-BFB6-B36A99045EB4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AAEFB697-9A94-2FA4-99BD-917D43F04C3F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27219B6D-0BB7-B956-D083-139886D34783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3BD1B20E-0420-3BD2-8A02-9E3AA361A5A7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A3D19CD0-9448-D739-416A-D991D2BFBD6F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97EB1310-7B23-1879-D100-BFEA407EECFB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8487B1A1-EC7E-1BDA-D46C-273D112DB782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4FEAFC88-2ED9-978A-965D-2D4F09D15A2E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A14747A4-C603-3942-696A-244D9D34953C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8C476E38-FAE0-666E-89C1-ECAD6C804092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B593465E-8F55-A823-C49C-8D1EB3B5B118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4C223172-3ED8-028B-4402-F88097D410D2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56232298-A7D7-3399-BC4E-B329613E970C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FA1BC6A9-3D09-F28B-8CDF-F29206B596A1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1C1472EC-4082-F798-548B-C717FFE786B5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DC17722D-6D8E-EBB1-1F98-CE8D3944964E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528B2B9D-3C62-3A05-A570-461F7BBE228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BB6FDC3B-066C-BDA9-12EB-7E2F40878DFB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D666F17A-01BF-5395-D484-DE980E980E6F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46C5DAF3-B998-C7FD-FC3A-2B5CF7ED0F7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68ED9B09-226B-BE22-1FB1-7BD7CC9A9C7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F35BD42E-3D20-0B15-7CF6-2D1557FD507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B55F98CA-7F23-834F-9A26-A460652D3DF1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504D35C6-FCC8-2CEC-31C9-07CB512B29D4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80941698-12E7-3AE4-7813-DAA95868634F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73BDFFB6-2742-47DE-804F-FF844BD63981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43ADE0E1-E9DE-4735-0D16-721D872A45E9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9FFEEEB0-F2A7-F5F6-A137-D862FE0AEAC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4A6E650F-314F-BD14-6506-08B417C69AC8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05869909-E313-3D90-3F89-CB23599AD731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74F1CF79-FD1E-8E6A-0BF0-4F320EC5323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396F6659-1557-4DC6-B0E2-08285F119274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C7EFFA14-B22D-F2F2-C843-AF9D6EB40BD8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BC6DDB48-A31D-47EB-8732-56410687B8F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2B5805AF-A08C-15FE-704F-AFE8575235D8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B51C42E5-CE40-63B3-8476-178C1EC0B20F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DD1B35D9-5A27-64B5-1C03-EBA4C44BDD0B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A1AB0D2B-442C-002E-5727-3A492ECEB913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D10A9E53-06ED-380C-DB98-35315F272F9A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00507820-E888-3AE8-9B94-3B715935F76E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FE73E187-4FE2-D672-7AD3-D9611A8F0225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B76469B1-A969-5D87-1FE1-C5775D9631D6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8AC36D9F-DB99-0B87-A8F5-18C8B79D8F7B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C8A17CBE-AFC5-4EAC-E3FA-4552CC78E81D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580810A7-7887-F4B9-BC95-47A2ED79AA59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882CB7AF-6917-BF1B-51DB-511C77E03379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1247A31B-0C93-0B6D-3AEE-3E8A0CF376D4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D5F4964E-A2A3-4BE9-B086-A86CBCA931AD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66C9D56A-93CE-048E-EAFA-C22453C65456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C2CDD1DB-FE1C-FA59-1F5E-B9D25D5B504C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9B66EC02-B654-1B93-82A8-5471CB223E88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227F4718-EBCD-FA27-F2C8-7A72EC4E1B9A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714F1DB3-B92E-4F41-0AE9-5B67EC49364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DB209AAF-A465-2D67-16F4-1B154C11A34D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D11E2832-F8BC-B884-37AC-7AC03E0F261A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9FB044B2-A351-625E-EA24-DBE1C4003A96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386FB38E-A3CA-347E-CFF3-CA2F44876F7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8C8FBDF5-59A4-AC98-720D-F006AE990E5E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9CD56FF8-7EFE-3298-37F3-887110087F27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0E69C3EE-6F39-BAFD-4251-82066E73C01D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F1E86BCF-8FDA-FFF4-81F1-4B066D2DD43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5F7B4081-AFB3-BBBD-D082-C4EC4151ACA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6ACA010E-6DC3-A220-D373-CD3CA8607E6C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AB921982-19CA-2795-D84C-A994A47CF8B0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C74AFF42-00A7-5E63-85A9-E19D8345CDA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34A97F12-7EF9-0E23-18C8-7B9A2319DD1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B2DB9529-D699-5441-A2F1-A5BAB70F5413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4149E6A1-9974-490E-41AA-89CF79D8BC3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3B86D76E-8048-DB6C-26F0-CBE43819700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7E9F05AC-921F-13A0-493C-2ACDCB8C3C54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BAA75DAC-AC3B-B439-0B15-C83E467F318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10070B8E-FE12-32A3-9DDB-107BB33B7914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02B3D2B4-D59B-F08C-B069-7E48B21AC7AC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C47DDA96-D569-8158-50B6-4E52BBF9C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32ED0BE7-4F16-950A-29ED-9117EAE7BC68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B6DCB036-37E9-5B52-771D-8CC7BE11E12C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F1BE5ADD-2530-6C3C-AD7E-13F4FD0A7B0D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BFE843DA-C775-FF42-0A83-48DA5883027B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A1CCBCD7-433B-B5FD-7ABE-9F6B206FD34F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EB4E56F6-51C4-FE8A-96C7-54F181CF4857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CDE4188F-F5E4-C177-D8FE-A89E167E1BF0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F2095354-764A-F6D6-7939-8676E288A5F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6F81DB9A-3CFE-9B57-A79E-92A96770C4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43C740D7-5A39-6966-8B59-5DFFD61EAFD6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DF71049A-DBF1-A405-7274-C900A3C94478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66556EC6-06B8-37DF-A697-C6AC65FC03DC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93470376-4887-D5F8-7E26-6DF76C318BE8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E9BD1512-79EF-BD1D-730E-8079D7E640C2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CE9A799A-E2C5-3AE1-E78D-F95A4A45CDC3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425F1BF2-14B2-CDD1-415A-66B48714C43F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717B6BAB-8F67-53D2-9DEA-71460A71229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83CB4A2B-41B2-373C-7B7D-AA31219EEF3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C34C9779-EAB9-82E1-FADD-E91579A32140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51579F3A-58F8-2CC1-B310-EE71DB59F0F1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3B1BF240-F59F-2C17-DEB8-5CB02916CCB6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57D2B079-4085-410C-255C-ED36E7247E2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D598BD90-C4AC-ED85-8171-302755C0A10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8CFE202C-E110-35F6-6914-7514986AE84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4C15E201-4496-0508-4C4A-B3638DEF3D7B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F8D98AF7-7F4C-E835-FCBC-58DF0404725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654C36E3-F4CA-57A4-128C-42CF2751362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92901371-5FCC-E469-3A54-4C097A1721AF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9ECD73B9-922A-F76E-0AF1-2495F60CCCF8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F2528A47-20CE-EEA9-0C12-64730193C07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DCA3B4D0-8695-A7CB-94D6-BBBA36D7526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A8269376-0724-E997-9AB9-B3BED52CCA5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65DFDEEA-E5E8-8FA0-765A-2FAEA98D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AECAF01D-6725-5A0D-B079-B7347D6F3ECC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37B823F5-FA0C-8E76-D2A7-65F993536B28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5D90BEAE-724F-5BDE-BBF7-EC7286DFB908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12847901-0656-46FA-534C-02D70CDEE14C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DAC3A462-A494-AF2F-8569-6AD6D873AA25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1F5FB710-49DF-C610-5BA1-18F4289A199C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74234635-9581-1E98-ECCF-68F932412F5B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C96C6597-479B-A171-7532-2AFD6C5BFF2C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F29DC907-F1CE-485A-890C-5ACEAEA95AC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E8E88FB4-AB3B-0B70-5F54-097EB24BE44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46295241-82D7-719D-05D4-E9B012149674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CD064523-F7BF-AF49-4573-B2571328622B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854C4EAD-B1C7-073F-3A87-7602A5FD1D97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F27691D7-6F17-6B2C-787B-E3FF0E1245CC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CF3E86E9-D097-2D55-5D89-2244D94114EE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D95520B5-66E4-EC64-A46B-6F0F51862298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AE1EC670-7796-11BA-3E34-D3CA9C980EBD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DF24C3BB-8C1B-C095-7BE1-FE5E8E91085B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0B2EC4F7-0824-3C17-00AA-653D405356A3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B75428AF-A723-FE3F-1258-C1A3443A06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9B632170-0071-FBF0-0583-B7096E3999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E9EAAA00-26D6-D8DE-ABE1-6B7ABA39BDF6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9129A691-E448-3C40-A333-FD77FDEF1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94499306-DA7A-DD4C-FB42-873B4E5A1E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E7F746EB-4E11-A981-9F83-AC1EC7821E8C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9408CAFA-829C-D01F-70D9-2DF8E14D7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ABD8A7A2-51F4-E0E0-EC0B-39A26A46B2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E2CACC8E-9987-7F72-BB10-4E850CFEBA51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B054F50E-7425-8DC0-3E81-4D0784FB28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341D1033-A587-93D4-8970-844E638D26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CC84691F-76B3-0E40-D156-6CBB8D652C32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7E6A4576-8DA1-6FB2-7455-2B414D569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AD13B092-0AAC-F43A-FF5B-67B600341C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469A5834-A542-05D6-1999-13D34E22D672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87A3CCB7-F017-A8ED-72EB-43E493068D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889AD087-074B-C1AA-34EA-3EC63B3EAC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E2546D46-2FC7-33FA-DB3E-6E1F77EC1AE7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FBE0BB1C-B233-1555-7A51-32929BBC1A06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4518A889-62E9-4DA1-C6B4-9CF908F7708F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A0632ECB-014E-B910-68E9-255657E55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D7813982-0703-E38C-AD7A-9E4E647909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BE75DF8B-6F93-C19B-8668-F203C8F608AE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4B959E4E-E32A-D131-A9DF-FE1E357F5D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7846698F-AC65-B018-134A-ABB422EB66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14E5C333-CB5B-507B-1CE7-E24F4156DF46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761760BB-1132-1A92-845D-734346A69A76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2B476746-42C9-C7C0-3CFD-66FC16847EF1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8BB997F7-2F06-C81F-B2F5-F94B2E6FFF95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267E761A-AFB2-DE1D-3267-1713710CC5E3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8189F0BE-00ED-2F86-961D-515C0FD3B18C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D82C21A0-44A8-8655-DBCA-5BFD974AAB2A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55EB848B-54E6-8299-F773-01F237DC1097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CCEAB020-9648-FE8D-23E6-B67AAF06B555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184C84E1-3A7A-3693-9681-B30AA90FA3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708A0D93-B5B9-20A8-DD63-22382248C7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552402D7-153A-F2FB-FF58-03D4DCADA612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801B8ACA-CB16-77AC-04E8-5D3483F85F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57903EB1-C7A0-0D86-0492-97C12A24A1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2F6FB01E-4D31-1F07-3FCF-78669B289036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8F88C17B-4A3C-5E47-9E83-4F5DF2549D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CA0F8339-ED44-476E-4A46-B2365668C2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D07A3816-9BB8-AE3D-8895-CD770E8217D4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BE7EF2E0-E416-5849-2CA0-5C3D6354A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D604147B-EBA2-963C-8042-1170FBB88B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E39F02BA-59DE-06AB-2B62-7E736566E09D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4D5AA827-E00B-4A7F-0B16-ACB45460A5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3CE9B13A-11DC-11FF-CA81-AA74B2B2FF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11E455AD-5392-3279-8356-8CC38EAD6A49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BCADB1F2-8DCF-B312-5A17-15DCA4157B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5FE8D8A0-957A-5AF0-9006-DEF9E323D0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371C0ACC-1B56-0F56-ABF3-198AEA8B2A1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D47FF243-FE4D-802C-A118-73A7BD6A8ACD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6FB6B3DD-0053-6E5F-E850-5613B55FC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3ACA6163-0AAE-CC48-CBE1-C71A72EAE7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976AD285-1396-FBD0-034D-FDC653AC83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243311BB-A9FB-2695-D0B0-DF3E8845ABE0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26EBD4B7-C916-C3E5-6653-CEBE38D723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2CD3B752-12FC-F103-07F8-1C044124A4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A6A1D9BF-D2D3-AE30-C163-F5A8EA94264C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8FD83B24-D512-6078-1B1D-B8883A15371D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D1DEA6F-1AE0-1D13-B3EB-A516B8775D06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F8D04823-A38D-E977-4817-9426BFA5F540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65A2D82-6447-772D-7B15-79D1410C6741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2D7923C0-EDBF-5A74-FB3B-A1FEAFABC1E7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6462D248-48BE-C42F-07DD-1272210399BE}"/>
              </a:ext>
            </a:extLst>
          </p:cNvPr>
          <p:cNvCxnSpPr>
            <a:cxnSpLocks/>
            <a:stCxn id="1138" idx="1"/>
            <a:endCxn id="1190" idx="0"/>
          </p:cNvCxnSpPr>
          <p:nvPr/>
        </p:nvCxnSpPr>
        <p:spPr>
          <a:xfrm rot="16200000" flipH="1">
            <a:off x="679287" y="1873466"/>
            <a:ext cx="1868503" cy="694080"/>
          </a:xfrm>
          <a:prstGeom prst="curvedConnector3">
            <a:avLst>
              <a:gd name="adj1" fmla="val -138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D56D999F-67FE-17A6-6DC1-08DBB7CC3587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C05CE8D8-33BF-3ABA-A5DA-DA1E60401C65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2D537A2-17D9-36F9-B9A2-6501347FBE55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8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602910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CADE2-7BE6-83E1-3619-81C5B4B9A065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=8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01370-FDB0-B400-8038-3508CF124A04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=3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DEA260-9261-DDA5-7198-BD919D635916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90A149-16B5-C831-6BC4-0F68CAE95213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DDA6EB-1F3A-5227-EA3E-6BCF4CADD82F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864123-E473-4CF3-8821-665D8081FC93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C73585-EC14-B3C9-5502-740A97BF1514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59E4AA-C7A2-E7C5-6EE4-908DB2D7544D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E35CEB-8B19-80C3-AC17-B87CE14969AF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E5A0BE-96CD-99C9-DCD6-FE3DFB13B519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FD2587FB-6414-FC41-3B7D-925A0C33E2E6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89E20022-95A1-DB03-E949-06B65F4ED512}"/>
              </a:ext>
            </a:extLst>
          </p:cNvPr>
          <p:cNvCxnSpPr>
            <a:cxnSpLocks/>
            <a:stCxn id="1136" idx="0"/>
            <a:endCxn id="1146" idx="6"/>
          </p:cNvCxnSpPr>
          <p:nvPr/>
        </p:nvCxnSpPr>
        <p:spPr>
          <a:xfrm rot="16200000" flipH="1">
            <a:off x="1457426" y="976686"/>
            <a:ext cx="1199321" cy="1017690"/>
          </a:xfrm>
          <a:prstGeom prst="curvedConnector4">
            <a:avLst>
              <a:gd name="adj1" fmla="val -19061"/>
              <a:gd name="adj2" fmla="val 12246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3855F9-5B72-FCA1-6C3A-B6DC298C8261}"/>
              </a:ext>
            </a:extLst>
          </p:cNvPr>
          <p:cNvSpPr txBox="1"/>
          <p:nvPr/>
        </p:nvSpPr>
        <p:spPr>
          <a:xfrm>
            <a:off x="2542144" y="895081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SKIP1,4,7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C7107081-A947-2C56-DBA4-5EADC5E05BC4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3ADC9AD5-B74D-DEC4-3A97-38AA871E079B}"/>
              </a:ext>
            </a:extLst>
          </p:cNvPr>
          <p:cNvCxnSpPr>
            <a:cxnSpLocks/>
            <a:stCxn id="1146" idx="3"/>
            <a:endCxn id="1138" idx="2"/>
          </p:cNvCxnSpPr>
          <p:nvPr/>
        </p:nvCxnSpPr>
        <p:spPr>
          <a:xfrm rot="5400000" flipH="1">
            <a:off x="1411962" y="1185964"/>
            <a:ext cx="798937" cy="1148546"/>
          </a:xfrm>
          <a:prstGeom prst="curvedConnector4">
            <a:avLst>
              <a:gd name="adj1" fmla="val -32476"/>
              <a:gd name="adj2" fmla="val 119903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D88513-206C-9C69-11C7-FD43D8851CB1}"/>
              </a:ext>
            </a:extLst>
          </p:cNvPr>
          <p:cNvSpPr txBox="1"/>
          <p:nvPr/>
        </p:nvSpPr>
        <p:spPr>
          <a:xfrm>
            <a:off x="802738" y="21226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SKIP2,5,8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연결선: 구부러짐 70">
            <a:extLst>
              <a:ext uri="{FF2B5EF4-FFF2-40B4-BE49-F238E27FC236}">
                <a16:creationId xmlns:a16="http://schemas.microsoft.com/office/drawing/2014/main" id="{74DDDFEB-780A-DEC8-244A-5C55D365A83E}"/>
              </a:ext>
            </a:extLst>
          </p:cNvPr>
          <p:cNvCxnSpPr>
            <a:cxnSpLocks/>
            <a:stCxn id="1190" idx="4"/>
            <a:endCxn id="1175" idx="6"/>
          </p:cNvCxnSpPr>
          <p:nvPr/>
        </p:nvCxnSpPr>
        <p:spPr>
          <a:xfrm rot="5400000">
            <a:off x="1261294" y="3473141"/>
            <a:ext cx="876465" cy="522106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70">
            <a:extLst>
              <a:ext uri="{FF2B5EF4-FFF2-40B4-BE49-F238E27FC236}">
                <a16:creationId xmlns:a16="http://schemas.microsoft.com/office/drawing/2014/main" id="{468D4AA4-3729-8814-6388-73871C64D09F}"/>
              </a:ext>
            </a:extLst>
          </p:cNvPr>
          <p:cNvCxnSpPr>
            <a:cxnSpLocks/>
            <a:stCxn id="1228" idx="4"/>
            <a:endCxn id="1229" idx="6"/>
          </p:cNvCxnSpPr>
          <p:nvPr/>
        </p:nvCxnSpPr>
        <p:spPr>
          <a:xfrm rot="5400000">
            <a:off x="7859399" y="3749464"/>
            <a:ext cx="1210779" cy="353070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F5FB2775-1D3D-EA5B-1315-22FE5A578951}"/>
              </a:ext>
            </a:extLst>
          </p:cNvPr>
          <p:cNvCxnSpPr>
            <a:cxnSpLocks/>
            <a:stCxn id="1138" idx="2"/>
            <a:endCxn id="1136" idx="2"/>
          </p:cNvCxnSpPr>
          <p:nvPr/>
        </p:nvCxnSpPr>
        <p:spPr>
          <a:xfrm rot="10800000" flipH="1">
            <a:off x="1237158" y="991250"/>
            <a:ext cx="210906" cy="369519"/>
          </a:xfrm>
          <a:prstGeom prst="curvedConnector3">
            <a:avLst>
              <a:gd name="adj1" fmla="val -1083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BD75FD0-FE86-96D2-6A9E-33B998D263AD}"/>
              </a:ext>
            </a:extLst>
          </p:cNvPr>
          <p:cNvSpPr txBox="1"/>
          <p:nvPr/>
        </p:nvSpPr>
        <p:spPr>
          <a:xfrm>
            <a:off x="729306" y="857757"/>
            <a:ext cx="589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SKIP3, 6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5" name="연결선: 구부러짐 225">
            <a:extLst>
              <a:ext uri="{FF2B5EF4-FFF2-40B4-BE49-F238E27FC236}">
                <a16:creationId xmlns:a16="http://schemas.microsoft.com/office/drawing/2014/main" id="{EC0EC74D-D154-48A1-64BB-F29235FBA45C}"/>
              </a:ext>
            </a:extLst>
          </p:cNvPr>
          <p:cNvCxnSpPr>
            <a:cxnSpLocks/>
            <a:stCxn id="1173" idx="1"/>
            <a:endCxn id="1302" idx="0"/>
          </p:cNvCxnSpPr>
          <p:nvPr/>
        </p:nvCxnSpPr>
        <p:spPr>
          <a:xfrm rot="5400000" flipH="1" flipV="1">
            <a:off x="3499626" y="-1556313"/>
            <a:ext cx="2944990" cy="7502812"/>
          </a:xfrm>
          <a:prstGeom prst="curvedConnector3">
            <a:avLst>
              <a:gd name="adj1" fmla="val 10776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CFB4E7E-F821-621A-8E57-E2D3DDDF6B36}"/>
              </a:ext>
            </a:extLst>
          </p:cNvPr>
          <p:cNvSpPr txBox="1"/>
          <p:nvPr/>
        </p:nvSpPr>
        <p:spPr>
          <a:xfrm>
            <a:off x="1318674" y="641885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9" name="연결선: 구부러짐 70">
            <a:extLst>
              <a:ext uri="{FF2B5EF4-FFF2-40B4-BE49-F238E27FC236}">
                <a16:creationId xmlns:a16="http://schemas.microsoft.com/office/drawing/2014/main" id="{A5DA8D94-C3D8-6C81-378F-89A231138849}"/>
              </a:ext>
            </a:extLst>
          </p:cNvPr>
          <p:cNvCxnSpPr>
            <a:cxnSpLocks/>
            <a:stCxn id="1175" idx="2"/>
            <a:endCxn id="1173" idx="2"/>
          </p:cNvCxnSpPr>
          <p:nvPr/>
        </p:nvCxnSpPr>
        <p:spPr>
          <a:xfrm rot="10800000">
            <a:off x="1190331" y="3741921"/>
            <a:ext cx="40659" cy="430506"/>
          </a:xfrm>
          <a:prstGeom prst="curvedConnector3">
            <a:avLst>
              <a:gd name="adj1" fmla="val 662237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A51A93-0DF6-263D-9C1E-F919FA4519A8}"/>
              </a:ext>
            </a:extLst>
          </p:cNvPr>
          <p:cNvSpPr txBox="1"/>
          <p:nvPr/>
        </p:nvSpPr>
        <p:spPr>
          <a:xfrm>
            <a:off x="659579" y="3916588"/>
            <a:ext cx="7751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96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5642-79CE-BF2C-47E7-8DF767F4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62412B31-6ED5-ACD8-18D6-188D64668D3E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9F09324E-5171-E6BE-E218-DAA41D13E434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1BE3ACE4-77A2-BB08-189B-2E345CF7D7FC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CE41CBB4-A806-6A2C-7C55-E57597389F6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C75AC7AB-FD87-122E-4DD5-03761E3AB2E6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0D063CB3-548A-49F4-4FC4-AFEF612F2FCD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47CF552F-8D94-3945-AB13-90868CFE3CE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B99D7463-9DD2-3634-CBF5-56FA7270107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FB9DE605-36EF-536B-C387-A6BCFEC5FD2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AD50FBFF-2FB7-8F41-A851-9ED69F13EDE6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7F2CAFE0-9062-49F1-800E-4AECE37C55F9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C2993850-4D3C-BD3B-F287-0D95DA3D6FD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E283ADB2-98D9-784D-83B9-E3E1BDB872BD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642C9337-D4DC-7F8C-ACFD-2459887F0483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A8DE314E-CC70-51D4-6879-78E5DFC1941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2A81D401-FD3D-EA61-1DC4-1197D716B590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ADAFF9C1-CC49-F97D-0D45-08FB6B37E4C7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3BF51017-5FA0-99B8-9D5D-EEA0891B7747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32FD54B2-63E9-C2A2-E4DE-58A0834E762D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F910257A-907C-B32D-A448-4EDE2BB313BE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C7354CBD-B3C0-38A5-D03D-3D1F17D07BEA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ED79681A-C183-F325-47A9-B3C83B00742E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D2CB67B7-7E74-B0AE-5B55-6F9FFC9D9FE2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C429832D-6AE3-F54A-CBAD-A67ED966E33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D1E0ACB6-DBC0-F242-8885-11AC29F25CD4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6ACEF95E-16AC-6A40-9CC9-B8B5A6CB60ED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A858545E-AD28-6E1F-08B8-8E5788A7211C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37B03831-89B2-6B16-2FC1-F69B2DE02A6F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F85ED82B-F90F-C042-E50D-351E77922C6B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26B8485B-37E7-B5D4-5AF0-E2092DE8586C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0C2CBF0D-0F28-E82A-E883-0A9662585612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89FF72C9-5C82-8504-7AFB-874B087FF4F6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D76C2340-1A88-B5FD-4B72-AAADDDFDF236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2B0D926B-B67D-BF59-1A0C-7F81417EB9A1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7B97792C-B823-23B4-E973-9D633841900E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32C5C359-9B25-686F-48EB-BA0A1DA134CF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2A53E6D1-4702-9005-413E-5E00784D3E0F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B930676F-C24F-908D-1830-F7BA0475D208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E2CDBBCC-F0F3-A845-AE2D-B044A67FD9BA}"/>
                    </a:ext>
                  </a:extLst>
                </p:cNvPr>
                <p:cNvSpPr/>
                <p:nvPr/>
              </p:nvSpPr>
              <p:spPr>
                <a:xfrm>
                  <a:off x="3558031" y="1171800"/>
                  <a:ext cx="198391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D9926A89-77DF-58B5-EA8C-24E44046E25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60638665-E2BD-78CB-AA15-35EB69566BC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C94C3122-A7AC-4AC5-A4BE-877DA9D5EE03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08898B4F-034A-831E-992D-DBA39442DDBA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A82E9262-F4C8-D05E-6CF1-085295744D2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2E303432-FA81-CDFF-A821-073B82BAC2B9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847AA33C-15F8-404E-E91E-6C61F680C0BA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DB735C2D-1C51-3F0D-02C7-BC2DF2F3777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719A53A5-877E-4723-1C1E-F7E3302C944B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DA6C7B3C-AE2E-69F7-ACB9-8220949274D4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D363D337-8C9B-14B4-BD6C-4ABA7BD7BF4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5E3BBB83-FC2A-70A9-C2D1-E3B4F152B560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2B3E5ACD-6AD8-78A3-A35E-FE80C272E2F1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E445B69D-8BB8-9D0D-2097-C41DEFF25A90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5A92027E-F9BB-8DD7-6E02-A35D9E6CB6E1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7F249E3A-63BD-8ECE-7576-9F07D12C6318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7EEF7078-388F-28E6-6655-8D82725F2D36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BF01D91D-7B82-85E8-1C8D-9BCA3836A56D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2287D2E8-EC6C-5B1C-2E4D-A27742F927DF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28BEB7C8-4A44-026D-912E-CDD1CC66E19E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6D64CA0-2D85-2E5C-9A4F-534C2123A055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E8E5C13D-0398-0BB7-64D0-AA6DED583F75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E56BDEF7-9A63-9015-3A3B-1D28FAA39E4D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BCBF37C5-5D22-2A16-4D66-3E825CC56B96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D136C399-8E69-0A8C-8297-37F6B0A1F919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3136758E-DF79-F598-6494-A1DC157CCE9B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796E0C78-76CF-1FDB-C32F-20F1E7E13DB3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DF3783E7-7DFA-D6A2-281C-E464177E1AF1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18707B0E-4B76-D51F-8C65-151C8825AD4D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491A5DCD-9B84-AE50-E628-7CDEF53CFCB7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BE528272-6FC0-CA0F-BDBA-33747C9FBE7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D913C98F-569E-6832-7802-069FC6CD31B7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B489F1E1-0844-F6D0-8A81-7CD950EBEB15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E21B6242-D9CD-44B9-7475-4AE9DDA68A5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DD79DEC6-E028-EE71-A15B-9C9336F3CE5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E53E6500-A90B-4886-5360-38EBD56E25E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334EA180-78BE-7349-1A1F-9D2B55BE782E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520C357A-E111-2BC8-785E-066F9A7219CE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59104E8A-338E-2317-1A81-29A4E53FC1E4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CCAA226B-F251-ED25-8A89-26B0F0859326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8A0CCFD5-3819-7B52-6AA8-118717368E92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7CC003C1-CFE2-8CBF-CE51-6877A833672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60B79CCD-0425-880D-7A68-924BFAE272FB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D1F9157B-25E7-FFC4-68C0-2181B81F0620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DAF63B48-C6EA-F1B0-2CE2-4EF142DABA92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3196E3C8-F114-E883-1A22-83C780EFADF3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A1751FBC-DF3C-A84B-6D3A-7001BBC8A381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7BB5892C-1883-B540-F91C-35D68276A2E3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FF062FC4-96F3-307A-F41D-9AC9A2AB0048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859729A2-4977-538F-9A98-A42FF4656696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56B5885F-2E7C-156B-7C78-69A9D64CFFAA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E5A58640-ABFE-088F-999A-18584DD3AD84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E339EDB5-DFD2-F84C-CB6F-F4F4F603EC9A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712CF3C3-26A7-FF62-086D-766C069DA553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3BF0F07A-B3A8-50FE-2470-F636F6479564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D0EB4747-DCC9-5FB8-D899-071880E931F2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411DAAC6-F06E-B59B-2642-5EEE34129AC1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1C2F16F2-F5C8-CA16-54EA-F07CEB16BF7A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20EF9975-804F-83E2-D546-320B94A9EF8C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3E5D1AB2-A9A1-1958-3929-DB20000537E9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1AD17970-1547-4556-20AF-1B092BA1F2F1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B76BCC1D-229B-B2A2-7D47-B1A7C6A8FC20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468B7E53-CE34-D1E6-27F2-69992543485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9796B079-7CC3-50FB-25EA-B3290F62B56D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0415B801-6E6E-0725-E986-6A9FFD618FF1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94B46A9F-D825-71B9-855B-482587BDB52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0A50D8F0-2F95-057F-7B61-DC9DDAB6828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8B866C1C-31E5-C3B5-A67D-00C9BD545EE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1AE8BC83-21CD-86CA-10A4-55A84CB7CEFD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B08D7744-C3A4-241B-22C6-A87E50B7D07A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7558DFF8-B637-0D01-6A9A-8B074CB7E7C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75C0DA92-8034-CEA6-89E8-C547E87FD5FA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66BCEC13-ECB3-3359-98E5-1FE7EBE6E489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3C5E55E6-3E6A-3021-1B53-282728C95F9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60DCE571-B87A-44C3-95D4-3B82D04BC2BC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01A717A8-58D1-24F5-BCD8-8D9286536B03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BDD4C473-0252-947E-94D9-0B271F6C820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3967FA0F-F5DD-B54C-41CC-0DDD116865C7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694A24DA-4F5C-AA15-2CA1-B388BFF9C5DA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4BD961DE-A848-31D9-FBEC-D6CB06F0EA7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0C0660CB-ADD5-DE0D-CB26-B653B469FC39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A0FE87FC-3B2F-79FD-A26C-2240588347F5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305CB351-1FD8-D227-6252-72A38DB8B154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FDE5A2CF-A3AC-7900-9F16-038590B661EB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5DF8328D-BE33-E873-3755-66972DC22A79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D81CCB1D-766E-7457-FC63-40FCA4820306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3C16B5CC-1866-CD27-47D5-918819498F2E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91164D60-7A2E-CBE9-5A8C-0EFC2FD92874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731B2CE1-9A75-21B9-8AC5-07887329BE1B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D92E52EA-1A10-7FCE-C9CD-D435177FC050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38153D74-208F-8A05-E274-D9A212158B2D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4442CEBA-8560-11D4-3C8B-C92734E1CA28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B393329A-FC3E-0E83-7FE1-E9C0EEDACB5C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B94A1295-37DB-1E6E-586F-89F7C2F1ACAD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78D418B8-607B-1FD8-E088-02738FFF48F4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53ABFF11-7E13-9996-E566-69E0A721006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F5BB21F6-6BD8-8DC7-D0C5-2FB329540148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122EC9C6-27AF-D7E2-5FBC-01F6CD08F9BD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00E218B8-8651-2AFD-00A1-3E097D4B58C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96557F2F-B972-DE44-4018-8210E3CE23D9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F6068E8C-D68D-2503-9ACB-035955023D84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3099A65E-5814-CA0D-36DD-0D97CEB4AE50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21C0BA8C-B6CF-027B-33CE-242B68E0D8D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93A6218E-CAEF-9B44-80DD-5FF21D4F7455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9EB800BF-4A86-03C7-5798-611E955662EC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186C0975-CFB6-4B41-3794-7BECA35190D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25D72237-0883-9EF4-5484-36E5E53FDD97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D23C588F-286E-4AFC-D715-9AC0CCBC0240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62194C43-CB1F-5B00-B19A-8C91989E590E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47FE44D1-F1D9-7DEE-211C-BE23017CAED4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2DAAB8CF-6037-C524-4656-21E7C9A24026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FDA8D79D-6DC9-C78B-4BA4-493EF4A0AC9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D851A2D5-5C5A-4209-BACF-FB3E2E930359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B2D348E9-2D78-78FD-970E-861D58C956C8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F5106CA8-DF4E-85DF-C766-3298436A4671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658072A1-45F4-AF81-5CD0-3A5E5B393D6D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EC13AE45-79B9-1B3A-84D1-5F65031A77E9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EE6AD2CA-B667-266C-51B5-F3C2423C90E2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34A192AA-0161-726B-B7D4-7BC6BF214C87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700ADDF9-8957-2A03-0477-1FDE1B366FA6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53F40B86-6B17-BFBA-4B8E-DDFD83392BB4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0BDE21CA-B910-A807-821D-D6917241C4CD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10EF1BC7-15EF-E014-EFD9-920AF98C72E4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2E0AC4A4-108E-9B88-21AC-4FE3A60EA72F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268B2507-4A04-42EC-BD8D-09F048C2B356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119F91A6-8996-9F80-DF29-307644FE4820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6C42588D-D342-6470-0ABE-095538E40609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203D6EDC-F9CA-53A7-793A-B213D9851363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00D7BA01-FF59-8874-C70B-D21CB901A1A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942FFA2D-FDC3-B153-F740-A32E95C92934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0FF7ED50-AE51-0CA9-7EC7-DF936930BC31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BF49BF21-0ECF-B1CC-AF92-A24DCFE3D21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54056757-3B51-7333-A569-8434446C656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5C32E098-69A7-DA1A-1261-3C14CE81E88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013621AF-340A-1DE1-5072-2D4686FE5D6F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4BB155A7-C286-8DE4-955D-DDBAA1909EA7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5DB33184-81BB-0C4E-D541-6FD0595840F8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80FB0329-4D6F-59C6-8231-7F20A2536249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CE34E010-C136-E761-7FA3-22EEA4CDD0F1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104DBE49-F5D4-EABA-3076-16977647928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B7D4883E-9261-9F82-7D80-24AD9D701E33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22232313-2FA7-BADD-8927-252DD5AFA43E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186237D1-5AB8-3967-805D-6D0D5DBFD107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2B4DC65A-3B81-E79A-2503-E996EC7CF878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94049D34-B731-1F71-CFC9-EF9F8FC79D4F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71A48F90-A875-5E54-5564-0F52815A97D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337603CF-873A-5F2A-1863-982E1811E78B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27702B29-20DC-162E-3247-A696338A5E81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913E638C-B828-07FF-E43E-3BD5B5F0094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DF25CDA8-7ADC-8F5A-9AC7-5E892013DDDD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BFF896AA-2A5E-D324-2874-D088B71D0081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E45E016B-ADF5-38DF-40DF-0F9C092A21F2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41690775-51A3-89C5-CF15-8B41A18D87FB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07FD675A-D1FE-62D0-CF25-139CCD491608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DA970B8E-95AC-E10C-BC84-C9638EEE2070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301D0F81-C992-F279-D585-66A84E8FAAC1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819D76BA-F691-91F9-7C7D-369B6709C9C3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ABDA79AC-9801-59F5-0C78-6F8043B8052C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3541665A-FB35-1B35-9ECE-F1D23B4872A5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2030CE5F-818E-5735-A611-939C7258A345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E409C696-9A50-3A62-0BA8-F97298B80348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018D8155-7390-4E69-E2A7-BAD07A16C167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03179311-D939-7C50-8217-DCDC046098A4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CD2B76C8-36C6-B045-A2BF-3C44EB3D5B64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ED1FAA0B-765A-5FC8-6A82-EB1036F290D6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4D66909F-ED13-D19A-3A6E-FE43B8DCAFCF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9CC971EB-E667-9C66-F45E-E3AFBBA2CB9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C3B13D51-DFFA-4D85-790E-7BAAE72CA2B2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15E56FE8-A07D-1384-1A36-1A5DBC0A3B1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C3A17CFB-81A8-0C09-C046-40AA1EC70497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C7B41570-8793-7908-BE80-8B534AD9CF0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F52B31F2-BE3B-2102-0818-72E88C2AF20E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39C32899-A52F-86B0-58DF-5FDC2819054A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B623AAE7-CD69-66D8-2AD0-0BB0FE9D2E3D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D3DC43DD-CA92-3291-AED4-A4CE39A46008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70CA0602-5B99-E7E7-D3D0-2DDAEFB8564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F9FB9F93-4D21-E4A6-0332-CBB9F530F8D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AE8FDC94-4B11-9B78-E68A-9B34602554B3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159E7873-5BFC-72DB-62DE-0B300C03122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48228188-0329-9B6D-162B-DF296F6F681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4BD8AADC-5F4C-0841-51C3-86635930687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D869CD01-672E-A5D6-24E4-50C1C35615D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3E2E6716-831C-66E7-599D-104D97C04F1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E155EBB1-EEEF-FFED-39B5-7B9A351382A8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350D4F07-0D7D-A2FB-7CE4-B6A64E94F4F4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E2ABAABE-5162-1CC5-7B52-6C8C4EF14B02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1968143A-2301-2D39-7BB3-EE3F7CE3352D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781F5067-34AB-CFC4-6E09-9E14848D5AA9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4E0D1C81-3908-0F2A-5D5E-5E443436C535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780D7892-7372-A17D-C2E7-D5C23E99A1FA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0AA9D901-6E32-7C7A-36A5-49182E4649D3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FF06E5A6-0A0C-706B-212E-A00B7ABD87D8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9BA6B5B8-F4F3-FA67-6506-5DF83280C712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3271B5BE-62BB-D7A7-0BC9-43AB582B5497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0AD33A33-C35E-0CAE-D19C-C690F99F2381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8B268D07-2133-72F7-0B04-74E0ECA0D6CD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E92412BE-A5F3-B912-FF43-586FC3B826A9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F44A3487-3F17-42F3-FF31-67FD6EB455FA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4EA3D1A5-E41C-205D-0D39-AC89D03C756A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4FD45D68-4352-023D-ACD6-64A5E71EB777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BB07A123-9BA0-0396-E75C-1D01010D61B1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B71AEEE2-C9E3-94ED-5319-5AD334400BA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D99E0744-ADED-3F46-877A-562E125EBC0B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DA287615-AD26-E869-D41F-D3CB1C1B8D9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48955CA7-9120-5A69-BF9A-12F392B0C0DD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38A457F2-09E5-7878-0A52-4426C2340CC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096771B1-2D63-C397-5E25-6B2B205ACD52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D41E36A4-F38E-2434-F3B0-920BE7E30C02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83D4810B-4FF0-28C8-6481-CE409C7E566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190A04BD-7798-B239-F6CD-36FC61DF394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C7864AF0-F818-1650-BED3-71BBA8FE4FC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A09A1340-01E1-CF1A-E20C-387D8B201D3D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E452F8BD-598F-B572-63A9-30BE2410D9E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47FB3A62-B510-FDE5-CF28-6E8376B342F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DB6BEFBE-5262-3071-4A1D-A07D2497FA8C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3204F4EA-2EEA-0F5B-3C87-667BC14F577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26636EF7-2821-4D92-DB20-618A63B95319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53A5591A-DD61-1F1E-0633-3FCB7740ECE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2E74A4A5-52E2-B968-5CE3-A227BCD03EA7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08CAA3D0-9E09-248C-7175-15C097B56CAA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E36AD45C-D18D-31E8-0EE2-1F8B6A08EB20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A788C935-3FEB-0B32-3792-D86F7BEAAE01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1D21CCAF-8AE2-CDD7-4CD1-E2B9A78B4B65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229054C5-ECCE-10BB-865B-5E1AE4418F98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0BCFD4D5-B84B-AC1C-70CA-683165BC3D16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496C1957-00C8-E1C1-F949-5BFDA8DE559C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5D997167-934B-D0EA-E31D-853EB1C50D60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78041C40-D0C9-2990-8572-8D8505EB86ED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F130F4BB-1BA2-EB95-FF3C-D6AC8D4DFAC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E7C88D34-E09D-264E-8632-E05C6AD5C92D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5920C4F2-A395-6B55-7198-3EB907461AE8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A59B2906-1106-F278-F753-812D74A33D0B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0908140B-2E8A-61B6-FFB4-925D3557D793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EE74BBB4-C58A-29D0-F962-B4A329227C94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44749AD5-9EEF-99D5-4959-48784A2E02D7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DF7BEBD4-CEBA-7A48-63E4-62DE80E0AE17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83822E44-C65B-976E-874A-DC72D87DCC8D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94C1CAF5-9EA0-852F-B4D2-4A82BD053E76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9E087EE6-0209-274A-D575-239AD9323F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2484BF15-C391-71F3-847E-038890C282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783420A8-37F6-4356-D439-302F53961768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A74BE162-FBBE-D129-0E51-034A8695FE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78BB6258-0137-BDC4-BB97-4EA0E272FA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DAB0407F-9EC5-D1F3-C5C8-19F37461D66A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1A81E16E-D36B-2FF1-FA68-7FF9416FE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EFFBCADF-1B5F-7D3D-E9A1-88B5B5540B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CCC71489-A311-0476-8B2E-CE50D1BA27CB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2E9D37AA-6FE1-267A-545B-F439EF2840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330001A1-F26C-B81C-6151-77E8BF3368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44516800-B527-F802-3AA2-5297B266B574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B8F17D39-5BEC-539F-29F1-FF9982C6D0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B08F7E48-63C1-ABB9-142D-D7F76F872A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7355DED6-8666-85E8-97A2-CC4AAAE50D6A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258C1122-6BEA-DCD2-AB67-9C4AD7FDB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D13D2793-C335-D15A-D3FD-1183C521BD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8613BD8F-C7C5-5EBA-CA19-064BF91BE43C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1B6DA281-593F-62D8-DCDC-C9DD96F9D612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9C86885C-FDF5-035B-BC24-99D04E7E06EB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7141A07D-0854-2FF2-979F-CE63399235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755D843D-98D0-5FD5-119E-7F7D1E4377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DFA34673-CDA7-8224-EA79-9BD1F1D767A4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1C218477-1E86-5A93-43D2-EB7132A41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B229F4A0-D65F-F789-9E61-9D9ADA4D3D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F60BD748-2451-222F-B370-2411A3482731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CD2D85AB-F433-0E60-3DC0-42AF4F787E82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A62FF156-609B-84DD-7C9E-96FE12FDE411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E3BF6E1E-34B5-09DD-51BB-117A81918E5A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BCCF72F0-18C0-D187-B2B7-4C0179B930FD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C11F22A5-C4BA-6857-140F-FD2488975690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3F57AF70-704A-86F0-3A50-F6F14E186343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1D609DD5-A42F-ACA9-1964-177D37A2E12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859B1D7C-3A96-4FEA-8464-AC5F7F8AF6FB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0DB0CC05-77AA-236F-D7D9-216DD1A76F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EABC892C-4BFE-F731-FD43-1DB0B90C04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0690627A-8727-503A-ACAD-7FBD70A0C2B0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2CC02313-CA01-4CEB-A715-063465C027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08A95C0C-8C45-7A0F-420D-14D1D29EEE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66DA1B1B-6D3E-7F66-B347-5F35220D6523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F8B2B9C1-B43F-2A8B-85DF-3732C6C5B2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7FCE5C2C-2D30-C199-BE9F-2548034A49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F87E494D-159B-21D6-1971-42B5B869D764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01E894DF-7EC5-DA19-AE72-152A7D02D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E3BD85BA-2233-7134-E3AD-BB8ABD098B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F41A76FD-3918-A8A0-D0D6-232AF997D76E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A7C26BA2-8CE8-80B8-5AA5-EF1029A898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C9930B49-2476-1060-2A3E-9AC107EF32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5E1C9685-A0E8-269C-1ADF-1C276AE434C3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35233093-5F70-61F6-F4DA-194B1316BD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73166B7A-D162-2344-6F3D-0EB976D5FF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8AE3D493-7AD7-F117-60D9-505BA4BD282C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759BFF7D-7015-D3C3-4CA6-66682CE78C8E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9B5E3059-4DA9-0D6F-4F18-2917A47B75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090B7A82-09B1-E827-83F8-673F868AD9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25D16676-E9C5-E476-7380-98843BA2F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47B8A965-E0C5-38B0-9E2B-AE1A6F314874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2A708B01-078A-F2F2-239F-88C970EE5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A974F080-69D1-FDEA-496A-EBAADB646F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040E3A7C-180D-49C5-57D0-62F0423ACA40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2583A70E-B609-ED7B-8FE3-17E2AB8FFEAF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AD7A31B-8996-9520-78EC-3898F343D384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69B31F4D-B222-823B-4A76-D63A5A3D92C9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7DB8387-5589-5AA4-18B5-D9F07FC8125F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8D68D6DD-EDFD-B92B-31E5-553A4A1B43BF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D78CD5C9-3E25-4B1B-756A-5243B626E6BD}"/>
              </a:ext>
            </a:extLst>
          </p:cNvPr>
          <p:cNvCxnSpPr>
            <a:cxnSpLocks/>
            <a:stCxn id="1136" idx="0"/>
            <a:endCxn id="1263" idx="1"/>
          </p:cNvCxnSpPr>
          <p:nvPr/>
        </p:nvCxnSpPr>
        <p:spPr>
          <a:xfrm rot="5400000" flipH="1" flipV="1">
            <a:off x="3910738" y="-1580015"/>
            <a:ext cx="103390" cy="4828382"/>
          </a:xfrm>
          <a:prstGeom prst="curvedConnector3">
            <a:avLst>
              <a:gd name="adj1" fmla="val 34110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5BC15596-CAB8-4E46-8FF6-39F977DB9EA9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B0100A7D-4D5B-A598-4599-3B89B7BE950E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4F9AF36-5736-BE10-B983-5588E68C6C8C}"/>
              </a:ext>
            </a:extLst>
          </p:cNvPr>
          <p:cNvSpPr txBox="1"/>
          <p:nvPr/>
        </p:nvSpPr>
        <p:spPr>
          <a:xfrm>
            <a:off x="197270" y="26503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1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9BFDE-8E6E-352B-EFC1-6C67F64390CB}"/>
              </a:ext>
            </a:extLst>
          </p:cNvPr>
          <p:cNvSpPr txBox="1"/>
          <p:nvPr/>
        </p:nvSpPr>
        <p:spPr>
          <a:xfrm>
            <a:off x="1319306" y="692932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A0B009-AF50-411A-EBBA-A9DEAD5B6BE4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FED5F3-B81E-D427-FE46-E5318BE868C7}"/>
              </a:ext>
            </a:extLst>
          </p:cNvPr>
          <p:cNvSpPr txBox="1"/>
          <p:nvPr/>
        </p:nvSpPr>
        <p:spPr>
          <a:xfrm>
            <a:off x="1005084" y="2652109"/>
            <a:ext cx="201497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6F3D6B-54A5-68BF-B415-AF11917899FE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864856-5F35-6A13-818D-CD463B92BAA3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7DA3CF-A54D-C79E-C336-D4878EAFA5FF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A94E40-70E9-8425-503B-7E4C3731F2B8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5F2EA5-D039-C5F8-1B02-EB63875C957F}"/>
              </a:ext>
            </a:extLst>
          </p:cNvPr>
          <p:cNvSpPr txBox="1"/>
          <p:nvPr/>
        </p:nvSpPr>
        <p:spPr>
          <a:xfrm>
            <a:off x="3129789" y="2630237"/>
            <a:ext cx="218098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C3CE78-C50E-F150-DE16-824C2F26AB66}"/>
              </a:ext>
            </a:extLst>
          </p:cNvPr>
          <p:cNvSpPr txBox="1"/>
          <p:nvPr/>
        </p:nvSpPr>
        <p:spPr>
          <a:xfrm>
            <a:off x="5359389" y="2651244"/>
            <a:ext cx="218098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904142-1801-1082-F4BB-FAD887A89315}"/>
              </a:ext>
            </a:extLst>
          </p:cNvPr>
          <p:cNvSpPr txBox="1"/>
          <p:nvPr/>
        </p:nvSpPr>
        <p:spPr>
          <a:xfrm>
            <a:off x="7593290" y="262757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59A479-7473-025A-ADF4-19FB19C98B3D}"/>
              </a:ext>
            </a:extLst>
          </p:cNvPr>
          <p:cNvSpPr txBox="1"/>
          <p:nvPr/>
        </p:nvSpPr>
        <p:spPr>
          <a:xfrm>
            <a:off x="9865827" y="262969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BCA8C8-9C3C-C759-EB5E-F3BFA57C7B69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F74D6B-F444-EA7B-DB21-1E163805FF39}"/>
              </a:ext>
            </a:extLst>
          </p:cNvPr>
          <p:cNvSpPr txBox="1"/>
          <p:nvPr/>
        </p:nvSpPr>
        <p:spPr>
          <a:xfrm>
            <a:off x="870165" y="5080313"/>
            <a:ext cx="21627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04287E-4687-2CED-8B79-446545BE8D66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D1556D-D07C-41A1-12AB-C5CE00D2DC34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73B88A-BACD-531C-F66C-BB5A425FF836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700B3-6786-F7FA-B7FE-FF8D03648829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3078D1-72E1-3C84-E004-7C3943BC6674}"/>
              </a:ext>
            </a:extLst>
          </p:cNvPr>
          <p:cNvSpPr txBox="1"/>
          <p:nvPr/>
        </p:nvSpPr>
        <p:spPr>
          <a:xfrm>
            <a:off x="3169001" y="5119274"/>
            <a:ext cx="19909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7C8AFE-F224-D8EA-F581-F5BDA9E2D6A7}"/>
              </a:ext>
            </a:extLst>
          </p:cNvPr>
          <p:cNvSpPr txBox="1"/>
          <p:nvPr/>
        </p:nvSpPr>
        <p:spPr>
          <a:xfrm>
            <a:off x="5403942" y="5119273"/>
            <a:ext cx="21579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DC9C0A-B952-9D94-5300-E373F2C975CD}"/>
              </a:ext>
            </a:extLst>
          </p:cNvPr>
          <p:cNvSpPr txBox="1"/>
          <p:nvPr/>
        </p:nvSpPr>
        <p:spPr>
          <a:xfrm>
            <a:off x="7601055" y="5099458"/>
            <a:ext cx="22789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31A5B3-389E-AC81-A847-9DDBE0234979}"/>
              </a:ext>
            </a:extLst>
          </p:cNvPr>
          <p:cNvSpPr txBox="1"/>
          <p:nvPr/>
        </p:nvSpPr>
        <p:spPr>
          <a:xfrm>
            <a:off x="9878523" y="5078664"/>
            <a:ext cx="214321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B687BB4D-06CB-A8A9-B2BB-D10861696913}"/>
              </a:ext>
            </a:extLst>
          </p:cNvPr>
          <p:cNvSpPr txBox="1"/>
          <p:nvPr/>
        </p:nvSpPr>
        <p:spPr>
          <a:xfrm>
            <a:off x="1940358" y="414447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46" name="TextBox 1345">
            <a:extLst>
              <a:ext uri="{FF2B5EF4-FFF2-40B4-BE49-F238E27FC236}">
                <a16:creationId xmlns:a16="http://schemas.microsoft.com/office/drawing/2014/main" id="{204FF489-93D9-5C41-5DA9-773C092BD590}"/>
              </a:ext>
            </a:extLst>
          </p:cNvPr>
          <p:cNvSpPr txBox="1"/>
          <p:nvPr/>
        </p:nvSpPr>
        <p:spPr>
          <a:xfrm>
            <a:off x="5179069" y="37192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2D45EEC0-C8BF-E959-4484-B279D593DBF5}"/>
              </a:ext>
            </a:extLst>
          </p:cNvPr>
          <p:cNvSpPr/>
          <p:nvPr/>
        </p:nvSpPr>
        <p:spPr>
          <a:xfrm>
            <a:off x="8771758" y="606012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6A5ECE6E-FAF5-071A-5B19-371843AB30A1}"/>
              </a:ext>
            </a:extLst>
          </p:cNvPr>
          <p:cNvCxnSpPr>
            <a:cxnSpLocks/>
            <a:endCxn id="1302" idx="0"/>
          </p:cNvCxnSpPr>
          <p:nvPr/>
        </p:nvCxnSpPr>
        <p:spPr>
          <a:xfrm flipV="1">
            <a:off x="6506402" y="722598"/>
            <a:ext cx="2217125" cy="1524061"/>
          </a:xfrm>
          <a:prstGeom prst="curvedConnector4">
            <a:avLst>
              <a:gd name="adj1" fmla="val 48429"/>
              <a:gd name="adj2" fmla="val 11499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4" name="TextBox 2003">
            <a:extLst>
              <a:ext uri="{FF2B5EF4-FFF2-40B4-BE49-F238E27FC236}">
                <a16:creationId xmlns:a16="http://schemas.microsoft.com/office/drawing/2014/main" id="{8CD825AB-4E48-4EC5-0544-63BF187210CB}"/>
              </a:ext>
            </a:extLst>
          </p:cNvPr>
          <p:cNvSpPr txBox="1"/>
          <p:nvPr/>
        </p:nvSpPr>
        <p:spPr>
          <a:xfrm>
            <a:off x="6860876" y="205534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73F8EE84-AB8A-408E-9B87-BB3B1EDEBA3F}"/>
              </a:ext>
            </a:extLst>
          </p:cNvPr>
          <p:cNvSpPr txBox="1"/>
          <p:nvPr/>
        </p:nvSpPr>
        <p:spPr>
          <a:xfrm>
            <a:off x="8262085" y="31704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503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945D-4B89-D6C2-3A93-385C2694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171965F0-C8CA-EE4E-F22E-5DB2FFE6F8BA}"/>
              </a:ext>
            </a:extLst>
          </p:cNvPr>
          <p:cNvGrpSpPr/>
          <p:nvPr/>
        </p:nvGrpSpPr>
        <p:grpSpPr>
          <a:xfrm>
            <a:off x="10164224" y="3108176"/>
            <a:ext cx="2055327" cy="1872969"/>
            <a:chOff x="840041" y="1033768"/>
            <a:chExt cx="2862373" cy="2608410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264272C8-7B0F-A385-A57F-FD2A9CBDB293}"/>
                </a:ext>
              </a:extLst>
            </p:cNvPr>
            <p:cNvSpPr txBox="1"/>
            <p:nvPr/>
          </p:nvSpPr>
          <p:spPr>
            <a:xfrm>
              <a:off x="954728" y="3288559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275 (127.0.0.1 : 5009)</a:t>
              </a: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8B9956CE-0DB4-F95D-4009-3EB8E79DC616}"/>
                </a:ext>
              </a:extLst>
            </p:cNvPr>
            <p:cNvGrpSpPr/>
            <p:nvPr/>
          </p:nvGrpSpPr>
          <p:grpSpPr>
            <a:xfrm>
              <a:off x="840041" y="1033768"/>
              <a:ext cx="2862373" cy="2310165"/>
              <a:chOff x="345387" y="2077312"/>
              <a:chExt cx="2862373" cy="2310165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C5259932-D2A1-AA35-9B1B-F2F9DDB5F66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ED948363-41CB-D8BB-B118-A0A3AD1C88B5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A8402A98-2D23-AC58-0091-CF42C5EACCD0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744F44D9-8281-84C7-87A3-3FF53251702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CDDD3084-30C5-2627-5F39-3DD486882F2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70322637-AE6D-6841-3BDD-F417D24A92A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D9252C20-7FE5-AFB6-1E33-00D21B92DA6B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7DB7F127-3421-E869-C25B-963D1D788AD1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30ECCB6A-51EA-34FF-E395-D1B94E825BF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77259611-6010-EF9B-F1B2-347AE19CCE32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1F105E14-2B8A-7C23-2633-3162F300BAA5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5EBDB20B-D883-9D58-337E-2E5CA87BE77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E4549057-A98F-D2F0-1ED9-A265D8E2CC08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2" name="그룹 1061">
                <a:extLst>
                  <a:ext uri="{FF2B5EF4-FFF2-40B4-BE49-F238E27FC236}">
                    <a16:creationId xmlns:a16="http://schemas.microsoft.com/office/drawing/2014/main" id="{327F32C2-F31D-F9C7-A281-C5B86D7C0085}"/>
                  </a:ext>
                </a:extLst>
              </p:cNvPr>
              <p:cNvGrpSpPr/>
              <p:nvPr/>
            </p:nvGrpSpPr>
            <p:grpSpPr>
              <a:xfrm>
                <a:off x="1934274" y="3704082"/>
                <a:ext cx="1273486" cy="367188"/>
                <a:chOff x="4106258" y="2798570"/>
                <a:chExt cx="1273486" cy="367188"/>
              </a:xfrm>
            </p:grpSpPr>
            <p:sp>
              <p:nvSpPr>
                <p:cNvPr id="1078" name="타원 1077">
                  <a:extLst>
                    <a:ext uri="{FF2B5EF4-FFF2-40B4-BE49-F238E27FC236}">
                      <a16:creationId xmlns:a16="http://schemas.microsoft.com/office/drawing/2014/main" id="{B188D71D-4A95-A64B-209C-89538F47FE4F}"/>
                    </a:ext>
                  </a:extLst>
                </p:cNvPr>
                <p:cNvSpPr/>
                <p:nvPr/>
              </p:nvSpPr>
              <p:spPr>
                <a:xfrm>
                  <a:off x="4106258" y="2842578"/>
                  <a:ext cx="336120" cy="323180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302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31309EFD-5E1A-8801-BF9A-3C998EBEDAE0}"/>
                    </a:ext>
                  </a:extLst>
                </p:cNvPr>
                <p:cNvSpPr txBox="1"/>
                <p:nvPr/>
              </p:nvSpPr>
              <p:spPr>
                <a:xfrm>
                  <a:off x="4305494" y="2798570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5000</a:t>
                  </a:r>
                </a:p>
              </p:txBody>
            </p:sp>
          </p:grp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31C69913-2FC8-B558-C3D7-09DE33209834}"/>
                  </a:ext>
                </a:extLst>
              </p:cNvPr>
              <p:cNvGrpSpPr/>
              <p:nvPr/>
            </p:nvGrpSpPr>
            <p:grpSpPr>
              <a:xfrm>
                <a:off x="1308795" y="3979920"/>
                <a:ext cx="1271303" cy="407557"/>
                <a:chOff x="3480779" y="3074408"/>
                <a:chExt cx="1271303" cy="407557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20F9B1D6-6122-A46A-3444-AA4C12F0A1EB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318939" cy="3231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46F87689-D636-0AAF-7944-237745308402}"/>
                    </a:ext>
                  </a:extLst>
                </p:cNvPr>
                <p:cNvSpPr txBox="1"/>
                <p:nvPr/>
              </p:nvSpPr>
              <p:spPr>
                <a:xfrm>
                  <a:off x="3677832" y="3224788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DD3F2AA9-6EEF-8F94-BCD4-ECEA41283F21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6289" cy="428439"/>
                <a:chOff x="2835461" y="2972694"/>
                <a:chExt cx="266289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684DA096-DC8A-CD5E-670F-50B30944056A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7ED6B448-DF96-9E53-135D-CD4FA1E82DF8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C7259F29-96A0-672F-154E-EBAE6D73F547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C531CE56-4B91-01A2-D6D2-35BDD16F5106}"/>
                  </a:ext>
                </a:extLst>
              </p:cNvPr>
              <p:cNvGrpSpPr/>
              <p:nvPr/>
            </p:nvGrpSpPr>
            <p:grpSpPr>
              <a:xfrm>
                <a:off x="345387" y="2719704"/>
                <a:ext cx="1131969" cy="538736"/>
                <a:chOff x="2517371" y="1814192"/>
                <a:chExt cx="1131969" cy="538736"/>
              </a:xfrm>
            </p:grpSpPr>
            <p:sp>
              <p:nvSpPr>
                <p:cNvPr id="1070" name="타원 1069">
                  <a:extLst>
                    <a:ext uri="{FF2B5EF4-FFF2-40B4-BE49-F238E27FC236}">
                      <a16:creationId xmlns:a16="http://schemas.microsoft.com/office/drawing/2014/main" id="{D7E3D358-5B49-317E-F71A-0BB9017B5353}"/>
                    </a:ext>
                  </a:extLst>
                </p:cNvPr>
                <p:cNvSpPr/>
                <p:nvPr/>
              </p:nvSpPr>
              <p:spPr>
                <a:xfrm>
                  <a:off x="2517371" y="1814192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E4384297-AC05-7ACD-C9B5-7E76D9DE22BF}"/>
                    </a:ext>
                  </a:extLst>
                </p:cNvPr>
                <p:cNvSpPr txBox="1"/>
                <p:nvPr/>
              </p:nvSpPr>
              <p:spPr>
                <a:xfrm>
                  <a:off x="2575090" y="2095751"/>
                  <a:ext cx="1074250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5005</a:t>
                  </a:r>
                </a:p>
              </p:txBody>
            </p:sp>
          </p:grpSp>
          <p:grpSp>
            <p:nvGrpSpPr>
              <p:cNvPr id="1067" name="그룹 1066">
                <a:extLst>
                  <a:ext uri="{FF2B5EF4-FFF2-40B4-BE49-F238E27FC236}">
                    <a16:creationId xmlns:a16="http://schemas.microsoft.com/office/drawing/2014/main" id="{56FCDF79-D6CE-A2B6-EBDA-464562F43906}"/>
                  </a:ext>
                </a:extLst>
              </p:cNvPr>
              <p:cNvGrpSpPr/>
              <p:nvPr/>
            </p:nvGrpSpPr>
            <p:grpSpPr>
              <a:xfrm>
                <a:off x="546915" y="2265276"/>
                <a:ext cx="1099381" cy="523263"/>
                <a:chOff x="2718899" y="1359764"/>
                <a:chExt cx="1099381" cy="523263"/>
              </a:xfrm>
            </p:grpSpPr>
            <p:sp>
              <p:nvSpPr>
                <p:cNvPr id="1068" name="타원 1067">
                  <a:extLst>
                    <a:ext uri="{FF2B5EF4-FFF2-40B4-BE49-F238E27FC236}">
                      <a16:creationId xmlns:a16="http://schemas.microsoft.com/office/drawing/2014/main" id="{629D9007-F6B6-9260-951E-AAB36E21C7D9}"/>
                    </a:ext>
                  </a:extLst>
                </p:cNvPr>
                <p:cNvSpPr/>
                <p:nvPr/>
              </p:nvSpPr>
              <p:spPr>
                <a:xfrm>
                  <a:off x="2865239" y="1359764"/>
                  <a:ext cx="318939" cy="3231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9" name="TextBox 1068">
                  <a:extLst>
                    <a:ext uri="{FF2B5EF4-FFF2-40B4-BE49-F238E27FC236}">
                      <a16:creationId xmlns:a16="http://schemas.microsoft.com/office/drawing/2014/main" id="{C52BDE06-9FD1-96DD-8585-1CCE1E8959ED}"/>
                    </a:ext>
                  </a:extLst>
                </p:cNvPr>
                <p:cNvSpPr txBox="1"/>
                <p:nvPr/>
              </p:nvSpPr>
              <p:spPr>
                <a:xfrm>
                  <a:off x="2718899" y="1625850"/>
                  <a:ext cx="1099381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5002</a:t>
                  </a:r>
                </a:p>
              </p:txBody>
            </p:sp>
          </p:grp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9C0BF8EF-995E-585F-6725-476DF5B1C12F}"/>
              </a:ext>
            </a:extLst>
          </p:cNvPr>
          <p:cNvGrpSpPr/>
          <p:nvPr/>
        </p:nvGrpSpPr>
        <p:grpSpPr>
          <a:xfrm>
            <a:off x="3361689" y="777506"/>
            <a:ext cx="1623691" cy="1772379"/>
            <a:chOff x="821769" y="1033768"/>
            <a:chExt cx="2265998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E1CA706E-862F-0FCE-5A98-4D211B8A5BE1}"/>
                </a:ext>
              </a:extLst>
            </p:cNvPr>
            <p:cNvSpPr txBox="1"/>
            <p:nvPr/>
          </p:nvSpPr>
          <p:spPr>
            <a:xfrm>
              <a:off x="857121" y="3152910"/>
              <a:ext cx="2215201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330 (127.0.0.1 : 5001)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39A1F0AD-F3D3-36C7-9282-5A745B25EFA0}"/>
                </a:ext>
              </a:extLst>
            </p:cNvPr>
            <p:cNvGrpSpPr/>
            <p:nvPr/>
          </p:nvGrpSpPr>
          <p:grpSpPr>
            <a:xfrm>
              <a:off x="821769" y="1033768"/>
              <a:ext cx="2265998" cy="2412809"/>
              <a:chOff x="327115" y="2077312"/>
              <a:chExt cx="2265998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57739E42-7EB9-2D17-5DB9-327E4165BD3C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1" name="타원 1120">
                <a:extLst>
                  <a:ext uri="{FF2B5EF4-FFF2-40B4-BE49-F238E27FC236}">
                    <a16:creationId xmlns:a16="http://schemas.microsoft.com/office/drawing/2014/main" id="{2B5362FD-9459-CBB3-3714-C7A4C61C7444}"/>
                  </a:ext>
                </a:extLst>
              </p:cNvPr>
              <p:cNvSpPr/>
              <p:nvPr/>
            </p:nvSpPr>
            <p:spPr>
              <a:xfrm>
                <a:off x="1386048" y="2077312"/>
                <a:ext cx="198391" cy="201028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704A610B-36D6-9C4C-58B4-E63017ED0EB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97" cy="425299"/>
                <a:chOff x="4208423" y="1448069"/>
                <a:chExt cx="295997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756138A9-41C2-1A5D-5466-4A234F6E5FB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481F14E3-0EF4-863F-1E71-2F1438D313BF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A29BA62C-922C-DF39-91E8-BB7DC3AB4F56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BD1C7040-3857-4003-9987-0779D5FA689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69E17A2F-44D8-E326-70A3-86912D194C4F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02E6B53E-280E-373E-5AEB-5E1939541CFF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3764D05B-8211-EEB5-761D-CE1CBEB1CDBA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1022336A-9192-64AB-4054-4E8245DE34FB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894A279B-5739-EE9C-2306-7509799AD0E3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9C23A729-2E86-3136-D982-C928FBD2930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5DA54E5C-F15D-7C40-E284-D9BEBF2A0972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91981539-8FEA-770A-9209-2BFAEC97B1FA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BE31CCB1-430D-709B-E5DE-9C7BDB40E84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99D758F4-E066-F207-E16E-363E460CDC88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5F56E677-AFD3-57ED-FB2F-68B15C15CFD2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7193" cy="461670"/>
                <a:chOff x="2835191" y="2940003"/>
                <a:chExt cx="277193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7CE9F87E-5F53-C232-C26D-C1B91E6D5130}"/>
                    </a:ext>
                  </a:extLst>
                </p:cNvPr>
                <p:cNvSpPr/>
                <p:nvPr/>
              </p:nvSpPr>
              <p:spPr>
                <a:xfrm>
                  <a:off x="2913994" y="2940003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D62DB104-3A49-61C4-4F09-8EF36580BA5B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1B071DD4-15B2-26CF-EA25-F1F9DC2902DB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035158C-A6A0-6547-4F3A-AF5AABC9D977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2C0590EF-6482-483C-D009-F31CEF811851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00" name="그룹 1099">
                <a:extLst>
                  <a:ext uri="{FF2B5EF4-FFF2-40B4-BE49-F238E27FC236}">
                    <a16:creationId xmlns:a16="http://schemas.microsoft.com/office/drawing/2014/main" id="{C4DCEF36-3506-1642-F051-0ECF7A2AF8FA}"/>
                  </a:ext>
                </a:extLst>
              </p:cNvPr>
              <p:cNvGrpSpPr/>
              <p:nvPr/>
            </p:nvGrpSpPr>
            <p:grpSpPr>
              <a:xfrm>
                <a:off x="327115" y="2774633"/>
                <a:ext cx="1197310" cy="537776"/>
                <a:chOff x="2499099" y="1869121"/>
                <a:chExt cx="1197310" cy="537776"/>
              </a:xfrm>
            </p:grpSpPr>
            <p:sp>
              <p:nvSpPr>
                <p:cNvPr id="1104" name="타원 1103">
                  <a:extLst>
                    <a:ext uri="{FF2B5EF4-FFF2-40B4-BE49-F238E27FC236}">
                      <a16:creationId xmlns:a16="http://schemas.microsoft.com/office/drawing/2014/main" id="{D0B73641-BA56-7397-C99A-2239D2FD692C}"/>
                    </a:ext>
                  </a:extLst>
                </p:cNvPr>
                <p:cNvSpPr/>
                <p:nvPr/>
              </p:nvSpPr>
              <p:spPr>
                <a:xfrm>
                  <a:off x="2584078" y="1869121"/>
                  <a:ext cx="281894" cy="28564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</a:rPr>
                    <a:t>602</a:t>
                  </a:r>
                  <a:endParaRPr lang="ko-KR" altLang="en-US" sz="800" b="1" dirty="0">
                    <a:solidFill>
                      <a:srgbClr val="ED0000"/>
                    </a:solidFill>
                  </a:endParaRP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93C36972-A8C5-0874-510A-289A726F10BF}"/>
                    </a:ext>
                  </a:extLst>
                </p:cNvPr>
                <p:cNvSpPr txBox="1"/>
                <p:nvPr/>
              </p:nvSpPr>
              <p:spPr>
                <a:xfrm>
                  <a:off x="2499099" y="2127704"/>
                  <a:ext cx="1197310" cy="27919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F0CDD0AD-A51A-382E-7E0F-CE7C7440A339}"/>
                  </a:ext>
                </a:extLst>
              </p:cNvPr>
              <p:cNvGrpSpPr/>
              <p:nvPr/>
            </p:nvGrpSpPr>
            <p:grpSpPr>
              <a:xfrm>
                <a:off x="538877" y="2250068"/>
                <a:ext cx="1197310" cy="545158"/>
                <a:chOff x="2710861" y="1344556"/>
                <a:chExt cx="1197310" cy="545158"/>
              </a:xfrm>
            </p:grpSpPr>
            <p:sp>
              <p:nvSpPr>
                <p:cNvPr id="1102" name="타원 1101">
                  <a:extLst>
                    <a:ext uri="{FF2B5EF4-FFF2-40B4-BE49-F238E27FC236}">
                      <a16:creationId xmlns:a16="http://schemas.microsoft.com/office/drawing/2014/main" id="{C5008417-50BB-913B-F618-F84BD42371F1}"/>
                    </a:ext>
                  </a:extLst>
                </p:cNvPr>
                <p:cNvSpPr/>
                <p:nvPr/>
              </p:nvSpPr>
              <p:spPr>
                <a:xfrm>
                  <a:off x="2883479" y="1344556"/>
                  <a:ext cx="281894" cy="28564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84626AE8-3021-0380-74A6-E32EA24D5E7F}"/>
                    </a:ext>
                  </a:extLst>
                </p:cNvPr>
                <p:cNvSpPr txBox="1"/>
                <p:nvPr/>
              </p:nvSpPr>
              <p:spPr>
                <a:xfrm>
                  <a:off x="2710861" y="1610520"/>
                  <a:ext cx="1197310" cy="2791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22" name="그룹 1121">
            <a:extLst>
              <a:ext uri="{FF2B5EF4-FFF2-40B4-BE49-F238E27FC236}">
                <a16:creationId xmlns:a16="http://schemas.microsoft.com/office/drawing/2014/main" id="{46EDA430-8690-7BA3-E640-B0C8C9D4E54A}"/>
              </a:ext>
            </a:extLst>
          </p:cNvPr>
          <p:cNvGrpSpPr/>
          <p:nvPr/>
        </p:nvGrpSpPr>
        <p:grpSpPr>
          <a:xfrm>
            <a:off x="1231021" y="775222"/>
            <a:ext cx="1843591" cy="1774663"/>
            <a:chOff x="839579" y="1033768"/>
            <a:chExt cx="2617148" cy="2519297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3F2FCDEF-FA8E-1D20-8338-F67BD4C5E26D}"/>
                </a:ext>
              </a:extLst>
            </p:cNvPr>
            <p:cNvSpPr txBox="1"/>
            <p:nvPr/>
          </p:nvSpPr>
          <p:spPr>
            <a:xfrm>
              <a:off x="839579" y="3192608"/>
              <a:ext cx="2253325" cy="3604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302 (127.0.0.1 : 5000)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8B9D3F14-EEBC-486A-48C0-62CA6B9FFF20}"/>
                </a:ext>
              </a:extLst>
            </p:cNvPr>
            <p:cNvGrpSpPr/>
            <p:nvPr/>
          </p:nvGrpSpPr>
          <p:grpSpPr>
            <a:xfrm>
              <a:off x="848291" y="1033768"/>
              <a:ext cx="2608436" cy="2234308"/>
              <a:chOff x="353637" y="2077312"/>
              <a:chExt cx="2608436" cy="2234308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5D2692FE-818E-39A0-6C14-1A0AFB6EA75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ABB6AA98-C627-154E-38AB-34A452D28CDF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543E721E-D76C-4DCC-D8DA-99E48E7DF440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F9D79BF6-D37D-E5A6-4DAA-FD59E6AFAA6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8F7DED58-EBD0-B717-9EEB-89A477D960FC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214" cy="429733"/>
                <a:chOff x="4208423" y="1448069"/>
                <a:chExt cx="298214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EF39F4D4-AFCE-6F37-152D-C1FD5BB0624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8D7DD8AB-4189-D185-A1A4-014F06FD32CC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C04F0F88-2454-91BF-1F69-86B81B455EB0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643C3CCC-1893-76A6-68D6-29A52563CA3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5ED11643-E677-4EFE-8D52-C8A5E0768E75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15995697-3293-1C1F-63EE-687FB699C22A}"/>
                  </a:ext>
                </a:extLst>
              </p:cNvPr>
              <p:cNvGrpSpPr/>
              <p:nvPr/>
            </p:nvGrpSpPr>
            <p:grpSpPr>
              <a:xfrm>
                <a:off x="2257995" y="3419469"/>
                <a:ext cx="262241" cy="431239"/>
                <a:chOff x="4429979" y="2513957"/>
                <a:chExt cx="262241" cy="431239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0DE8E198-665B-66A8-45E4-E565C18E7DC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330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1A47257C-1071-A4D0-06D1-171B82CE453A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30" name="그룹 1129">
                <a:extLst>
                  <a:ext uri="{FF2B5EF4-FFF2-40B4-BE49-F238E27FC236}">
                    <a16:creationId xmlns:a16="http://schemas.microsoft.com/office/drawing/2014/main" id="{E8BEBFCC-0045-2EB2-9B2C-8FA4CD3215EB}"/>
                  </a:ext>
                </a:extLst>
              </p:cNvPr>
              <p:cNvGrpSpPr/>
              <p:nvPr/>
            </p:nvGrpSpPr>
            <p:grpSpPr>
              <a:xfrm>
                <a:off x="1867049" y="3787340"/>
                <a:ext cx="1095024" cy="509887"/>
                <a:chOff x="4039033" y="2881828"/>
                <a:chExt cx="1095024" cy="509887"/>
              </a:xfrm>
            </p:grpSpPr>
            <p:sp>
              <p:nvSpPr>
                <p:cNvPr id="1146" name="타원 1145">
                  <a:extLst>
                    <a:ext uri="{FF2B5EF4-FFF2-40B4-BE49-F238E27FC236}">
                      <a16:creationId xmlns:a16="http://schemas.microsoft.com/office/drawing/2014/main" id="{589E6DE2-78F1-CF53-40D3-E04C53B22DB6}"/>
                    </a:ext>
                  </a:extLst>
                </p:cNvPr>
                <p:cNvSpPr/>
                <p:nvPr/>
              </p:nvSpPr>
              <p:spPr>
                <a:xfrm>
                  <a:off x="4112191" y="2881828"/>
                  <a:ext cx="299747" cy="299187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330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AC183CD8-36D6-206C-9127-5CD8A5645544}"/>
                    </a:ext>
                  </a:extLst>
                </p:cNvPr>
                <p:cNvSpPr txBox="1"/>
                <p:nvPr/>
              </p:nvSpPr>
              <p:spPr>
                <a:xfrm>
                  <a:off x="4039033" y="3129564"/>
                  <a:ext cx="1095024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5001</a:t>
                  </a:r>
                  <a:endParaRPr lang="ko-KR" altLang="en-US" dirty="0"/>
                </a:p>
              </p:txBody>
            </p:sp>
          </p:grp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CCB8144A-3F49-FCF4-4852-AF0A78CA8796}"/>
                  </a:ext>
                </a:extLst>
              </p:cNvPr>
              <p:cNvSpPr/>
              <p:nvPr/>
            </p:nvSpPr>
            <p:spPr>
              <a:xfrm>
                <a:off x="1360060" y="4068248"/>
                <a:ext cx="198389" cy="201030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CB74E64F-2F30-655D-DACC-33AC9C3B6DDE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44B3DB53-701C-C155-0B13-F516CA879B7D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198390" cy="201028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8279B3AF-8D33-A017-09DA-7B61B9C4F6F5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6C175BB5-AD12-BBB3-2D8B-BDEA225B76CF}"/>
                  </a:ext>
                </a:extLst>
              </p:cNvPr>
              <p:cNvGrpSpPr/>
              <p:nvPr/>
            </p:nvGrpSpPr>
            <p:grpSpPr>
              <a:xfrm>
                <a:off x="422612" y="3420932"/>
                <a:ext cx="262241" cy="429477"/>
                <a:chOff x="2594596" y="2515420"/>
                <a:chExt cx="262241" cy="429477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B314AE99-F21E-1605-E067-2977504ED433}"/>
                    </a:ext>
                  </a:extLst>
                </p:cNvPr>
                <p:cNvSpPr/>
                <p:nvPr/>
              </p:nvSpPr>
              <p:spPr>
                <a:xfrm>
                  <a:off x="2626522" y="2515420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58293B8D-4004-E995-A9CF-A215F3D60AEC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40820613-FD7B-0D7B-5B26-1A42D0CBD3BA}"/>
                  </a:ext>
                </a:extLst>
              </p:cNvPr>
              <p:cNvGrpSpPr/>
              <p:nvPr/>
            </p:nvGrpSpPr>
            <p:grpSpPr>
              <a:xfrm>
                <a:off x="353637" y="2758954"/>
                <a:ext cx="1230954" cy="522941"/>
                <a:chOff x="2525621" y="1853442"/>
                <a:chExt cx="1230954" cy="52294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EEE1F836-9352-B491-70BB-2C325ECF7AAC}"/>
                    </a:ext>
                  </a:extLst>
                </p:cNvPr>
                <p:cNvSpPr/>
                <p:nvPr/>
              </p:nvSpPr>
              <p:spPr>
                <a:xfrm>
                  <a:off x="2525621" y="1853442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9" name="TextBox 1138">
                  <a:extLst>
                    <a:ext uri="{FF2B5EF4-FFF2-40B4-BE49-F238E27FC236}">
                      <a16:creationId xmlns:a16="http://schemas.microsoft.com/office/drawing/2014/main" id="{D07C1015-9E96-6483-1886-1BEE558BAE09}"/>
                    </a:ext>
                  </a:extLst>
                </p:cNvPr>
                <p:cNvSpPr txBox="1"/>
                <p:nvPr/>
              </p:nvSpPr>
              <p:spPr>
                <a:xfrm>
                  <a:off x="2538668" y="2092387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1135" name="그룹 1134">
                <a:extLst>
                  <a:ext uri="{FF2B5EF4-FFF2-40B4-BE49-F238E27FC236}">
                    <a16:creationId xmlns:a16="http://schemas.microsoft.com/office/drawing/2014/main" id="{C1D2D88F-1BD7-B442-61A7-D5ACDA57CD90}"/>
                  </a:ext>
                </a:extLst>
              </p:cNvPr>
              <p:cNvGrpSpPr/>
              <p:nvPr/>
            </p:nvGrpSpPr>
            <p:grpSpPr>
              <a:xfrm>
                <a:off x="561585" y="2234389"/>
                <a:ext cx="1217907" cy="567004"/>
                <a:chOff x="2733569" y="1328877"/>
                <a:chExt cx="1217907" cy="567004"/>
              </a:xfrm>
            </p:grpSpPr>
            <p:sp>
              <p:nvSpPr>
                <p:cNvPr id="1136" name="타원 1135">
                  <a:extLst>
                    <a:ext uri="{FF2B5EF4-FFF2-40B4-BE49-F238E27FC236}">
                      <a16:creationId xmlns:a16="http://schemas.microsoft.com/office/drawing/2014/main" id="{CC20C791-2384-B876-E762-C7385582A63A}"/>
                    </a:ext>
                  </a:extLst>
                </p:cNvPr>
                <p:cNvSpPr/>
                <p:nvPr/>
              </p:nvSpPr>
              <p:spPr>
                <a:xfrm>
                  <a:off x="2825022" y="1328877"/>
                  <a:ext cx="284424" cy="299187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852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7" name="TextBox 1136">
                  <a:extLst>
                    <a:ext uri="{FF2B5EF4-FFF2-40B4-BE49-F238E27FC236}">
                      <a16:creationId xmlns:a16="http://schemas.microsoft.com/office/drawing/2014/main" id="{6B8C2B9A-5C1B-E181-6166-A8736BE39A76}"/>
                    </a:ext>
                  </a:extLst>
                </p:cNvPr>
                <p:cNvSpPr txBox="1"/>
                <p:nvPr/>
              </p:nvSpPr>
              <p:spPr>
                <a:xfrm>
                  <a:off x="2733569" y="1611885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5002</a:t>
                  </a:r>
                </a:p>
              </p:txBody>
            </p:sp>
          </p:grpSp>
        </p:grpSp>
      </p:grp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DEC63734-3AAE-7F16-1371-ED626BC57D3B}"/>
              </a:ext>
            </a:extLst>
          </p:cNvPr>
          <p:cNvGrpSpPr/>
          <p:nvPr/>
        </p:nvGrpSpPr>
        <p:grpSpPr>
          <a:xfrm>
            <a:off x="1117561" y="3154758"/>
            <a:ext cx="1623014" cy="1810380"/>
            <a:chOff x="779712" y="1033768"/>
            <a:chExt cx="2310649" cy="2577396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30BCEC2C-E68F-CE4D-CEBF-E64C2E2606BC}"/>
                </a:ext>
              </a:extLst>
            </p:cNvPr>
            <p:cNvSpPr txBox="1"/>
            <p:nvPr/>
          </p:nvSpPr>
          <p:spPr>
            <a:xfrm>
              <a:off x="779712" y="3249670"/>
              <a:ext cx="2259796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602 (127.0.0.1 : 5005)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D7DB13E8-C4F4-057D-7125-977C97C72E53}"/>
                </a:ext>
              </a:extLst>
            </p:cNvPr>
            <p:cNvGrpSpPr/>
            <p:nvPr/>
          </p:nvGrpSpPr>
          <p:grpSpPr>
            <a:xfrm>
              <a:off x="879728" y="1033768"/>
              <a:ext cx="2210633" cy="2417997"/>
              <a:chOff x="385074" y="2077312"/>
              <a:chExt cx="2210633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8EDBD670-0707-F8AD-E3D5-1DB8A4D803D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D41FEF63-068A-ACDD-CEAB-D439AED7635C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983B2ECF-E162-623B-6040-2126715FCAC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655AE18C-0D30-ACE0-E78D-9D806869154A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BA48C86D-5D41-F3DA-3C4F-98C86C387AC2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5766676D-7F2D-2DCF-C041-602D8AE1804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DCC45A18-B5AB-AABC-7D7F-5B3A8B325D5D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07D2FBE2-AB98-9987-3F22-638740E552EC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B02711D1-B993-D217-D8D6-B2D8F880725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27343EEC-31DA-002A-2354-456AC4A66CCA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8A3F1EF4-D3AE-C849-C6AC-2CDE0B6BFCCA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AC8DFD7D-5517-F9C5-FB37-C4B030EE8C5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9210D78A-5C17-92C8-D31E-3DD5D58F34A8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1C935949-07D1-E215-B523-2B6F249F2CD6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E3AD0752-EEA6-176E-1DBA-711EF9A3FA7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281703E4-2FD4-09A4-E17B-6BA6620D5243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9DEF632D-C0AE-36EA-A2BF-69F0A667D51B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F96EADB6-1862-67BC-2BB7-E513EE701CB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B5C4ACD4-19AF-B2D6-570A-0F04D3D6B1A5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5989EC41-CA84-6FB3-A9CA-8568C99D76A7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69153" cy="434168"/>
                <a:chOff x="2832597" y="2972694"/>
                <a:chExt cx="269153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69007514-9D0E-12EB-0491-B9B244E33125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E04A225C-6D59-6980-EAEF-D65CCE17579C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8" name="그룹 1167">
                <a:extLst>
                  <a:ext uri="{FF2B5EF4-FFF2-40B4-BE49-F238E27FC236}">
                    <a16:creationId xmlns:a16="http://schemas.microsoft.com/office/drawing/2014/main" id="{51DC8C07-1248-F80E-776F-2906D1E4751D}"/>
                  </a:ext>
                </a:extLst>
              </p:cNvPr>
              <p:cNvGrpSpPr/>
              <p:nvPr/>
            </p:nvGrpSpPr>
            <p:grpSpPr>
              <a:xfrm>
                <a:off x="446543" y="3376482"/>
                <a:ext cx="1356886" cy="476867"/>
                <a:chOff x="2618527" y="2470970"/>
                <a:chExt cx="1356886" cy="476867"/>
              </a:xfrm>
            </p:grpSpPr>
            <p:sp>
              <p:nvSpPr>
                <p:cNvPr id="1175" name="타원 1174">
                  <a:extLst>
                    <a:ext uri="{FF2B5EF4-FFF2-40B4-BE49-F238E27FC236}">
                      <a16:creationId xmlns:a16="http://schemas.microsoft.com/office/drawing/2014/main" id="{90707220-01A9-EFDD-2C9F-E4900E44CDB0}"/>
                    </a:ext>
                  </a:extLst>
                </p:cNvPr>
                <p:cNvSpPr/>
                <p:nvPr/>
              </p:nvSpPr>
              <p:spPr>
                <a:xfrm>
                  <a:off x="2618527" y="2470970"/>
                  <a:ext cx="295390" cy="299322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754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176" name="TextBox 1175">
                  <a:extLst>
                    <a:ext uri="{FF2B5EF4-FFF2-40B4-BE49-F238E27FC236}">
                      <a16:creationId xmlns:a16="http://schemas.microsoft.com/office/drawing/2014/main" id="{C9664C42-2C17-02AB-DE62-75CC5F831F3C}"/>
                    </a:ext>
                  </a:extLst>
                </p:cNvPr>
                <p:cNvSpPr txBox="1"/>
                <p:nvPr/>
              </p:nvSpPr>
              <p:spPr>
                <a:xfrm>
                  <a:off x="2754000" y="2663023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  <p:grpSp>
            <p:nvGrpSpPr>
              <p:cNvPr id="1169" name="그룹 1168">
                <a:extLst>
                  <a:ext uri="{FF2B5EF4-FFF2-40B4-BE49-F238E27FC236}">
                    <a16:creationId xmlns:a16="http://schemas.microsoft.com/office/drawing/2014/main" id="{C9D35682-0C96-AF1F-47CA-D2CE18915C6E}"/>
                  </a:ext>
                </a:extLst>
              </p:cNvPr>
              <p:cNvGrpSpPr/>
              <p:nvPr/>
            </p:nvGrpSpPr>
            <p:grpSpPr>
              <a:xfrm>
                <a:off x="385074" y="2763583"/>
                <a:ext cx="1221413" cy="560112"/>
                <a:chOff x="2557058" y="1858071"/>
                <a:chExt cx="1221413" cy="560112"/>
              </a:xfrm>
            </p:grpSpPr>
            <p:sp>
              <p:nvSpPr>
                <p:cNvPr id="1173" name="타원 1172">
                  <a:extLst>
                    <a:ext uri="{FF2B5EF4-FFF2-40B4-BE49-F238E27FC236}">
                      <a16:creationId xmlns:a16="http://schemas.microsoft.com/office/drawing/2014/main" id="{2654DCD4-12BE-E2AF-20AB-B356CE3786FD}"/>
                    </a:ext>
                  </a:extLst>
                </p:cNvPr>
                <p:cNvSpPr/>
                <p:nvPr/>
              </p:nvSpPr>
              <p:spPr>
                <a:xfrm>
                  <a:off x="2560641" y="1858071"/>
                  <a:ext cx="295390" cy="29931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910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4" name="TextBox 1173">
                  <a:extLst>
                    <a:ext uri="{FF2B5EF4-FFF2-40B4-BE49-F238E27FC236}">
                      <a16:creationId xmlns:a16="http://schemas.microsoft.com/office/drawing/2014/main" id="{06187471-6115-037D-DFA0-07B1190A0C6D}"/>
                    </a:ext>
                  </a:extLst>
                </p:cNvPr>
                <p:cNvSpPr txBox="1"/>
                <p:nvPr/>
              </p:nvSpPr>
              <p:spPr>
                <a:xfrm>
                  <a:off x="2557058" y="2133369"/>
                  <a:ext cx="1221413" cy="28481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5003</a:t>
                  </a:r>
                </a:p>
              </p:txBody>
            </p:sp>
          </p:grpSp>
          <p:grpSp>
            <p:nvGrpSpPr>
              <p:cNvPr id="1170" name="그룹 1169">
                <a:extLst>
                  <a:ext uri="{FF2B5EF4-FFF2-40B4-BE49-F238E27FC236}">
                    <a16:creationId xmlns:a16="http://schemas.microsoft.com/office/drawing/2014/main" id="{A81AEED1-508E-1A00-A56F-61252673F384}"/>
                  </a:ext>
                </a:extLst>
              </p:cNvPr>
              <p:cNvGrpSpPr/>
              <p:nvPr/>
            </p:nvGrpSpPr>
            <p:grpSpPr>
              <a:xfrm>
                <a:off x="598146" y="2239016"/>
                <a:ext cx="1221413" cy="582761"/>
                <a:chOff x="2770130" y="1333504"/>
                <a:chExt cx="1221413" cy="582761"/>
              </a:xfrm>
            </p:grpSpPr>
            <p:sp>
              <p:nvSpPr>
                <p:cNvPr id="1171" name="타원 1170">
                  <a:extLst>
                    <a:ext uri="{FF2B5EF4-FFF2-40B4-BE49-F238E27FC236}">
                      <a16:creationId xmlns:a16="http://schemas.microsoft.com/office/drawing/2014/main" id="{6F29C51F-410E-0E43-6FA6-2AE394A8DC57}"/>
                    </a:ext>
                  </a:extLst>
                </p:cNvPr>
                <p:cNvSpPr/>
                <p:nvPr/>
              </p:nvSpPr>
              <p:spPr>
                <a:xfrm>
                  <a:off x="2860043" y="1333504"/>
                  <a:ext cx="295390" cy="299322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145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2" name="TextBox 1171">
                  <a:extLst>
                    <a:ext uri="{FF2B5EF4-FFF2-40B4-BE49-F238E27FC236}">
                      <a16:creationId xmlns:a16="http://schemas.microsoft.com/office/drawing/2014/main" id="{6667B864-677F-397E-1A05-FEE0063F0C09}"/>
                    </a:ext>
                  </a:extLst>
                </p:cNvPr>
                <p:cNvSpPr txBox="1"/>
                <p:nvPr/>
              </p:nvSpPr>
              <p:spPr>
                <a:xfrm>
                  <a:off x="2770130" y="1631452"/>
                  <a:ext cx="1221413" cy="28481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5006</a:t>
                  </a:r>
                </a:p>
              </p:txBody>
            </p:sp>
          </p:grp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0B73E69C-FB2B-1389-7FBE-BA5F9BFE37AE}"/>
              </a:ext>
            </a:extLst>
          </p:cNvPr>
          <p:cNvGrpSpPr/>
          <p:nvPr/>
        </p:nvGrpSpPr>
        <p:grpSpPr>
          <a:xfrm>
            <a:off x="3250996" y="3177235"/>
            <a:ext cx="1748330" cy="1810899"/>
            <a:chOff x="107280" y="591927"/>
            <a:chExt cx="1782190" cy="184597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19C2CBFF-91E9-CF30-07C2-E6BE203BFDC1}"/>
                </a:ext>
              </a:extLst>
            </p:cNvPr>
            <p:cNvGrpSpPr/>
            <p:nvPr/>
          </p:nvGrpSpPr>
          <p:grpSpPr>
            <a:xfrm>
              <a:off x="107280" y="591927"/>
              <a:ext cx="1782190" cy="1761321"/>
              <a:chOff x="356853" y="2069859"/>
              <a:chExt cx="2450016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5DB346B5-D13E-D5BE-E04A-E0ECB549F4B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2B3B1B13-3AE0-C1A1-00F2-A3F57A370452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75417484-BC0C-2B33-CC07-00DDC04ED2AF}"/>
                  </a:ext>
                </a:extLst>
              </p:cNvPr>
              <p:cNvGrpSpPr/>
              <p:nvPr/>
            </p:nvGrpSpPr>
            <p:grpSpPr>
              <a:xfrm>
                <a:off x="1372393" y="2069859"/>
                <a:ext cx="960576" cy="710084"/>
                <a:chOff x="3544377" y="1164347"/>
                <a:chExt cx="960576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ACC7F62D-910E-2844-E293-BB5C4007C81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ECAA2730-9E1E-E189-FF54-49A0BB2F1553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33E58E4B-5B82-E408-BD0C-BA314ED11C74}"/>
                    </a:ext>
                  </a:extLst>
                </p:cNvPr>
                <p:cNvSpPr/>
                <p:nvPr/>
              </p:nvSpPr>
              <p:spPr>
                <a:xfrm>
                  <a:off x="3544377" y="1164347"/>
                  <a:ext cx="198390" cy="201028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5E6270F8-7CE6-38AD-FA1B-EF6DBC8E9D41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2F75F6F9-AF12-3746-EAB6-E69FD070D47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6A3E8632-33C5-B81A-CE09-0E0D0D93BB79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978A6296-99E7-C5C3-B981-FB0F8FD13979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4CF7C834-9AA4-687A-6B22-08BD8639D44F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165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01624D86-3878-48A9-4CE7-F4E844F8527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263D864A-16B0-2CB2-C3DB-7C6243A5FAAC}"/>
                  </a:ext>
                </a:extLst>
              </p:cNvPr>
              <p:cNvGrpSpPr/>
              <p:nvPr/>
            </p:nvGrpSpPr>
            <p:grpSpPr>
              <a:xfrm>
                <a:off x="1725920" y="3764985"/>
                <a:ext cx="1080949" cy="525240"/>
                <a:chOff x="3897904" y="2859473"/>
                <a:chExt cx="1080949" cy="525240"/>
              </a:xfrm>
            </p:grpSpPr>
            <p:sp>
              <p:nvSpPr>
                <p:cNvPr id="869" name="타원 868">
                  <a:extLst>
                    <a:ext uri="{FF2B5EF4-FFF2-40B4-BE49-F238E27FC236}">
                      <a16:creationId xmlns:a16="http://schemas.microsoft.com/office/drawing/2014/main" id="{1E517CFF-0885-045F-D0C0-05FA756B94EB}"/>
                    </a:ext>
                  </a:extLst>
                </p:cNvPr>
                <p:cNvSpPr/>
                <p:nvPr/>
              </p:nvSpPr>
              <p:spPr>
                <a:xfrm>
                  <a:off x="4113349" y="2859473"/>
                  <a:ext cx="327973" cy="324443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165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4D0D32CE-F008-B898-D5B7-9A734755CE00}"/>
                    </a:ext>
                  </a:extLst>
                </p:cNvPr>
                <p:cNvSpPr txBox="1"/>
                <p:nvPr/>
              </p:nvSpPr>
              <p:spPr>
                <a:xfrm>
                  <a:off x="3897904" y="3125932"/>
                  <a:ext cx="1080949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5004</a:t>
                  </a:r>
                </a:p>
              </p:txBody>
            </p:sp>
          </p:grp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3F9C0E84-1FC8-6E3E-4A0A-A5732FF894F9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B6835A9F-F7E7-13BC-DB45-F5BF8DE2323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A574C3E1-6C99-CB1C-EE9B-D3E9A3FB82D2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E796E132-A04A-F826-3772-FE4347CA2E9D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77769" cy="456419"/>
                <a:chOff x="2834659" y="2946319"/>
                <a:chExt cx="277769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52D38428-DF91-7D3B-DA41-EC8CDFACDE80}"/>
                    </a:ext>
                  </a:extLst>
                </p:cNvPr>
                <p:cNvSpPr/>
                <p:nvPr/>
              </p:nvSpPr>
              <p:spPr>
                <a:xfrm>
                  <a:off x="2914038" y="294631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83689031-2E8B-C9F7-FC28-A26DCB384229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6D7CBEBD-40CC-D208-1868-BA5954CA5C63}"/>
                  </a:ext>
                </a:extLst>
              </p:cNvPr>
              <p:cNvGrpSpPr/>
              <p:nvPr/>
            </p:nvGrpSpPr>
            <p:grpSpPr>
              <a:xfrm>
                <a:off x="414737" y="3349499"/>
                <a:ext cx="1380421" cy="492426"/>
                <a:chOff x="2586721" y="2443987"/>
                <a:chExt cx="1380421" cy="492426"/>
              </a:xfrm>
            </p:grpSpPr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A53D9C13-3DA0-D40A-1FC4-670DCDCFBA3B}"/>
                    </a:ext>
                  </a:extLst>
                </p:cNvPr>
                <p:cNvSpPr/>
                <p:nvPr/>
              </p:nvSpPr>
              <p:spPr>
                <a:xfrm>
                  <a:off x="2586721" y="24439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4" name="TextBox 863">
                  <a:extLst>
                    <a:ext uri="{FF2B5EF4-FFF2-40B4-BE49-F238E27FC236}">
                      <a16:creationId xmlns:a16="http://schemas.microsoft.com/office/drawing/2014/main" id="{A6DAE6B2-4734-9906-FC48-62EAB3723A17}"/>
                    </a:ext>
                  </a:extLst>
                </p:cNvPr>
                <p:cNvSpPr txBox="1"/>
                <p:nvPr/>
              </p:nvSpPr>
              <p:spPr>
                <a:xfrm>
                  <a:off x="2764888" y="2656067"/>
                  <a:ext cx="1202254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5009</a:t>
                  </a:r>
                </a:p>
              </p:txBody>
            </p:sp>
          </p:grpSp>
          <p:grpSp>
            <p:nvGrpSpPr>
              <p:cNvPr id="857" name="그룹 856">
                <a:extLst>
                  <a:ext uri="{FF2B5EF4-FFF2-40B4-BE49-F238E27FC236}">
                    <a16:creationId xmlns:a16="http://schemas.microsoft.com/office/drawing/2014/main" id="{D6A3CF79-35EC-AD45-87E6-9E42C2123823}"/>
                  </a:ext>
                </a:extLst>
              </p:cNvPr>
              <p:cNvGrpSpPr/>
              <p:nvPr/>
            </p:nvGrpSpPr>
            <p:grpSpPr>
              <a:xfrm>
                <a:off x="356853" y="2736599"/>
                <a:ext cx="1242922" cy="539406"/>
                <a:chOff x="2528837" y="1831087"/>
                <a:chExt cx="1242922" cy="539406"/>
              </a:xfrm>
            </p:grpSpPr>
            <p:sp>
              <p:nvSpPr>
                <p:cNvPr id="861" name="타원 860">
                  <a:extLst>
                    <a:ext uri="{FF2B5EF4-FFF2-40B4-BE49-F238E27FC236}">
                      <a16:creationId xmlns:a16="http://schemas.microsoft.com/office/drawing/2014/main" id="{D007603E-1BA6-EC0A-D70B-2CC231402A63}"/>
                    </a:ext>
                  </a:extLst>
                </p:cNvPr>
                <p:cNvSpPr/>
                <p:nvPr/>
              </p:nvSpPr>
              <p:spPr>
                <a:xfrm>
                  <a:off x="2528837" y="1831087"/>
                  <a:ext cx="311208" cy="32444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2" name="TextBox 861">
                  <a:extLst>
                    <a:ext uri="{FF2B5EF4-FFF2-40B4-BE49-F238E27FC236}">
                      <a16:creationId xmlns:a16="http://schemas.microsoft.com/office/drawing/2014/main" id="{499C4C8B-6539-C19A-D5CB-71B56B37FED8}"/>
                    </a:ext>
                  </a:extLst>
                </p:cNvPr>
                <p:cNvSpPr txBox="1"/>
                <p:nvPr/>
              </p:nvSpPr>
              <p:spPr>
                <a:xfrm>
                  <a:off x="2569504" y="2090147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858" name="그룹 857">
                <a:extLst>
                  <a:ext uri="{FF2B5EF4-FFF2-40B4-BE49-F238E27FC236}">
                    <a16:creationId xmlns:a16="http://schemas.microsoft.com/office/drawing/2014/main" id="{2987DC96-6A87-C37D-6365-AC5E103CFFC3}"/>
                  </a:ext>
                </a:extLst>
              </p:cNvPr>
              <p:cNvGrpSpPr/>
              <p:nvPr/>
            </p:nvGrpSpPr>
            <p:grpSpPr>
              <a:xfrm>
                <a:off x="534146" y="2212034"/>
                <a:ext cx="1202255" cy="572413"/>
                <a:chOff x="2706130" y="1306522"/>
                <a:chExt cx="1202255" cy="572413"/>
              </a:xfrm>
            </p:grpSpPr>
            <p:sp>
              <p:nvSpPr>
                <p:cNvPr id="859" name="타원 858">
                  <a:extLst>
                    <a:ext uri="{FF2B5EF4-FFF2-40B4-BE49-F238E27FC236}">
                      <a16:creationId xmlns:a16="http://schemas.microsoft.com/office/drawing/2014/main" id="{B840DE78-3899-038F-2440-7621B6AEC505}"/>
                    </a:ext>
                  </a:extLst>
                </p:cNvPr>
                <p:cNvSpPr/>
                <p:nvPr/>
              </p:nvSpPr>
              <p:spPr>
                <a:xfrm>
                  <a:off x="2828239" y="1306522"/>
                  <a:ext cx="311208" cy="32444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TextBox 859">
                  <a:extLst>
                    <a:ext uri="{FF2B5EF4-FFF2-40B4-BE49-F238E27FC236}">
                      <a16:creationId xmlns:a16="http://schemas.microsoft.com/office/drawing/2014/main" id="{1EE51C70-2956-2E59-0799-62EAFF86D398}"/>
                    </a:ext>
                  </a:extLst>
                </p:cNvPr>
                <p:cNvSpPr txBox="1"/>
                <p:nvPr/>
              </p:nvSpPr>
              <p:spPr>
                <a:xfrm>
                  <a:off x="2706130" y="1598589"/>
                  <a:ext cx="1202255" cy="28034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555DE15A-4988-8C46-BFF4-4FB11AB7E87D}"/>
                </a:ext>
              </a:extLst>
            </p:cNvPr>
            <p:cNvSpPr txBox="1"/>
            <p:nvPr/>
          </p:nvSpPr>
          <p:spPr>
            <a:xfrm>
              <a:off x="198314" y="2179064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145 (127.0.0.1 : 5006)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DE1874CD-B721-CF9F-B9B8-E9EA58909F4F}"/>
              </a:ext>
            </a:extLst>
          </p:cNvPr>
          <p:cNvGrpSpPr/>
          <p:nvPr/>
        </p:nvGrpSpPr>
        <p:grpSpPr>
          <a:xfrm>
            <a:off x="10130769" y="696353"/>
            <a:ext cx="1737075" cy="1823884"/>
            <a:chOff x="2104967" y="890897"/>
            <a:chExt cx="1737075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B36BC7BD-9960-BF46-D738-2C8185CF5DED}"/>
                </a:ext>
              </a:extLst>
            </p:cNvPr>
            <p:cNvGrpSpPr/>
            <p:nvPr/>
          </p:nvGrpSpPr>
          <p:grpSpPr>
            <a:xfrm>
              <a:off x="2104967" y="890897"/>
              <a:ext cx="1647721" cy="1729341"/>
              <a:chOff x="294216" y="2077312"/>
              <a:chExt cx="2298858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9DD0BDE0-A460-EDF7-D770-BDE2B0C47AF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D489EC5D-1714-B2C4-091B-A5E529B0F991}"/>
                  </a:ext>
                </a:extLst>
              </p:cNvPr>
              <p:cNvGrpSpPr/>
              <p:nvPr/>
            </p:nvGrpSpPr>
            <p:grpSpPr>
              <a:xfrm>
                <a:off x="1354236" y="2077312"/>
                <a:ext cx="257732" cy="438851"/>
                <a:chOff x="3526220" y="1171800"/>
                <a:chExt cx="257732" cy="438851"/>
              </a:xfrm>
            </p:grpSpPr>
            <p:sp>
              <p:nvSpPr>
                <p:cNvPr id="1018" name="TextBox 1017">
                  <a:extLst>
                    <a:ext uri="{FF2B5EF4-FFF2-40B4-BE49-F238E27FC236}">
                      <a16:creationId xmlns:a16="http://schemas.microsoft.com/office/drawing/2014/main" id="{DEB627E5-1106-5C8B-FD80-2D83CE17AEDA}"/>
                    </a:ext>
                  </a:extLst>
                </p:cNvPr>
                <p:cNvSpPr txBox="1"/>
                <p:nvPr/>
              </p:nvSpPr>
              <p:spPr>
                <a:xfrm>
                  <a:off x="3526220" y="135301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19" name="타원 1018">
                  <a:extLst>
                    <a:ext uri="{FF2B5EF4-FFF2-40B4-BE49-F238E27FC236}">
                      <a16:creationId xmlns:a16="http://schemas.microsoft.com/office/drawing/2014/main" id="{7BA75986-E2B3-8D4C-3A7C-928B0971CEC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4701E26C-52AE-F1EA-6FD8-8CC668FF54A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68352405-40E9-8F2C-6006-92F016C7925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6FA921DF-0ECC-E635-B75D-53B95407AD30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36E9A218-D517-AD9C-A378-FF001C4CF564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00C44C26-6352-FE4D-B226-963537A75DD5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2528360A-F78C-6E5A-E7B7-8DBFE1F7225E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9E43D7AF-4578-9CEB-187E-DE6E4FA01D8F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7B39FAEC-B223-B50C-4F14-C0E801CCD8B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D64FB8E0-C50C-56D7-63FC-143A8698D167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D5AB24DB-B5F3-41D5-A34C-6DE579EAB154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8F0DAB66-2A5E-E41B-320A-3A5741245858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67C5EF59-C8F1-D8D8-0179-7CAA53F83E6C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53419F51-D142-2989-D03B-80C1778EDDD8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2799CE8F-2AB1-FDA4-5542-CC8A0F3C9B2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275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DA097742-2EC7-F006-3C96-2BDA7A1E5F29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6" name="그룹 995">
                <a:extLst>
                  <a:ext uri="{FF2B5EF4-FFF2-40B4-BE49-F238E27FC236}">
                    <a16:creationId xmlns:a16="http://schemas.microsoft.com/office/drawing/2014/main" id="{68F187B8-A8D0-ED15-9E28-3AE83C3D9F32}"/>
                  </a:ext>
                </a:extLst>
              </p:cNvPr>
              <p:cNvGrpSpPr/>
              <p:nvPr/>
            </p:nvGrpSpPr>
            <p:grpSpPr>
              <a:xfrm>
                <a:off x="294216" y="3878206"/>
                <a:ext cx="1076189" cy="534954"/>
                <a:chOff x="2466200" y="2972694"/>
                <a:chExt cx="1076189" cy="534954"/>
              </a:xfrm>
            </p:grpSpPr>
            <p:sp>
              <p:nvSpPr>
                <p:cNvPr id="1006" name="타원 1005">
                  <a:extLst>
                    <a:ext uri="{FF2B5EF4-FFF2-40B4-BE49-F238E27FC236}">
                      <a16:creationId xmlns:a16="http://schemas.microsoft.com/office/drawing/2014/main" id="{9C8C260F-8AC5-6A10-10BE-214B5BF6DA8C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95374" cy="299304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rPr>
                    <a:t>275</a:t>
                  </a:r>
                  <a:endParaRPr lang="ko-KR" altLang="en-US" sz="800" b="1" dirty="0">
                    <a:solidFill>
                      <a:srgbClr val="ED0000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07" name="TextBox 1006">
                  <a:extLst>
                    <a:ext uri="{FF2B5EF4-FFF2-40B4-BE49-F238E27FC236}">
                      <a16:creationId xmlns:a16="http://schemas.microsoft.com/office/drawing/2014/main" id="{083B3171-2A3A-AF7B-20CB-10D45001A26C}"/>
                    </a:ext>
                  </a:extLst>
                </p:cNvPr>
                <p:cNvSpPr txBox="1"/>
                <p:nvPr/>
              </p:nvSpPr>
              <p:spPr>
                <a:xfrm>
                  <a:off x="2466200" y="3250006"/>
                  <a:ext cx="1076189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dirty="0"/>
                    <a:t>127.0.0.1 : 5009</a:t>
                  </a:r>
                </a:p>
              </p:txBody>
            </p:sp>
          </p:grpSp>
          <p:grpSp>
            <p:nvGrpSpPr>
              <p:cNvPr id="997" name="그룹 996">
                <a:extLst>
                  <a:ext uri="{FF2B5EF4-FFF2-40B4-BE49-F238E27FC236}">
                    <a16:creationId xmlns:a16="http://schemas.microsoft.com/office/drawing/2014/main" id="{6EF975C4-22A2-484A-30C8-8BFDA917EEAC}"/>
                  </a:ext>
                </a:extLst>
              </p:cNvPr>
              <p:cNvGrpSpPr/>
              <p:nvPr/>
            </p:nvGrpSpPr>
            <p:grpSpPr>
              <a:xfrm>
                <a:off x="454537" y="3420932"/>
                <a:ext cx="1343956" cy="458398"/>
                <a:chOff x="2626521" y="2515420"/>
                <a:chExt cx="1343956" cy="458398"/>
              </a:xfrm>
            </p:grpSpPr>
            <p:sp>
              <p:nvSpPr>
                <p:cNvPr id="1004" name="타원 1003">
                  <a:extLst>
                    <a:ext uri="{FF2B5EF4-FFF2-40B4-BE49-F238E27FC236}">
                      <a16:creationId xmlns:a16="http://schemas.microsoft.com/office/drawing/2014/main" id="{D51A4688-E489-51E6-776F-176EB5046A56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302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5" name="TextBox 1004">
                  <a:extLst>
                    <a:ext uri="{FF2B5EF4-FFF2-40B4-BE49-F238E27FC236}">
                      <a16:creationId xmlns:a16="http://schemas.microsoft.com/office/drawing/2014/main" id="{872A74AB-82FD-2D68-4F14-3A52247F39E0}"/>
                    </a:ext>
                  </a:extLst>
                </p:cNvPr>
                <p:cNvSpPr txBox="1"/>
                <p:nvPr/>
              </p:nvSpPr>
              <p:spPr>
                <a:xfrm>
                  <a:off x="2773518" y="2694707"/>
                  <a:ext cx="1196959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5000</a:t>
                  </a:r>
                </a:p>
              </p:txBody>
            </p:sp>
          </p:grpSp>
          <p:grpSp>
            <p:nvGrpSpPr>
              <p:cNvPr id="998" name="그룹 997">
                <a:extLst>
                  <a:ext uri="{FF2B5EF4-FFF2-40B4-BE49-F238E27FC236}">
                    <a16:creationId xmlns:a16="http://schemas.microsoft.com/office/drawing/2014/main" id="{56C61B61-EBBA-653D-CB5D-4AE0BBC32915}"/>
                  </a:ext>
                </a:extLst>
              </p:cNvPr>
              <p:cNvGrpSpPr/>
              <p:nvPr/>
            </p:nvGrpSpPr>
            <p:grpSpPr>
              <a:xfrm>
                <a:off x="328167" y="2808032"/>
                <a:ext cx="1231571" cy="534870"/>
                <a:chOff x="2500151" y="1902520"/>
                <a:chExt cx="1231571" cy="534870"/>
              </a:xfrm>
            </p:grpSpPr>
            <p:sp>
              <p:nvSpPr>
                <p:cNvPr id="1002" name="타원 1001">
                  <a:extLst>
                    <a:ext uri="{FF2B5EF4-FFF2-40B4-BE49-F238E27FC236}">
                      <a16:creationId xmlns:a16="http://schemas.microsoft.com/office/drawing/2014/main" id="{688F6495-9438-BFCD-69A9-BFEC56FECF37}"/>
                    </a:ext>
                  </a:extLst>
                </p:cNvPr>
                <p:cNvSpPr/>
                <p:nvPr/>
              </p:nvSpPr>
              <p:spPr>
                <a:xfrm>
                  <a:off x="2500151" y="1902520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602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" name="TextBox 1002">
                  <a:extLst>
                    <a:ext uri="{FF2B5EF4-FFF2-40B4-BE49-F238E27FC236}">
                      <a16:creationId xmlns:a16="http://schemas.microsoft.com/office/drawing/2014/main" id="{AE92D18A-804C-996F-0FC7-0B4F6698FC78}"/>
                    </a:ext>
                  </a:extLst>
                </p:cNvPr>
                <p:cNvSpPr txBox="1"/>
                <p:nvPr/>
              </p:nvSpPr>
              <p:spPr>
                <a:xfrm>
                  <a:off x="2534762" y="2158278"/>
                  <a:ext cx="1196960" cy="27911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5005</a:t>
                  </a:r>
                </a:p>
              </p:txBody>
            </p:sp>
          </p:grpSp>
          <p:grpSp>
            <p:nvGrpSpPr>
              <p:cNvPr id="999" name="그룹 998">
                <a:extLst>
                  <a:ext uri="{FF2B5EF4-FFF2-40B4-BE49-F238E27FC236}">
                    <a16:creationId xmlns:a16="http://schemas.microsoft.com/office/drawing/2014/main" id="{762553E1-306D-487A-1A47-11A184DDB523}"/>
                  </a:ext>
                </a:extLst>
              </p:cNvPr>
              <p:cNvGrpSpPr/>
              <p:nvPr/>
            </p:nvGrpSpPr>
            <p:grpSpPr>
              <a:xfrm>
                <a:off x="529977" y="2283467"/>
                <a:ext cx="1196960" cy="569552"/>
                <a:chOff x="2701961" y="1377955"/>
                <a:chExt cx="1196960" cy="569552"/>
              </a:xfrm>
            </p:grpSpPr>
            <p:sp>
              <p:nvSpPr>
                <p:cNvPr id="1000" name="타원 999">
                  <a:extLst>
                    <a:ext uri="{FF2B5EF4-FFF2-40B4-BE49-F238E27FC236}">
                      <a16:creationId xmlns:a16="http://schemas.microsoft.com/office/drawing/2014/main" id="{62D6A92C-D39D-04E3-ED4A-B70AC81B6F6F}"/>
                    </a:ext>
                  </a:extLst>
                </p:cNvPr>
                <p:cNvSpPr/>
                <p:nvPr/>
              </p:nvSpPr>
              <p:spPr>
                <a:xfrm>
                  <a:off x="2868039" y="1377955"/>
                  <a:ext cx="295374" cy="29930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</a:rPr>
                    <a:t>754</a:t>
                  </a:r>
                  <a:endParaRPr lang="ko-KR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1" name="TextBox 1000">
                  <a:extLst>
                    <a:ext uri="{FF2B5EF4-FFF2-40B4-BE49-F238E27FC236}">
                      <a16:creationId xmlns:a16="http://schemas.microsoft.com/office/drawing/2014/main" id="{826F662F-D54B-19FD-9BEF-BED270E7A201}"/>
                    </a:ext>
                  </a:extLst>
                </p:cNvPr>
                <p:cNvSpPr txBox="1"/>
                <p:nvPr/>
              </p:nvSpPr>
              <p:spPr>
                <a:xfrm>
                  <a:off x="2701961" y="1668396"/>
                  <a:ext cx="1196960" cy="27911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5008</a:t>
                  </a:r>
                </a:p>
              </p:txBody>
            </p:sp>
          </p:grp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9751A054-E792-1C04-07AE-8ACBEDCE8A36}"/>
                </a:ext>
              </a:extLst>
            </p:cNvPr>
            <p:cNvSpPr txBox="1"/>
            <p:nvPr/>
          </p:nvSpPr>
          <p:spPr>
            <a:xfrm>
              <a:off x="2254748" y="2460865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165 (127.0.0.1 : 5004)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14325893-5B87-A3D5-7F07-1923E0517FE6}"/>
              </a:ext>
            </a:extLst>
          </p:cNvPr>
          <p:cNvGrpSpPr/>
          <p:nvPr/>
        </p:nvGrpSpPr>
        <p:grpSpPr>
          <a:xfrm>
            <a:off x="7762165" y="3179406"/>
            <a:ext cx="1662526" cy="1801739"/>
            <a:chOff x="2078611" y="3210132"/>
            <a:chExt cx="1662526" cy="1801739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E5A11046-7CF0-3D58-88C2-3DE0CEA50892}"/>
                </a:ext>
              </a:extLst>
            </p:cNvPr>
            <p:cNvGrpSpPr/>
            <p:nvPr/>
          </p:nvGrpSpPr>
          <p:grpSpPr>
            <a:xfrm>
              <a:off x="2078611" y="3210132"/>
              <a:ext cx="1662526" cy="1801739"/>
              <a:chOff x="728260" y="1033768"/>
              <a:chExt cx="2366901" cy="2565093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F6E53058-BE77-FE25-13B5-287967406334}"/>
                  </a:ext>
                </a:extLst>
              </p:cNvPr>
              <p:cNvSpPr txBox="1"/>
              <p:nvPr/>
            </p:nvSpPr>
            <p:spPr>
              <a:xfrm>
                <a:off x="835368" y="3237367"/>
                <a:ext cx="2259793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754 (127.0.0.1 : 5008)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309FED48-9F90-B5A7-FA6B-3EB4350772A1}"/>
                  </a:ext>
                </a:extLst>
              </p:cNvPr>
              <p:cNvGrpSpPr/>
              <p:nvPr/>
            </p:nvGrpSpPr>
            <p:grpSpPr>
              <a:xfrm>
                <a:off x="728260" y="1033768"/>
                <a:ext cx="2362100" cy="2417997"/>
                <a:chOff x="233606" y="2077312"/>
                <a:chExt cx="2362100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0C221A04-8CA1-157D-AA1E-F504C7C8570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4F8CBA0C-7AE4-9D8C-1725-177EC6A32900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5C5BA998-C7E1-09D4-0718-11A6DC73006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5E94EB0F-1694-F336-4679-FD40A702031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3CB7F252-D35B-47B5-DECF-9A4495D99CA5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314B741E-F569-BB13-4402-3AF6A0B797E6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D2D7D9AE-7210-783A-03F1-E19DC107A1B8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004E5D4E-07D5-36D0-EFF0-FA617CE5C778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E8F1C736-39AA-621C-BC21-7F867EE267FF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6A935607-1F90-556D-A84E-812CF57CE368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71DD2D8A-8BCD-2DDB-F9E8-B6F0EDA3F30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2B398091-964F-854F-AC10-5618CC865FCD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1CF4D409-45FD-6454-87AF-D3F31A2FC92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8DFC6DF9-2734-0848-441F-44B0EFFDBFF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38B9CD69-0035-2CAC-D1FD-6BCA1833D4C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FC9C6CDC-6418-20C5-BA67-FD036153FAC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69BF21EA-08D3-3B97-F639-5DF89876144B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4DD2E17D-32E4-46F8-935B-0CCAE49B6C6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852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F3EA0CE8-4564-6B34-644A-64AAEBEFD3B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5" name="그룹 1204">
                  <a:extLst>
                    <a:ext uri="{FF2B5EF4-FFF2-40B4-BE49-F238E27FC236}">
                      <a16:creationId xmlns:a16="http://schemas.microsoft.com/office/drawing/2014/main" id="{AA5DCA19-3B58-0143-7B50-57C40E9CD0B9}"/>
                    </a:ext>
                  </a:extLst>
                </p:cNvPr>
                <p:cNvGrpSpPr/>
                <p:nvPr/>
              </p:nvGrpSpPr>
              <p:grpSpPr>
                <a:xfrm>
                  <a:off x="233606" y="3878206"/>
                  <a:ext cx="1221413" cy="515008"/>
                  <a:chOff x="2405590" y="2972694"/>
                  <a:chExt cx="1221413" cy="515008"/>
                </a:xfrm>
              </p:grpSpPr>
              <p:sp>
                <p:nvSpPr>
                  <p:cNvPr id="1215" name="타원 1214">
                    <a:extLst>
                      <a:ext uri="{FF2B5EF4-FFF2-40B4-BE49-F238E27FC236}">
                        <a16:creationId xmlns:a16="http://schemas.microsoft.com/office/drawing/2014/main" id="{EF38AA45-2284-380B-D6E5-73E65BE17439}"/>
                      </a:ext>
                    </a:extLst>
                  </p:cNvPr>
                  <p:cNvSpPr/>
                  <p:nvPr/>
                </p:nvSpPr>
                <p:spPr>
                  <a:xfrm>
                    <a:off x="2903360" y="2972694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6" name="TextBox 1215">
                    <a:extLst>
                      <a:ext uri="{FF2B5EF4-FFF2-40B4-BE49-F238E27FC236}">
                        <a16:creationId xmlns:a16="http://schemas.microsoft.com/office/drawing/2014/main" id="{E111B34C-ABF5-42FF-CCEE-160E6C833437}"/>
                      </a:ext>
                    </a:extLst>
                  </p:cNvPr>
                  <p:cNvSpPr txBox="1"/>
                  <p:nvPr/>
                </p:nvSpPr>
                <p:spPr>
                  <a:xfrm>
                    <a:off x="2405590" y="3202888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5002</a:t>
                    </a:r>
                  </a:p>
                </p:txBody>
              </p:sp>
            </p:grpSp>
            <p:grpSp>
              <p:nvGrpSpPr>
                <p:cNvPr id="1206" name="그룹 1205">
                  <a:extLst>
                    <a:ext uri="{FF2B5EF4-FFF2-40B4-BE49-F238E27FC236}">
                      <a16:creationId xmlns:a16="http://schemas.microsoft.com/office/drawing/2014/main" id="{C09299EA-A510-E380-8008-6B735D9D0F7E}"/>
                    </a:ext>
                  </a:extLst>
                </p:cNvPr>
                <p:cNvGrpSpPr/>
                <p:nvPr/>
              </p:nvGrpSpPr>
              <p:grpSpPr>
                <a:xfrm>
                  <a:off x="446543" y="3376482"/>
                  <a:ext cx="1335777" cy="486691"/>
                  <a:chOff x="2618527" y="2470970"/>
                  <a:chExt cx="1335777" cy="486691"/>
                </a:xfrm>
              </p:grpSpPr>
              <p:sp>
                <p:nvSpPr>
                  <p:cNvPr id="1213" name="타원 1212">
                    <a:extLst>
                      <a:ext uri="{FF2B5EF4-FFF2-40B4-BE49-F238E27FC236}">
                        <a16:creationId xmlns:a16="http://schemas.microsoft.com/office/drawing/2014/main" id="{14F7FBD2-350A-BF1D-8363-AB3AB72DD4CB}"/>
                      </a:ext>
                    </a:extLst>
                  </p:cNvPr>
                  <p:cNvSpPr/>
                  <p:nvPr/>
                </p:nvSpPr>
                <p:spPr>
                  <a:xfrm>
                    <a:off x="2618527" y="2470970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AE685AE6-3A50-6EE4-A381-CF58B4B37EFA}"/>
                      </a:ext>
                    </a:extLst>
                  </p:cNvPr>
                  <p:cNvSpPr txBox="1"/>
                  <p:nvPr/>
                </p:nvSpPr>
                <p:spPr>
                  <a:xfrm>
                    <a:off x="2732892" y="2672847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5003</a:t>
                    </a:r>
                  </a:p>
                </p:txBody>
              </p:sp>
            </p:grpSp>
            <p:grpSp>
              <p:nvGrpSpPr>
                <p:cNvPr id="1207" name="그룹 1206">
                  <a:extLst>
                    <a:ext uri="{FF2B5EF4-FFF2-40B4-BE49-F238E27FC236}">
                      <a16:creationId xmlns:a16="http://schemas.microsoft.com/office/drawing/2014/main" id="{5A8E0B53-1BE0-5089-DA0F-89E7CBD252D6}"/>
                    </a:ext>
                  </a:extLst>
                </p:cNvPr>
                <p:cNvGrpSpPr/>
                <p:nvPr/>
              </p:nvGrpSpPr>
              <p:grpSpPr>
                <a:xfrm>
                  <a:off x="323118" y="2763583"/>
                  <a:ext cx="1221412" cy="559323"/>
                  <a:chOff x="2495102" y="1858071"/>
                  <a:chExt cx="1221412" cy="559323"/>
                </a:xfrm>
              </p:grpSpPr>
              <p:sp>
                <p:nvSpPr>
                  <p:cNvPr id="1211" name="타원 1210">
                    <a:extLst>
                      <a:ext uri="{FF2B5EF4-FFF2-40B4-BE49-F238E27FC236}">
                        <a16:creationId xmlns:a16="http://schemas.microsoft.com/office/drawing/2014/main" id="{BC45A65E-7BFA-F39A-458B-3E7A18BB053F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1020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2" name="TextBox 1211">
                    <a:extLst>
                      <a:ext uri="{FF2B5EF4-FFF2-40B4-BE49-F238E27FC236}">
                        <a16:creationId xmlns:a16="http://schemas.microsoft.com/office/drawing/2014/main" id="{28176D28-9164-55A2-2669-C31CEE151CAE}"/>
                      </a:ext>
                    </a:extLst>
                  </p:cNvPr>
                  <p:cNvSpPr txBox="1"/>
                  <p:nvPr/>
                </p:nvSpPr>
                <p:spPr>
                  <a:xfrm>
                    <a:off x="2495102" y="2132580"/>
                    <a:ext cx="1221412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5007</a:t>
                    </a:r>
                  </a:p>
                </p:txBody>
              </p:sp>
            </p:grpSp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6BF7CF89-5CC7-D776-EDE0-74BE18A74E12}"/>
                    </a:ext>
                  </a:extLst>
                </p:cNvPr>
                <p:cNvGrpSpPr/>
                <p:nvPr/>
              </p:nvGrpSpPr>
              <p:grpSpPr>
                <a:xfrm>
                  <a:off x="536190" y="2239016"/>
                  <a:ext cx="1221413" cy="581973"/>
                  <a:chOff x="2708174" y="1333504"/>
                  <a:chExt cx="1221413" cy="581973"/>
                </a:xfrm>
              </p:grpSpPr>
              <p:sp>
                <p:nvSpPr>
                  <p:cNvPr id="1209" name="타원 1208">
                    <a:extLst>
                      <a:ext uri="{FF2B5EF4-FFF2-40B4-BE49-F238E27FC236}">
                        <a16:creationId xmlns:a16="http://schemas.microsoft.com/office/drawing/2014/main" id="{8E50DA95-0D14-1AFD-D516-949DD90FB4E6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275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B1AA1A53-2347-DF77-F18D-8B51B5EC1EE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174" y="1630664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5009</a:t>
                    </a:r>
                  </a:p>
                </p:txBody>
              </p:sp>
            </p:grp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8FE55665-7260-C230-B194-D048D655BDB1}"/>
                </a:ext>
              </a:extLst>
            </p:cNvPr>
            <p:cNvSpPr/>
            <p:nvPr/>
          </p:nvSpPr>
          <p:spPr>
            <a:xfrm>
              <a:off x="2397215" y="4456993"/>
              <a:ext cx="207484" cy="21024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852</a:t>
              </a:r>
              <a:endPara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61A615D7-36BA-436F-294A-7B998D695B95}"/>
              </a:ext>
            </a:extLst>
          </p:cNvPr>
          <p:cNvGrpSpPr/>
          <p:nvPr/>
        </p:nvGrpSpPr>
        <p:grpSpPr>
          <a:xfrm>
            <a:off x="5601948" y="761802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A8DB3AED-06DD-F954-5AED-D1C5688D8B1C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7CB45687-ECA5-AF7C-037C-19416ED87C4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852 (127.0.0.1 : 5002)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7D2660C5-5006-2D1A-9531-BB2523B5E521}"/>
                  </a:ext>
                </a:extLst>
              </p:cNvPr>
              <p:cNvGrpSpPr/>
              <p:nvPr/>
            </p:nvGrpSpPr>
            <p:grpSpPr>
              <a:xfrm>
                <a:off x="864716" y="1033768"/>
                <a:ext cx="2225645" cy="2417997"/>
                <a:chOff x="370062" y="2077312"/>
                <a:chExt cx="2225645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EEE70756-BD34-1513-35D1-99E82A02CB1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9291076C-599D-8117-32B5-568E562E78A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F5D66C9E-BF8A-CF3D-13A2-161E419B5610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F25AED24-9DD5-B5B8-7161-1772E7FC7824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83DE5D32-C1F9-C743-4D97-E2E5FB9C76F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FBD3236F-6734-B66D-810C-E5775ACC5A50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B2F17116-A472-B971-E409-25824092A6D7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F7319B28-3148-99C1-30F9-7308ADBE989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4E552941-805A-072D-E9C3-8774292AC173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C35C0E76-A32C-818A-643F-25B7AB3053B5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B6E4230F-659D-3DAE-2BCF-EAAD6ECEF2F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B69DC57E-7640-8C51-70BB-409779C8E45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3CB57818-7B6E-8B9E-D296-065D8A029C2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C97384B4-144A-438E-9A7F-24AD2FF7CA2D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3E22116F-59EB-B0FD-556D-2D686EAD711B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910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9A8292BA-F387-40F9-8A7A-F4BC9FA4429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37422C0D-3EAC-78F7-9B5F-141AFF86D7B4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F1D06270-D723-4578-1FD8-B0378B599E2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7F38A054-BF1D-B56E-E89C-306228FAE41A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22902A34-B9C4-813B-A94C-78B3A233EC88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1020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41" name="그룹 1240">
                  <a:extLst>
                    <a:ext uri="{FF2B5EF4-FFF2-40B4-BE49-F238E27FC236}">
                      <a16:creationId xmlns:a16="http://schemas.microsoft.com/office/drawing/2014/main" id="{E513F69E-1C4C-E4E5-58E8-53CA54CC12FA}"/>
                    </a:ext>
                  </a:extLst>
                </p:cNvPr>
                <p:cNvGrpSpPr/>
                <p:nvPr/>
              </p:nvGrpSpPr>
              <p:grpSpPr>
                <a:xfrm>
                  <a:off x="1295403" y="4002098"/>
                  <a:ext cx="1260201" cy="381470"/>
                  <a:chOff x="3467387" y="3096586"/>
                  <a:chExt cx="1260201" cy="381470"/>
                </a:xfrm>
              </p:grpSpPr>
              <p:sp>
                <p:nvSpPr>
                  <p:cNvPr id="1248" name="타원 1247">
                    <a:extLst>
                      <a:ext uri="{FF2B5EF4-FFF2-40B4-BE49-F238E27FC236}">
                        <a16:creationId xmlns:a16="http://schemas.microsoft.com/office/drawing/2014/main" id="{CE5893BB-573E-E604-4C66-427F951363C0}"/>
                      </a:ext>
                    </a:extLst>
                  </p:cNvPr>
                  <p:cNvSpPr/>
                  <p:nvPr/>
                </p:nvSpPr>
                <p:spPr>
                  <a:xfrm>
                    <a:off x="3467387" y="3096586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910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1249" name="TextBox 1248">
                    <a:extLst>
                      <a:ext uri="{FF2B5EF4-FFF2-40B4-BE49-F238E27FC236}">
                        <a16:creationId xmlns:a16="http://schemas.microsoft.com/office/drawing/2014/main" id="{86F565DF-DF23-2B06-9A70-77F58F2A5C8F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412" y="3215151"/>
                    <a:ext cx="109817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dirty="0"/>
                      <a:t>127.0.0.1 : 5003</a:t>
                    </a:r>
                  </a:p>
                </p:txBody>
              </p:sp>
            </p:grpSp>
            <p:grpSp>
              <p:nvGrpSpPr>
                <p:cNvPr id="1242" name="그룹 1241">
                  <a:extLst>
                    <a:ext uri="{FF2B5EF4-FFF2-40B4-BE49-F238E27FC236}">
                      <a16:creationId xmlns:a16="http://schemas.microsoft.com/office/drawing/2014/main" id="{866D7637-81D8-F35A-4DDE-32CDBCA55EC2}"/>
                    </a:ext>
                  </a:extLst>
                </p:cNvPr>
                <p:cNvGrpSpPr/>
                <p:nvPr/>
              </p:nvGrpSpPr>
              <p:grpSpPr>
                <a:xfrm>
                  <a:off x="370062" y="2763583"/>
                  <a:ext cx="1221413" cy="502266"/>
                  <a:chOff x="2542046" y="1858071"/>
                  <a:chExt cx="1221413" cy="502266"/>
                </a:xfrm>
              </p:grpSpPr>
              <p:sp>
                <p:nvSpPr>
                  <p:cNvPr id="1246" name="타원 1245">
                    <a:extLst>
                      <a:ext uri="{FF2B5EF4-FFF2-40B4-BE49-F238E27FC236}">
                        <a16:creationId xmlns:a16="http://schemas.microsoft.com/office/drawing/2014/main" id="{B260B4A5-F8D2-8FBE-0F8C-BF84F429E49D}"/>
                      </a:ext>
                    </a:extLst>
                  </p:cNvPr>
                  <p:cNvSpPr/>
                  <p:nvPr/>
                </p:nvSpPr>
                <p:spPr>
                  <a:xfrm>
                    <a:off x="2560641" y="1858071"/>
                    <a:ext cx="295390" cy="29931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7" name="TextBox 1246">
                    <a:extLst>
                      <a:ext uri="{FF2B5EF4-FFF2-40B4-BE49-F238E27FC236}">
                        <a16:creationId xmlns:a16="http://schemas.microsoft.com/office/drawing/2014/main" id="{A1D45C9C-EDD0-2ECD-5902-E983A1E6CD76}"/>
                      </a:ext>
                    </a:extLst>
                  </p:cNvPr>
                  <p:cNvSpPr txBox="1"/>
                  <p:nvPr/>
                </p:nvSpPr>
                <p:spPr>
                  <a:xfrm>
                    <a:off x="2542046" y="2075523"/>
                    <a:ext cx="1221413" cy="28481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5006</a:t>
                    </a:r>
                  </a:p>
                </p:txBody>
              </p:sp>
            </p:grpSp>
            <p:grpSp>
              <p:nvGrpSpPr>
                <p:cNvPr id="1243" name="그룹 1242">
                  <a:extLst>
                    <a:ext uri="{FF2B5EF4-FFF2-40B4-BE49-F238E27FC236}">
                      <a16:creationId xmlns:a16="http://schemas.microsoft.com/office/drawing/2014/main" id="{D863CE15-E9A7-4ED6-EFEB-717C88A9FE1F}"/>
                    </a:ext>
                  </a:extLst>
                </p:cNvPr>
                <p:cNvGrpSpPr/>
                <p:nvPr/>
              </p:nvGrpSpPr>
              <p:grpSpPr>
                <a:xfrm>
                  <a:off x="583134" y="2239016"/>
                  <a:ext cx="1221413" cy="524916"/>
                  <a:chOff x="2755118" y="1333504"/>
                  <a:chExt cx="1221413" cy="524916"/>
                </a:xfrm>
              </p:grpSpPr>
              <p:sp>
                <p:nvSpPr>
                  <p:cNvPr id="1244" name="타원 1243">
                    <a:extLst>
                      <a:ext uri="{FF2B5EF4-FFF2-40B4-BE49-F238E27FC236}">
                        <a16:creationId xmlns:a16="http://schemas.microsoft.com/office/drawing/2014/main" id="{B1EB4127-0369-5D3A-1AA0-D5FF0251F717}"/>
                      </a:ext>
                    </a:extLst>
                  </p:cNvPr>
                  <p:cNvSpPr/>
                  <p:nvPr/>
                </p:nvSpPr>
                <p:spPr>
                  <a:xfrm>
                    <a:off x="2860043" y="1333504"/>
                    <a:ext cx="295390" cy="299322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602</a:t>
                    </a:r>
                    <a:endParaRPr lang="ko-KR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45" name="TextBox 1244">
                    <a:extLst>
                      <a:ext uri="{FF2B5EF4-FFF2-40B4-BE49-F238E27FC236}">
                        <a16:creationId xmlns:a16="http://schemas.microsoft.com/office/drawing/2014/main" id="{2DA1381E-0F29-DEB1-1471-E27121EB24F4}"/>
                      </a:ext>
                    </a:extLst>
                  </p:cNvPr>
                  <p:cNvSpPr txBox="1"/>
                  <p:nvPr/>
                </p:nvSpPr>
                <p:spPr>
                  <a:xfrm>
                    <a:off x="2755118" y="1573607"/>
                    <a:ext cx="1221413" cy="284813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r>
                      <a:rPr lang="en-US" altLang="ko-KR" sz="700" dirty="0"/>
                      <a:t>127.0.0.1 : 5005</a:t>
                    </a:r>
                  </a:p>
                </p:txBody>
              </p:sp>
            </p:grp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DA6CAAB1-D828-51BF-7FD0-C0CF535910C0}"/>
                </a:ext>
              </a:extLst>
            </p:cNvPr>
            <p:cNvSpPr/>
            <p:nvPr/>
          </p:nvSpPr>
          <p:spPr>
            <a:xfrm>
              <a:off x="4128854" y="4140133"/>
              <a:ext cx="207484" cy="2102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1020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6" name="TextBox 1265">
              <a:extLst>
                <a:ext uri="{FF2B5EF4-FFF2-40B4-BE49-F238E27FC236}">
                  <a16:creationId xmlns:a16="http://schemas.microsoft.com/office/drawing/2014/main" id="{46A1E2CC-25A9-6D17-3FCB-AA3A924BF98E}"/>
                </a:ext>
              </a:extLst>
            </p:cNvPr>
            <p:cNvSpPr txBox="1"/>
            <p:nvPr/>
          </p:nvSpPr>
          <p:spPr>
            <a:xfrm>
              <a:off x="4240194" y="4250349"/>
              <a:ext cx="857928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600" b="1"/>
              </a:lvl1pPr>
            </a:lstStyle>
            <a:p>
              <a:r>
                <a:rPr lang="en-US" altLang="ko-KR" sz="700" dirty="0"/>
                <a:t>127.0.0.1 : 5007</a:t>
              </a: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16FC996D-F229-7E9D-FACB-FB1E7DFECBA2}"/>
              </a:ext>
            </a:extLst>
          </p:cNvPr>
          <p:cNvGrpSpPr/>
          <p:nvPr/>
        </p:nvGrpSpPr>
        <p:grpSpPr>
          <a:xfrm>
            <a:off x="7794534" y="722598"/>
            <a:ext cx="1733597" cy="1790314"/>
            <a:chOff x="5836397" y="3210132"/>
            <a:chExt cx="1733597" cy="1790314"/>
          </a:xfrm>
        </p:grpSpPr>
        <p:grpSp>
          <p:nvGrpSpPr>
            <p:cNvPr id="1268" name="그룹 1267">
              <a:extLst>
                <a:ext uri="{FF2B5EF4-FFF2-40B4-BE49-F238E27FC236}">
                  <a16:creationId xmlns:a16="http://schemas.microsoft.com/office/drawing/2014/main" id="{359ECE1A-B4F9-69F5-DDAD-2A0D5488F96C}"/>
                </a:ext>
              </a:extLst>
            </p:cNvPr>
            <p:cNvGrpSpPr/>
            <p:nvPr/>
          </p:nvGrpSpPr>
          <p:grpSpPr>
            <a:xfrm>
              <a:off x="5836397" y="3210132"/>
              <a:ext cx="1733597" cy="1790314"/>
              <a:chOff x="3957352" y="3210132"/>
              <a:chExt cx="1733597" cy="1790314"/>
            </a:xfrm>
          </p:grpSpPr>
          <p:grpSp>
            <p:nvGrpSpPr>
              <p:cNvPr id="1269" name="그룹 1268">
                <a:extLst>
                  <a:ext uri="{FF2B5EF4-FFF2-40B4-BE49-F238E27FC236}">
                    <a16:creationId xmlns:a16="http://schemas.microsoft.com/office/drawing/2014/main" id="{ED5E68CA-147D-8DF8-5DD6-021659A9710A}"/>
                  </a:ext>
                </a:extLst>
              </p:cNvPr>
              <p:cNvGrpSpPr/>
              <p:nvPr/>
            </p:nvGrpSpPr>
            <p:grpSpPr>
              <a:xfrm>
                <a:off x="4103655" y="3210132"/>
                <a:ext cx="1587294" cy="1790314"/>
                <a:chOff x="865600" y="1033768"/>
                <a:chExt cx="2259795" cy="2548827"/>
              </a:xfrm>
            </p:grpSpPr>
            <p:sp>
              <p:nvSpPr>
                <p:cNvPr id="1272" name="TextBox 1271">
                  <a:extLst>
                    <a:ext uri="{FF2B5EF4-FFF2-40B4-BE49-F238E27FC236}">
                      <a16:creationId xmlns:a16="http://schemas.microsoft.com/office/drawing/2014/main" id="{A95B2881-8B05-70DB-EBB0-CE6D668A918F}"/>
                    </a:ext>
                  </a:extLst>
                </p:cNvPr>
                <p:cNvSpPr txBox="1"/>
                <p:nvPr/>
              </p:nvSpPr>
              <p:spPr>
                <a:xfrm>
                  <a:off x="865600" y="3221101"/>
                  <a:ext cx="2259795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910 (127.0.0.1 : 5003)</a:t>
                  </a:r>
                </a:p>
              </p:txBody>
            </p:sp>
            <p:grpSp>
              <p:nvGrpSpPr>
                <p:cNvPr id="1273" name="그룹 1272">
                  <a:extLst>
                    <a:ext uri="{FF2B5EF4-FFF2-40B4-BE49-F238E27FC236}">
                      <a16:creationId xmlns:a16="http://schemas.microsoft.com/office/drawing/2014/main" id="{7B406E0D-5F4F-6554-6F6C-611E40C8DD31}"/>
                    </a:ext>
                  </a:extLst>
                </p:cNvPr>
                <p:cNvGrpSpPr/>
                <p:nvPr/>
              </p:nvGrpSpPr>
              <p:grpSpPr>
                <a:xfrm>
                  <a:off x="872751" y="1033768"/>
                  <a:ext cx="2217610" cy="2417997"/>
                  <a:chOff x="378097" y="2077312"/>
                  <a:chExt cx="2217610" cy="2417997"/>
                </a:xfrm>
              </p:grpSpPr>
              <p:sp>
                <p:nvSpPr>
                  <p:cNvPr id="1274" name="타원 1273">
                    <a:extLst>
                      <a:ext uri="{FF2B5EF4-FFF2-40B4-BE49-F238E27FC236}">
                        <a16:creationId xmlns:a16="http://schemas.microsoft.com/office/drawing/2014/main" id="{29A057EF-C08B-A068-FE26-6BD5FACD0095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75" name="그룹 1274">
                    <a:extLst>
                      <a:ext uri="{FF2B5EF4-FFF2-40B4-BE49-F238E27FC236}">
                        <a16:creationId xmlns:a16="http://schemas.microsoft.com/office/drawing/2014/main" id="{F35B9C47-4F91-93E4-1066-642ED2D0468E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01" name="TextBox 1300">
                      <a:extLst>
                        <a:ext uri="{FF2B5EF4-FFF2-40B4-BE49-F238E27FC236}">
                          <a16:creationId xmlns:a16="http://schemas.microsoft.com/office/drawing/2014/main" id="{A1274AC3-D0A5-612A-D5F0-51FFC992A2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02" name="타원 1301">
                      <a:extLst>
                        <a:ext uri="{FF2B5EF4-FFF2-40B4-BE49-F238E27FC236}">
                          <a16:creationId xmlns:a16="http://schemas.microsoft.com/office/drawing/2014/main" id="{EBCCD5AE-2C5B-78C4-2C8C-BA0D3E8BD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276" name="그룹 1275">
                    <a:extLst>
                      <a:ext uri="{FF2B5EF4-FFF2-40B4-BE49-F238E27FC236}">
                        <a16:creationId xmlns:a16="http://schemas.microsoft.com/office/drawing/2014/main" id="{18DCACF1-F553-ED03-E39D-6406788E018D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53581"/>
                    <a:ext cx="298592" cy="430488"/>
                    <a:chOff x="4208423" y="1448069"/>
                    <a:chExt cx="298592" cy="430488"/>
                  </a:xfrm>
                </p:grpSpPr>
                <p:sp>
                  <p:nvSpPr>
                    <p:cNvPr id="1299" name="타원 1298">
                      <a:extLst>
                        <a:ext uri="{FF2B5EF4-FFF2-40B4-BE49-F238E27FC236}">
                          <a16:creationId xmlns:a16="http://schemas.microsoft.com/office/drawing/2014/main" id="{C07065E7-31E2-ADF2-1EF8-54A0F67AD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4806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00" name="TextBox 1299">
                      <a:extLst>
                        <a:ext uri="{FF2B5EF4-FFF2-40B4-BE49-F238E27FC236}">
                          <a16:creationId xmlns:a16="http://schemas.microsoft.com/office/drawing/2014/main" id="{12FEB9C6-251C-9171-E633-13029EBB93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7" name="그룹 1276">
                    <a:extLst>
                      <a:ext uri="{FF2B5EF4-FFF2-40B4-BE49-F238E27FC236}">
                        <a16:creationId xmlns:a16="http://schemas.microsoft.com/office/drawing/2014/main" id="{EF17B79E-2320-7D63-C534-AAD615011F7B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297" name="타원 1296">
                      <a:extLst>
                        <a:ext uri="{FF2B5EF4-FFF2-40B4-BE49-F238E27FC236}">
                          <a16:creationId xmlns:a16="http://schemas.microsoft.com/office/drawing/2014/main" id="{71C6A6D0-2579-9CBB-3D3F-6871D06A01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A5763CF8-5693-82BC-31BA-C7F9A4BEDB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8" name="그룹 1277">
                    <a:extLst>
                      <a:ext uri="{FF2B5EF4-FFF2-40B4-BE49-F238E27FC236}">
                        <a16:creationId xmlns:a16="http://schemas.microsoft.com/office/drawing/2014/main" id="{3C859ECB-263F-6955-AD8D-932BE4CD0C4B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295" name="타원 1294">
                      <a:extLst>
                        <a:ext uri="{FF2B5EF4-FFF2-40B4-BE49-F238E27FC236}">
                          <a16:creationId xmlns:a16="http://schemas.microsoft.com/office/drawing/2014/main" id="{15EAEA88-78F3-701F-6594-6689EC328E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8ADC93B2-8E97-1941-F1FB-07DFFD5100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279" name="그룹 1278">
                    <a:extLst>
                      <a:ext uri="{FF2B5EF4-FFF2-40B4-BE49-F238E27FC236}">
                        <a16:creationId xmlns:a16="http://schemas.microsoft.com/office/drawing/2014/main" id="{8BF705C2-B38B-F01A-D3FB-2283B8A6B71D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293" name="타원 1292">
                      <a:extLst>
                        <a:ext uri="{FF2B5EF4-FFF2-40B4-BE49-F238E27FC236}">
                          <a16:creationId xmlns:a16="http://schemas.microsoft.com/office/drawing/2014/main" id="{4FD6CDE2-45F9-DD3A-0B48-CBA8F202E1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5C6D4208-ECE4-1C83-C058-E5287BAB75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280" name="그룹 1279">
                    <a:extLst>
                      <a:ext uri="{FF2B5EF4-FFF2-40B4-BE49-F238E27FC236}">
                        <a16:creationId xmlns:a16="http://schemas.microsoft.com/office/drawing/2014/main" id="{6CAE5ACA-8E48-DF65-E6E7-810979C6E123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291" name="타원 1290">
                      <a:extLst>
                        <a:ext uri="{FF2B5EF4-FFF2-40B4-BE49-F238E27FC236}">
                          <a16:creationId xmlns:a16="http://schemas.microsoft.com/office/drawing/2014/main" id="{F932D140-005B-59A5-5C78-059096C7F9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1020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0E7D460F-9F69-932D-A23D-8A0AE00298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281" name="타원 1280">
                    <a:extLst>
                      <a:ext uri="{FF2B5EF4-FFF2-40B4-BE49-F238E27FC236}">
                        <a16:creationId xmlns:a16="http://schemas.microsoft.com/office/drawing/2014/main" id="{C6F3D0AD-CBE2-D2FA-A1C2-EAEB462020D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89" name="타원 1288">
                    <a:extLst>
                      <a:ext uri="{FF2B5EF4-FFF2-40B4-BE49-F238E27FC236}">
                        <a16:creationId xmlns:a16="http://schemas.microsoft.com/office/drawing/2014/main" id="{9409018C-ECA7-8693-3D99-903321C0E2F7}"/>
                      </a:ext>
                    </a:extLst>
                  </p:cNvPr>
                  <p:cNvSpPr/>
                  <p:nvPr/>
                </p:nvSpPr>
                <p:spPr>
                  <a:xfrm>
                    <a:off x="702211" y="3819930"/>
                    <a:ext cx="295390" cy="299322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1020</a:t>
                    </a:r>
                    <a:endParaRPr lang="ko-KR" altLang="en-US" sz="800" b="1" dirty="0">
                      <a:solidFill>
                        <a:srgbClr val="ED000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84773710-1761-4140-3DC4-D0DCA86F33D0}"/>
                      </a:ext>
                    </a:extLst>
                  </p:cNvPr>
                  <p:cNvGrpSpPr/>
                  <p:nvPr/>
                </p:nvGrpSpPr>
                <p:grpSpPr>
                  <a:xfrm>
                    <a:off x="378097" y="2763583"/>
                    <a:ext cx="1221413" cy="555847"/>
                    <a:chOff x="2550081" y="1858071"/>
                    <a:chExt cx="1221413" cy="555847"/>
                  </a:xfrm>
                </p:grpSpPr>
                <p:sp>
                  <p:nvSpPr>
                    <p:cNvPr id="1287" name="타원 1286">
                      <a:extLst>
                        <a:ext uri="{FF2B5EF4-FFF2-40B4-BE49-F238E27FC236}">
                          <a16:creationId xmlns:a16="http://schemas.microsoft.com/office/drawing/2014/main" id="{183E1A94-4882-7167-04A3-F0ECD5F918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1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24DBF469-4753-E522-B76A-732F16EA24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0081" y="2129104"/>
                      <a:ext cx="1221413" cy="284814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284" name="그룹 1283">
                    <a:extLst>
                      <a:ext uri="{FF2B5EF4-FFF2-40B4-BE49-F238E27FC236}">
                        <a16:creationId xmlns:a16="http://schemas.microsoft.com/office/drawing/2014/main" id="{2A8A03D3-1AA1-062D-FFD6-482943DE7976}"/>
                      </a:ext>
                    </a:extLst>
                  </p:cNvPr>
                  <p:cNvGrpSpPr/>
                  <p:nvPr/>
                </p:nvGrpSpPr>
                <p:grpSpPr>
                  <a:xfrm>
                    <a:off x="627535" y="2239016"/>
                    <a:ext cx="1221413" cy="517873"/>
                    <a:chOff x="2799519" y="1333504"/>
                    <a:chExt cx="1221413" cy="517873"/>
                  </a:xfrm>
                </p:grpSpPr>
                <p:sp>
                  <p:nvSpPr>
                    <p:cNvPr id="1285" name="타원 1284">
                      <a:extLst>
                        <a:ext uri="{FF2B5EF4-FFF2-40B4-BE49-F238E27FC236}">
                          <a16:creationId xmlns:a16="http://schemas.microsoft.com/office/drawing/2014/main" id="{E3A4D557-C036-8318-1E1E-267444387A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6" name="TextBox 1285">
                      <a:extLst>
                        <a:ext uri="{FF2B5EF4-FFF2-40B4-BE49-F238E27FC236}">
                          <a16:creationId xmlns:a16="http://schemas.microsoft.com/office/drawing/2014/main" id="{B6AC23DD-4CCC-384F-9E5D-4E41372019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99519" y="1566564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271" name="TextBox 1270">
                <a:extLst>
                  <a:ext uri="{FF2B5EF4-FFF2-40B4-BE49-F238E27FC236}">
                    <a16:creationId xmlns:a16="http://schemas.microsoft.com/office/drawing/2014/main" id="{30CAF012-C084-9BF3-5642-99C9851E637C}"/>
                  </a:ext>
                </a:extLst>
              </p:cNvPr>
              <p:cNvSpPr txBox="1"/>
              <p:nvPr/>
            </p:nvSpPr>
            <p:spPr>
              <a:xfrm>
                <a:off x="3957352" y="4627236"/>
                <a:ext cx="771365" cy="18466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5007</a:t>
                </a:r>
              </a:p>
            </p:txBody>
          </p: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C111ED71-553C-D764-9A57-C9EADB6F1F9D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145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5E1BF7EF-1C32-4A48-F66A-4ED80F778E08}"/>
              </a:ext>
            </a:extLst>
          </p:cNvPr>
          <p:cNvGrpSpPr/>
          <p:nvPr/>
        </p:nvGrpSpPr>
        <p:grpSpPr>
          <a:xfrm>
            <a:off x="5674278" y="3199597"/>
            <a:ext cx="1665840" cy="1787142"/>
            <a:chOff x="7920811" y="3210132"/>
            <a:chExt cx="1665840" cy="1787142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8BD583E7-66EE-0B8E-16E1-92C36DC0B957}"/>
                </a:ext>
              </a:extLst>
            </p:cNvPr>
            <p:cNvGrpSpPr/>
            <p:nvPr/>
          </p:nvGrpSpPr>
          <p:grpSpPr>
            <a:xfrm>
              <a:off x="7920811" y="3210132"/>
              <a:ext cx="1665840" cy="1787142"/>
              <a:chOff x="5958358" y="3210132"/>
              <a:chExt cx="1665840" cy="1787142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F1E19462-DDD4-0B7F-76F9-A76D67D756D6}"/>
                  </a:ext>
                </a:extLst>
              </p:cNvPr>
              <p:cNvGrpSpPr/>
              <p:nvPr/>
            </p:nvGrpSpPr>
            <p:grpSpPr>
              <a:xfrm>
                <a:off x="5958358" y="3210132"/>
                <a:ext cx="1665840" cy="1787142"/>
                <a:chOff x="830943" y="1033768"/>
                <a:chExt cx="2371621" cy="2544311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9CFA202C-DD65-430B-765C-00056F57A196}"/>
                    </a:ext>
                  </a:extLst>
                </p:cNvPr>
                <p:cNvSpPr txBox="1"/>
                <p:nvPr/>
              </p:nvSpPr>
              <p:spPr>
                <a:xfrm>
                  <a:off x="830943" y="3216585"/>
                  <a:ext cx="2371621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1020 (127.0.0.1 : 5007)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32CD8F97-C48E-F76D-F0F4-AEA910E00300}"/>
                    </a:ext>
                  </a:extLst>
                </p:cNvPr>
                <p:cNvGrpSpPr/>
                <p:nvPr/>
              </p:nvGrpSpPr>
              <p:grpSpPr>
                <a:xfrm>
                  <a:off x="850316" y="1033768"/>
                  <a:ext cx="2240045" cy="2417997"/>
                  <a:chOff x="355662" y="2077312"/>
                  <a:chExt cx="2240045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EA15882C-27C7-45B3-B166-0236C6C44E6F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888C83AD-07A8-0A61-64B0-DAF5ABF9465C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E7E700F1-4005-9C2B-E75D-261D15DB82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C18BD982-2EC5-A864-2406-6338467A58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2" y="1171800"/>
                      <a:ext cx="198390" cy="20102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901C1FFC-5A0C-A02C-404F-E8B706008CC8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365C6525-C307-D855-C984-241F8F70E5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198389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AB4E9D84-75CB-DA26-470F-7B51B5E21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03BD34D2-6CF0-BB74-4339-8117D24A3EC5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4D513588-E3E4-7EE1-AF4E-C1B3FE4C64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3" y="1889109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DCCD287C-B07F-AF5E-9127-961FBA11D5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AD111E69-21B9-38D7-CB8D-551153C685D7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3409327B-C83C-1924-08AD-6321FC5270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5" y="2513957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BF119632-C330-039E-940E-88E5571D90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BD3BECFA-41C4-D15C-1F3F-99395DC74198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05B73C8F-FDC5-BBA9-F3BF-DC0E25A3D1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9078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0172970A-AE62-0C31-D37A-54358AF70B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5B99F080-A86F-CC94-C60D-6BC2C6EFD90F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7BABB193-7182-D3C1-50BC-351F8AD1C9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198390" cy="20102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8C8A77F4-2387-20BC-4D76-77E12CE5AB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F730B2BC-DEF6-88C1-5C7C-027FD2A54832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6"/>
                    <a:ext cx="198389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145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21" name="그룹 1320">
                    <a:extLst>
                      <a:ext uri="{FF2B5EF4-FFF2-40B4-BE49-F238E27FC236}">
                        <a16:creationId xmlns:a16="http://schemas.microsoft.com/office/drawing/2014/main" id="{30248837-327A-6053-CDDD-F3A858547958}"/>
                      </a:ext>
                    </a:extLst>
                  </p:cNvPr>
                  <p:cNvGrpSpPr/>
                  <p:nvPr/>
                </p:nvGrpSpPr>
                <p:grpSpPr>
                  <a:xfrm>
                    <a:off x="355662" y="2763584"/>
                    <a:ext cx="1428007" cy="1125680"/>
                    <a:chOff x="2527646" y="1858072"/>
                    <a:chExt cx="1428007" cy="1125680"/>
                  </a:xfrm>
                </p:grpSpPr>
                <p:sp>
                  <p:nvSpPr>
                    <p:cNvPr id="1325" name="타원 1324">
                      <a:extLst>
                        <a:ext uri="{FF2B5EF4-FFF2-40B4-BE49-F238E27FC236}">
                          <a16:creationId xmlns:a16="http://schemas.microsoft.com/office/drawing/2014/main" id="{318260A4-76A5-714E-626F-6B41731C6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641" y="1858072"/>
                      <a:ext cx="295390" cy="299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6" name="TextBox 1325">
                      <a:extLst>
                        <a:ext uri="{FF2B5EF4-FFF2-40B4-BE49-F238E27FC236}">
                          <a16:creationId xmlns:a16="http://schemas.microsoft.com/office/drawing/2014/main" id="{08A689AD-3AFF-950B-C210-1374E876F2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7646" y="2121731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5009</a:t>
                      </a:r>
                    </a:p>
                  </p:txBody>
                </p:sp>
                <p:sp>
                  <p:nvSpPr>
                    <p:cNvPr id="1339" name="TextBox 1338">
                      <a:extLst>
                        <a:ext uri="{FF2B5EF4-FFF2-40B4-BE49-F238E27FC236}">
                          <a16:creationId xmlns:a16="http://schemas.microsoft.com/office/drawing/2014/main" id="{A79F4552-6C38-1A27-5C77-200B4DED7B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34240" y="2698939"/>
                      <a:ext cx="1221413" cy="284813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5006</a:t>
                      </a:r>
                    </a:p>
                  </p:txBody>
                </p:sp>
              </p:grpSp>
              <p:grpSp>
                <p:nvGrpSpPr>
                  <p:cNvPr id="1322" name="그룹 1321">
                    <a:extLst>
                      <a:ext uri="{FF2B5EF4-FFF2-40B4-BE49-F238E27FC236}">
                        <a16:creationId xmlns:a16="http://schemas.microsoft.com/office/drawing/2014/main" id="{09529194-EDE0-4358-96FE-AE6206544645}"/>
                      </a:ext>
                    </a:extLst>
                  </p:cNvPr>
                  <p:cNvGrpSpPr/>
                  <p:nvPr/>
                </p:nvGrpSpPr>
                <p:grpSpPr>
                  <a:xfrm>
                    <a:off x="557886" y="2239016"/>
                    <a:ext cx="1221413" cy="560275"/>
                    <a:chOff x="2729870" y="1333504"/>
                    <a:chExt cx="1221413" cy="560275"/>
                  </a:xfrm>
                </p:grpSpPr>
                <p:sp>
                  <p:nvSpPr>
                    <p:cNvPr id="1323" name="타원 1322">
                      <a:extLst>
                        <a:ext uri="{FF2B5EF4-FFF2-40B4-BE49-F238E27FC236}">
                          <a16:creationId xmlns:a16="http://schemas.microsoft.com/office/drawing/2014/main" id="{A53BE840-A92A-6353-A035-C965CD495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043" y="1333504"/>
                      <a:ext cx="295390" cy="29932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602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4" name="TextBox 1323">
                      <a:extLst>
                        <a:ext uri="{FF2B5EF4-FFF2-40B4-BE49-F238E27FC236}">
                          <a16:creationId xmlns:a16="http://schemas.microsoft.com/office/drawing/2014/main" id="{B901CDE6-556F-757D-7AE0-9F15632C8E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9870" y="1608967"/>
                      <a:ext cx="1221413" cy="28481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r>
                        <a:rPr lang="en-US" altLang="ko-KR" sz="700" dirty="0"/>
                        <a:t>127.0.0.1 : 5005</a:t>
                      </a:r>
                    </a:p>
                  </p:txBody>
                </p:sp>
              </p:grp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04D45330-32C7-6912-5F20-445D354677FD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C606CB74-689C-653D-C202-FEA02A85EADA}"/>
                </a:ext>
              </a:extLst>
            </p:cNvPr>
            <p:cNvSpPr/>
            <p:nvPr/>
          </p:nvSpPr>
          <p:spPr>
            <a:xfrm>
              <a:off x="7989091" y="4159033"/>
              <a:ext cx="207484" cy="21024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145</a:t>
              </a:r>
              <a:endParaRPr lang="ko-KR" altLang="en-US" sz="800" b="1" dirty="0">
                <a:solidFill>
                  <a:srgbClr val="ED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467D572-0FCC-9AF4-F089-F2061AC502EE}"/>
              </a:ext>
            </a:extLst>
          </p:cNvPr>
          <p:cNvGrpSpPr/>
          <p:nvPr/>
        </p:nvGrpSpPr>
        <p:grpSpPr>
          <a:xfrm>
            <a:off x="-135186" y="1188708"/>
            <a:ext cx="1413508" cy="605263"/>
            <a:chOff x="2793596" y="5394633"/>
            <a:chExt cx="1749674" cy="941121"/>
          </a:xfrm>
        </p:grpSpPr>
        <p:sp>
          <p:nvSpPr>
            <p:cNvPr id="2" name="별: 꼭짓점 5개 66">
              <a:extLst>
                <a:ext uri="{FF2B5EF4-FFF2-40B4-BE49-F238E27FC236}">
                  <a16:creationId xmlns:a16="http://schemas.microsoft.com/office/drawing/2014/main" id="{433F8DB6-0118-E0C3-F66D-132341C95585}"/>
                </a:ext>
              </a:extLst>
            </p:cNvPr>
            <p:cNvSpPr/>
            <p:nvPr/>
          </p:nvSpPr>
          <p:spPr>
            <a:xfrm>
              <a:off x="2933653" y="5394633"/>
              <a:ext cx="1435743" cy="941121"/>
            </a:xfrm>
            <a:prstGeom prst="star5">
              <a:avLst>
                <a:gd name="adj" fmla="val 21779"/>
                <a:gd name="hf" fmla="val 105146"/>
                <a:gd name="vf" fmla="val 110557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158F03-24C9-968D-073E-DDCC520262F0}"/>
                </a:ext>
              </a:extLst>
            </p:cNvPr>
            <p:cNvSpPr txBox="1"/>
            <p:nvPr/>
          </p:nvSpPr>
          <p:spPr>
            <a:xfrm>
              <a:off x="2793596" y="5692683"/>
              <a:ext cx="1749674" cy="6221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910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br>
                <a:rPr lang="en-US" altLang="ko-KR" sz="1000" b="1" dirty="0">
                  <a:solidFill>
                    <a:srgbClr val="FF0000"/>
                  </a:solidFill>
                </a:rPr>
              </a:br>
              <a:r>
                <a:rPr lang="en-US" altLang="ko-KR" sz="1000" b="1" dirty="0">
                  <a:solidFill>
                    <a:srgbClr val="FF0000"/>
                  </a:solidFill>
                </a:rPr>
                <a:t>(127.0.0.1:5003)</a:t>
              </a:r>
            </a:p>
          </p:txBody>
        </p:sp>
      </p:grp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9349B3F3-F155-C84B-2331-0F9227792A40}"/>
              </a:ext>
            </a:extLst>
          </p:cNvPr>
          <p:cNvCxnSpPr>
            <a:cxnSpLocks/>
            <a:stCxn id="1121" idx="4"/>
            <a:endCxn id="1102" idx="4"/>
          </p:cNvCxnSpPr>
          <p:nvPr/>
        </p:nvCxnSpPr>
        <p:spPr>
          <a:xfrm rot="5400000">
            <a:off x="3872617" y="787046"/>
            <a:ext cx="184419" cy="453431"/>
          </a:xfrm>
          <a:prstGeom prst="curvedConnector3">
            <a:avLst>
              <a:gd name="adj1" fmla="val 223957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225">
            <a:extLst>
              <a:ext uri="{FF2B5EF4-FFF2-40B4-BE49-F238E27FC236}">
                <a16:creationId xmlns:a16="http://schemas.microsoft.com/office/drawing/2014/main" id="{54CDF37C-35DF-E8EF-8CC3-1CB11FFDE8D9}"/>
              </a:ext>
            </a:extLst>
          </p:cNvPr>
          <p:cNvCxnSpPr>
            <a:cxnSpLocks/>
            <a:stCxn id="1155" idx="1"/>
            <a:endCxn id="1121" idx="0"/>
          </p:cNvCxnSpPr>
          <p:nvPr/>
        </p:nvCxnSpPr>
        <p:spPr>
          <a:xfrm rot="5400000" flipH="1" flipV="1">
            <a:off x="3078985" y="-316596"/>
            <a:ext cx="18454" cy="2206658"/>
          </a:xfrm>
          <a:prstGeom prst="curvedConnector3">
            <a:avLst>
              <a:gd name="adj1" fmla="val 1351133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BE3530BE-4BE2-A42B-72EF-5B38BE2B10F0}"/>
              </a:ext>
            </a:extLst>
          </p:cNvPr>
          <p:cNvCxnSpPr>
            <a:cxnSpLocks/>
            <a:stCxn id="2" idx="0"/>
            <a:endCxn id="1155" idx="0"/>
          </p:cNvCxnSpPr>
          <p:nvPr/>
        </p:nvCxnSpPr>
        <p:spPr>
          <a:xfrm rot="5400000" flipH="1" flipV="1">
            <a:off x="1089358" y="243773"/>
            <a:ext cx="413486" cy="1476384"/>
          </a:xfrm>
          <a:prstGeom prst="curvedConnector3">
            <a:avLst>
              <a:gd name="adj1" fmla="val 15528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70">
            <a:extLst>
              <a:ext uri="{FF2B5EF4-FFF2-40B4-BE49-F238E27FC236}">
                <a16:creationId xmlns:a16="http://schemas.microsoft.com/office/drawing/2014/main" id="{4C9F1B98-D8A9-5745-D46C-625237A3BE03}"/>
              </a:ext>
            </a:extLst>
          </p:cNvPr>
          <p:cNvCxnSpPr>
            <a:cxnSpLocks/>
            <a:stCxn id="1155" idx="4"/>
            <a:endCxn id="1136" idx="4"/>
          </p:cNvCxnSpPr>
          <p:nvPr/>
        </p:nvCxnSpPr>
        <p:spPr>
          <a:xfrm rot="5400000">
            <a:off x="1701371" y="763704"/>
            <a:ext cx="179794" cy="486051"/>
          </a:xfrm>
          <a:prstGeom prst="curvedConnector3">
            <a:avLst>
              <a:gd name="adj1" fmla="val 227146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23DB10F-C498-C887-4AC1-27F3819F1235}"/>
              </a:ext>
            </a:extLst>
          </p:cNvPr>
          <p:cNvSpPr txBox="1"/>
          <p:nvPr/>
        </p:nvSpPr>
        <p:spPr>
          <a:xfrm>
            <a:off x="222140" y="31757"/>
            <a:ext cx="6167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u="sng" dirty="0"/>
              <a:t>2</a:t>
            </a:r>
            <a:r>
              <a:rPr lang="ko-KR" altLang="en-US" sz="1400" u="sng" dirty="0"/>
              <a:t>회</a:t>
            </a:r>
            <a:r>
              <a:rPr lang="en-US" altLang="ko-KR" sz="1400" u="sng" dirty="0"/>
              <a:t>] 302</a:t>
            </a:r>
            <a:r>
              <a:rPr lang="en-US" altLang="ko-KR" sz="1400" u="sng" dirty="0">
                <a:sym typeface="Wingdings" panose="05000000000000000000" pitchFamily="2" charset="2"/>
              </a:rPr>
              <a:t>330</a:t>
            </a:r>
            <a:r>
              <a:rPr lang="en-US" altLang="ko-KR" sz="1400" u="sng" dirty="0"/>
              <a:t>852</a:t>
            </a:r>
            <a:r>
              <a:rPr lang="en-US" altLang="ko-KR" sz="1400" u="sng" dirty="0">
                <a:sym typeface="Wingdings" panose="05000000000000000000" pitchFamily="2" charset="2"/>
              </a:rPr>
              <a:t>910</a:t>
            </a:r>
            <a:r>
              <a:rPr lang="en-US" altLang="ko-KR" sz="1400" u="sng" dirty="0"/>
              <a:t> (</a:t>
            </a:r>
            <a:r>
              <a:rPr lang="ko-KR" altLang="en-US" sz="1400" u="sng" dirty="0"/>
              <a:t>성공</a:t>
            </a:r>
            <a:r>
              <a:rPr lang="en-US" altLang="ko-KR" sz="1400" u="sng" dirty="0"/>
              <a:t>)</a:t>
            </a:r>
            <a:endParaRPr lang="ko-KR" altLang="en-US" sz="1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67464-4E53-1358-BACA-FF2720AD7A97}"/>
              </a:ext>
            </a:extLst>
          </p:cNvPr>
          <p:cNvSpPr txBox="1"/>
          <p:nvPr/>
        </p:nvSpPr>
        <p:spPr>
          <a:xfrm>
            <a:off x="1979766" y="651096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9A64D8-A087-D56A-32A9-87E549A4BE97}"/>
              </a:ext>
            </a:extLst>
          </p:cNvPr>
          <p:cNvSpPr txBox="1"/>
          <p:nvPr/>
        </p:nvSpPr>
        <p:spPr>
          <a:xfrm>
            <a:off x="882765" y="246240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4879D5-7183-5310-0DD8-5241F1E4C4B3}"/>
              </a:ext>
            </a:extLst>
          </p:cNvPr>
          <p:cNvSpPr txBox="1"/>
          <p:nvPr/>
        </p:nvSpPr>
        <p:spPr>
          <a:xfrm>
            <a:off x="1005084" y="2652109"/>
            <a:ext cx="201497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AD1812-5269-7834-ECE2-054CFD637143}"/>
              </a:ext>
            </a:extLst>
          </p:cNvPr>
          <p:cNvSpPr txBox="1"/>
          <p:nvPr/>
        </p:nvSpPr>
        <p:spPr>
          <a:xfrm>
            <a:off x="3051833" y="2469213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1D5FDB-BE13-AA4B-7332-0A48D479EA2F}"/>
              </a:ext>
            </a:extLst>
          </p:cNvPr>
          <p:cNvSpPr txBox="1"/>
          <p:nvPr/>
        </p:nvSpPr>
        <p:spPr>
          <a:xfrm>
            <a:off x="5279469" y="2488490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E35BA1-456F-1819-F97E-2B67E26E25D7}"/>
              </a:ext>
            </a:extLst>
          </p:cNvPr>
          <p:cNvSpPr txBox="1"/>
          <p:nvPr/>
        </p:nvSpPr>
        <p:spPr>
          <a:xfrm>
            <a:off x="7498071" y="2480887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9F05D5-2228-BC11-920E-2CFED76F50AD}"/>
              </a:ext>
            </a:extLst>
          </p:cNvPr>
          <p:cNvSpPr txBox="1"/>
          <p:nvPr/>
        </p:nvSpPr>
        <p:spPr>
          <a:xfrm>
            <a:off x="9773085" y="249577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444AD5-76FB-4C09-DEE3-4CD97FE58D93}"/>
              </a:ext>
            </a:extLst>
          </p:cNvPr>
          <p:cNvSpPr txBox="1"/>
          <p:nvPr/>
        </p:nvSpPr>
        <p:spPr>
          <a:xfrm>
            <a:off x="3129789" y="2630237"/>
            <a:ext cx="218098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90A094-B80E-AF79-9C46-E7427CA4CC73}"/>
              </a:ext>
            </a:extLst>
          </p:cNvPr>
          <p:cNvSpPr txBox="1"/>
          <p:nvPr/>
        </p:nvSpPr>
        <p:spPr>
          <a:xfrm>
            <a:off x="5359389" y="2651244"/>
            <a:ext cx="218098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E7CF9A-E9E7-961C-2136-13F305C22750}"/>
              </a:ext>
            </a:extLst>
          </p:cNvPr>
          <p:cNvSpPr txBox="1"/>
          <p:nvPr/>
        </p:nvSpPr>
        <p:spPr>
          <a:xfrm>
            <a:off x="7593290" y="262757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=1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6FD6FB-5EB7-2DBB-CB04-FFEFC884BB92}"/>
              </a:ext>
            </a:extLst>
          </p:cNvPr>
          <p:cNvSpPr txBox="1"/>
          <p:nvPr/>
        </p:nvSpPr>
        <p:spPr>
          <a:xfrm>
            <a:off x="9865827" y="2629690"/>
            <a:ext cx="2266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58C265-6A6A-258F-FFF2-6455A6C3E1B3}"/>
              </a:ext>
            </a:extLst>
          </p:cNvPr>
          <p:cNvSpPr txBox="1"/>
          <p:nvPr/>
        </p:nvSpPr>
        <p:spPr>
          <a:xfrm>
            <a:off x="782656" y="491479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E2104C-F719-D5BC-51BE-2123AF37864B}"/>
              </a:ext>
            </a:extLst>
          </p:cNvPr>
          <p:cNvSpPr txBox="1"/>
          <p:nvPr/>
        </p:nvSpPr>
        <p:spPr>
          <a:xfrm>
            <a:off x="870165" y="5080313"/>
            <a:ext cx="21627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4CCD24-0588-FB31-84A2-C9085CED363A}"/>
              </a:ext>
            </a:extLst>
          </p:cNvPr>
          <p:cNvSpPr txBox="1"/>
          <p:nvPr/>
        </p:nvSpPr>
        <p:spPr>
          <a:xfrm>
            <a:off x="3087459" y="4957378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182051-78F3-AABC-0873-2E56F45CCDBE}"/>
              </a:ext>
            </a:extLst>
          </p:cNvPr>
          <p:cNvSpPr txBox="1"/>
          <p:nvPr/>
        </p:nvSpPr>
        <p:spPr>
          <a:xfrm>
            <a:off x="5316847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C0A4D6-B8CF-EC22-9991-250E52BFF0DC}"/>
              </a:ext>
            </a:extLst>
          </p:cNvPr>
          <p:cNvSpPr txBox="1"/>
          <p:nvPr/>
        </p:nvSpPr>
        <p:spPr>
          <a:xfrm>
            <a:off x="7436886" y="4936882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   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AA4BA6-A9FB-B239-4291-36D3A0C995FB}"/>
              </a:ext>
            </a:extLst>
          </p:cNvPr>
          <p:cNvSpPr txBox="1"/>
          <p:nvPr/>
        </p:nvSpPr>
        <p:spPr>
          <a:xfrm>
            <a:off x="9789960" y="4927696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BA095F-622E-1673-EB27-89612173C772}"/>
              </a:ext>
            </a:extLst>
          </p:cNvPr>
          <p:cNvSpPr txBox="1"/>
          <p:nvPr/>
        </p:nvSpPr>
        <p:spPr>
          <a:xfrm>
            <a:off x="3169001" y="5119274"/>
            <a:ext cx="19909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DBFDAE-1AB9-A797-6D40-F45CF3DA4866}"/>
              </a:ext>
            </a:extLst>
          </p:cNvPr>
          <p:cNvSpPr txBox="1"/>
          <p:nvPr/>
        </p:nvSpPr>
        <p:spPr>
          <a:xfrm>
            <a:off x="5403942" y="5119273"/>
            <a:ext cx="21579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07DBC0-C19C-D60E-290E-4FE8D8B311F6}"/>
              </a:ext>
            </a:extLst>
          </p:cNvPr>
          <p:cNvSpPr txBox="1"/>
          <p:nvPr/>
        </p:nvSpPr>
        <p:spPr>
          <a:xfrm>
            <a:off x="7601055" y="5099458"/>
            <a:ext cx="22789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3F02A-38F6-F719-972B-E67DCE28F4C5}"/>
              </a:ext>
            </a:extLst>
          </p:cNvPr>
          <p:cNvSpPr txBox="1"/>
          <p:nvPr/>
        </p:nvSpPr>
        <p:spPr>
          <a:xfrm>
            <a:off x="9878523" y="5078664"/>
            <a:ext cx="214321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복호화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]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p2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</a:t>
            </a:r>
          </a:p>
          <a:p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 CTR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ko-KR" sz="600" b="1" baseline="-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en-US" altLang="ko-KR" sz="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44" name="TextBox 1343">
            <a:extLst>
              <a:ext uri="{FF2B5EF4-FFF2-40B4-BE49-F238E27FC236}">
                <a16:creationId xmlns:a16="http://schemas.microsoft.com/office/drawing/2014/main" id="{9E3623E9-CF4E-971D-5588-484CDAFCDA74}"/>
              </a:ext>
            </a:extLst>
          </p:cNvPr>
          <p:cNvSpPr txBox="1"/>
          <p:nvPr/>
        </p:nvSpPr>
        <p:spPr>
          <a:xfrm>
            <a:off x="1973251" y="426156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46" name="TextBox 1345">
            <a:extLst>
              <a:ext uri="{FF2B5EF4-FFF2-40B4-BE49-F238E27FC236}">
                <a16:creationId xmlns:a16="http://schemas.microsoft.com/office/drawing/2014/main" id="{34B5FE9A-3A43-E965-F244-8268993F374C}"/>
              </a:ext>
            </a:extLst>
          </p:cNvPr>
          <p:cNvSpPr txBox="1"/>
          <p:nvPr/>
        </p:nvSpPr>
        <p:spPr>
          <a:xfrm>
            <a:off x="3450235" y="37928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1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977" name="별: 꼭짓점 5개 66">
            <a:extLst>
              <a:ext uri="{FF2B5EF4-FFF2-40B4-BE49-F238E27FC236}">
                <a16:creationId xmlns:a16="http://schemas.microsoft.com/office/drawing/2014/main" id="{BF7DD323-38D2-D387-7752-89BC85F13153}"/>
              </a:ext>
            </a:extLst>
          </p:cNvPr>
          <p:cNvSpPr/>
          <p:nvPr/>
        </p:nvSpPr>
        <p:spPr>
          <a:xfrm>
            <a:off x="8771758" y="588920"/>
            <a:ext cx="187144" cy="126148"/>
          </a:xfrm>
          <a:prstGeom prst="star5">
            <a:avLst>
              <a:gd name="adj" fmla="val 21779"/>
              <a:gd name="hf" fmla="val 105146"/>
              <a:gd name="vf" fmla="val 110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/>
          </a:p>
        </p:txBody>
      </p:sp>
      <p:cxnSp>
        <p:nvCxnSpPr>
          <p:cNvPr id="1985" name="연결선: 구부러짐 225">
            <a:extLst>
              <a:ext uri="{FF2B5EF4-FFF2-40B4-BE49-F238E27FC236}">
                <a16:creationId xmlns:a16="http://schemas.microsoft.com/office/drawing/2014/main" id="{AFF57C32-2D68-BB29-E2C5-1AADC8599BC5}"/>
              </a:ext>
            </a:extLst>
          </p:cNvPr>
          <p:cNvCxnSpPr>
            <a:cxnSpLocks/>
            <a:stCxn id="1102" idx="0"/>
            <a:endCxn id="1263" idx="1"/>
          </p:cNvCxnSpPr>
          <p:nvPr/>
        </p:nvCxnSpPr>
        <p:spPr>
          <a:xfrm rot="5400000" flipH="1" flipV="1">
            <a:off x="4997961" y="-477369"/>
            <a:ext cx="118813" cy="2638514"/>
          </a:xfrm>
          <a:prstGeom prst="curvedConnector3">
            <a:avLst>
              <a:gd name="adj1" fmla="val 30980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구부러짐 70">
            <a:extLst>
              <a:ext uri="{FF2B5EF4-FFF2-40B4-BE49-F238E27FC236}">
                <a16:creationId xmlns:a16="http://schemas.microsoft.com/office/drawing/2014/main" id="{D05163A5-261F-B044-CFC9-568A2FEEF8A0}"/>
              </a:ext>
            </a:extLst>
          </p:cNvPr>
          <p:cNvCxnSpPr>
            <a:cxnSpLocks/>
            <a:stCxn id="1136" idx="0"/>
            <a:endCxn id="1155" idx="1"/>
          </p:cNvCxnSpPr>
          <p:nvPr/>
        </p:nvCxnSpPr>
        <p:spPr>
          <a:xfrm rot="5400000" flipH="1" flipV="1">
            <a:off x="1721607" y="622596"/>
            <a:ext cx="89911" cy="436641"/>
          </a:xfrm>
          <a:prstGeom prst="curvedConnector3">
            <a:avLst>
              <a:gd name="adj1" fmla="val 377316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F2FE97-CCCA-83C1-6348-D1FBC170AC52}"/>
              </a:ext>
            </a:extLst>
          </p:cNvPr>
          <p:cNvSpPr txBox="1"/>
          <p:nvPr/>
        </p:nvSpPr>
        <p:spPr>
          <a:xfrm>
            <a:off x="1470502" y="380400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32FAE4-84D6-C3F7-2A9A-8A289085BDDE}"/>
              </a:ext>
            </a:extLst>
          </p:cNvPr>
          <p:cNvSpPr txBox="1"/>
          <p:nvPr/>
        </p:nvSpPr>
        <p:spPr>
          <a:xfrm>
            <a:off x="3395916" y="675674"/>
            <a:ext cx="8599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pSEND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8A9153-A062-6112-0160-9AE5EA3A2752}"/>
              </a:ext>
            </a:extLst>
          </p:cNvPr>
          <p:cNvSpPr txBox="1"/>
          <p:nvPr/>
        </p:nvSpPr>
        <p:spPr>
          <a:xfrm>
            <a:off x="6860876" y="205534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139BA2-E4E3-7ACF-3723-66528350D9B9}"/>
              </a:ext>
            </a:extLst>
          </p:cNvPr>
          <p:cNvSpPr txBox="1"/>
          <p:nvPr/>
        </p:nvSpPr>
        <p:spPr>
          <a:xfrm>
            <a:off x="8262085" y="31704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4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cxnSp>
        <p:nvCxnSpPr>
          <p:cNvPr id="24" name="연결선: 구부러짐 225">
            <a:extLst>
              <a:ext uri="{FF2B5EF4-FFF2-40B4-BE49-F238E27FC236}">
                <a16:creationId xmlns:a16="http://schemas.microsoft.com/office/drawing/2014/main" id="{E8ED2EEB-6E7B-46EC-9275-14CA1D5E8AD5}"/>
              </a:ext>
            </a:extLst>
          </p:cNvPr>
          <p:cNvCxnSpPr>
            <a:cxnSpLocks/>
            <a:stCxn id="1248" idx="6"/>
            <a:endCxn id="1302" idx="0"/>
          </p:cNvCxnSpPr>
          <p:nvPr/>
        </p:nvCxnSpPr>
        <p:spPr>
          <a:xfrm flipV="1">
            <a:off x="6500031" y="722598"/>
            <a:ext cx="2223496" cy="1496310"/>
          </a:xfrm>
          <a:prstGeom prst="curvedConnector4">
            <a:avLst>
              <a:gd name="adj1" fmla="val 48433"/>
              <a:gd name="adj2" fmla="val 11527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70">
            <a:extLst>
              <a:ext uri="{FF2B5EF4-FFF2-40B4-BE49-F238E27FC236}">
                <a16:creationId xmlns:a16="http://schemas.microsoft.com/office/drawing/2014/main" id="{77E297B8-4AF9-8A0A-B5DA-1DF403A55457}"/>
              </a:ext>
            </a:extLst>
          </p:cNvPr>
          <p:cNvCxnSpPr>
            <a:cxnSpLocks/>
            <a:stCxn id="1263" idx="4"/>
            <a:endCxn id="1248" idx="0"/>
          </p:cNvCxnSpPr>
          <p:nvPr/>
        </p:nvCxnSpPr>
        <p:spPr>
          <a:xfrm rot="5400000">
            <a:off x="5805702" y="1493593"/>
            <a:ext cx="1210779" cy="29604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F9E386-D7FB-6853-B467-F14BE0CE81CE}"/>
              </a:ext>
            </a:extLst>
          </p:cNvPr>
          <p:cNvSpPr txBox="1"/>
          <p:nvPr/>
        </p:nvSpPr>
        <p:spPr>
          <a:xfrm>
            <a:off x="4188634" y="365720"/>
            <a:ext cx="781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2331F6-1FE1-0938-6041-0B5CA88048E4}"/>
              </a:ext>
            </a:extLst>
          </p:cNvPr>
          <p:cNvSpPr txBox="1"/>
          <p:nvPr/>
        </p:nvSpPr>
        <p:spPr>
          <a:xfrm>
            <a:off x="5692759" y="328932"/>
            <a:ext cx="6968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B0F0"/>
                </a:solidFill>
              </a:rPr>
              <a:t>CTR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3</a:t>
            </a:r>
            <a:r>
              <a:rPr lang="en-US" altLang="ko-KR" sz="800" b="1" baseline="-25000" dirty="0">
                <a:solidFill>
                  <a:srgbClr val="00B0F0"/>
                </a:solidFill>
              </a:rPr>
              <a:t>p</a:t>
            </a:r>
            <a:r>
              <a:rPr lang="en-US" altLang="ko-KR" sz="800" b="1" baseline="-50000" dirty="0">
                <a:solidFill>
                  <a:srgbClr val="00B0F0"/>
                </a:solidFill>
              </a:rPr>
              <a:t>2</a:t>
            </a:r>
            <a:r>
              <a:rPr lang="en-US" altLang="ko-KR" sz="800" b="1" dirty="0">
                <a:solidFill>
                  <a:srgbClr val="00B0F0"/>
                </a:solidFill>
              </a:rPr>
              <a:t>++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986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3505-8F0E-E474-7F7D-65154219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F3C504-E1E2-B089-4A6E-65DA9120B2DA}"/>
              </a:ext>
            </a:extLst>
          </p:cNvPr>
          <p:cNvSpPr txBox="1"/>
          <p:nvPr/>
        </p:nvSpPr>
        <p:spPr>
          <a:xfrm>
            <a:off x="0" y="3156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Chord</a:t>
            </a:r>
            <a:r>
              <a:rPr lang="ko-KR" altLang="en-US" sz="1000" b="1" dirty="0"/>
              <a:t>는 분산 환경에서 노드 수가 커져도 탐색과 관리가 모두 </a:t>
            </a:r>
            <a:r>
              <a:rPr lang="en-US" altLang="ko-KR" sz="1000" b="1" dirty="0"/>
              <a:t>O(log N) </a:t>
            </a:r>
            <a:r>
              <a:rPr lang="ko-KR" altLang="en-US" sz="1000" b="1" dirty="0"/>
              <a:t>수준으로 유지되며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부하 분산과 </a:t>
            </a:r>
            <a:r>
              <a:rPr lang="ko-KR" altLang="en-US" sz="1000" b="1" dirty="0" err="1"/>
              <a:t>내고장성을</a:t>
            </a:r>
            <a:r>
              <a:rPr lang="ko-KR" altLang="en-US" sz="1000" b="1" dirty="0"/>
              <a:t> 동시에 달성하는 고성능 </a:t>
            </a:r>
            <a:r>
              <a:rPr lang="en-US" altLang="ko-KR" sz="1000" b="1" dirty="0"/>
              <a:t>DHT </a:t>
            </a:r>
            <a:r>
              <a:rPr lang="ko-KR" altLang="en-US" sz="1000" b="1" dirty="0"/>
              <a:t>프로토콜</a:t>
            </a:r>
            <a:r>
              <a:rPr lang="ko-KR" altLang="en-US" sz="1000" dirty="0"/>
              <a:t>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05130-5B6B-717F-8B49-03C103047D50}"/>
              </a:ext>
            </a:extLst>
          </p:cNvPr>
          <p:cNvSpPr txBox="1"/>
          <p:nvPr/>
        </p:nvSpPr>
        <p:spPr>
          <a:xfrm>
            <a:off x="213600" y="6246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탐색 단계별 데이터</a:t>
            </a:r>
            <a:r>
              <a:rPr lang="ko-KR" altLang="en-US" dirty="0"/>
              <a:t>를 수집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b="1" dirty="0"/>
              <a:t>키를 찾을 때 몇 개의 홉</a:t>
            </a:r>
            <a:r>
              <a:rPr lang="en-US" altLang="ko-KR" b="1" dirty="0"/>
              <a:t>(hop)</a:t>
            </a:r>
            <a:r>
              <a:rPr lang="ko-KR" altLang="en-US" dirty="0"/>
              <a:t> 을 거쳤는지 기록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E841C01-7BF3-C49B-72EF-457E436DC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00" y="1238033"/>
            <a:ext cx="5024069" cy="28715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5D62225-4757-FBCC-252B-64723C5E8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200" y="431670"/>
            <a:ext cx="5335200" cy="392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73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3505-8F0E-E474-7F7D-65154219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918A86-3957-A002-EE46-2B37904175AC}"/>
              </a:ext>
            </a:extLst>
          </p:cNvPr>
          <p:cNvSpPr txBox="1"/>
          <p:nvPr/>
        </p:nvSpPr>
        <p:spPr>
          <a:xfrm>
            <a:off x="-55844" y="343167"/>
            <a:ext cx="259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buNone/>
              <a:defRPr sz="1200" b="0" i="0">
                <a:effectLst/>
                <a:latin typeface="Google Sans Flex"/>
              </a:defRPr>
            </a:lvl1pPr>
          </a:lstStyle>
          <a:p>
            <a:r>
              <a:rPr lang="nl-NL" altLang="ko-KR" dirty="0"/>
              <a:t>NODE_0 = [876] 127.0.0.1:6000   </a:t>
            </a:r>
          </a:p>
          <a:p>
            <a:r>
              <a:rPr lang="nl-NL" altLang="ko-KR" dirty="0"/>
              <a:t>NODE_1 = [481] 127.0.0.1:6001   </a:t>
            </a:r>
          </a:p>
          <a:p>
            <a:r>
              <a:rPr lang="nl-NL" altLang="ko-KR" dirty="0"/>
              <a:t>NODE_2 = [621] 127.0.0.1:6002   </a:t>
            </a:r>
          </a:p>
          <a:p>
            <a:r>
              <a:rPr lang="nl-NL" altLang="ko-KR" dirty="0"/>
              <a:t>NODE_3 = [906] 127.0.0.1:6003   </a:t>
            </a:r>
          </a:p>
          <a:p>
            <a:r>
              <a:rPr lang="nl-NL" altLang="ko-KR" dirty="0"/>
              <a:t>NODE_4 = [60] 127.0.0.1:6004    </a:t>
            </a:r>
          </a:p>
          <a:p>
            <a:r>
              <a:rPr lang="nl-NL" altLang="ko-KR" dirty="0"/>
              <a:t>NODE_5 = [112] 127.0.0.1:6005   </a:t>
            </a:r>
          </a:p>
          <a:p>
            <a:r>
              <a:rPr lang="nl-NL" altLang="ko-KR" dirty="0"/>
              <a:t>NODE_6 = [477] 127.0.0.1:6006   </a:t>
            </a:r>
          </a:p>
          <a:p>
            <a:r>
              <a:rPr lang="nl-NL" altLang="ko-KR" dirty="0"/>
              <a:t>NODE_7 = [377] 127.0.0.1:6007   </a:t>
            </a:r>
          </a:p>
          <a:p>
            <a:r>
              <a:rPr lang="nl-NL" altLang="ko-KR" dirty="0"/>
              <a:t>NODE_8 = [864] 127.0.0.1:6008   </a:t>
            </a:r>
          </a:p>
          <a:p>
            <a:r>
              <a:rPr lang="nl-NL" altLang="ko-KR" dirty="0"/>
              <a:t>NODE_9 = [772] 127.0.0.1:6009  </a:t>
            </a:r>
          </a:p>
        </p:txBody>
      </p:sp>
    </p:spTree>
    <p:extLst>
      <p:ext uri="{BB962C8B-B14F-4D97-AF65-F5344CB8AC3E}">
        <p14:creationId xmlns:p14="http://schemas.microsoft.com/office/powerpoint/2010/main" val="4211708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D283-0FC9-6E62-CCE2-2C065B87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8FD5686E-B5E2-A5AA-9A9C-4F99F5FFE255}"/>
              </a:ext>
            </a:extLst>
          </p:cNvPr>
          <p:cNvGrpSpPr/>
          <p:nvPr/>
        </p:nvGrpSpPr>
        <p:grpSpPr>
          <a:xfrm>
            <a:off x="8275846" y="3665450"/>
            <a:ext cx="1660788" cy="1859969"/>
            <a:chOff x="840041" y="1033768"/>
            <a:chExt cx="2312914" cy="2590306"/>
          </a:xfrm>
        </p:grpSpPr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6C985C23-91DB-8870-BEF1-A0FD613479B5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D3CC929C-C700-E1BE-87F3-6ADCCF48DAA5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1057" name="타원 1056">
                <a:extLst>
                  <a:ext uri="{FF2B5EF4-FFF2-40B4-BE49-F238E27FC236}">
                    <a16:creationId xmlns:a16="http://schemas.microsoft.com/office/drawing/2014/main" id="{02B8D782-D28F-D540-8321-59E5A3E165A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8" name="그룹 1057">
                <a:extLst>
                  <a:ext uri="{FF2B5EF4-FFF2-40B4-BE49-F238E27FC236}">
                    <a16:creationId xmlns:a16="http://schemas.microsoft.com/office/drawing/2014/main" id="{9009E6F6-666D-69FE-F53B-2981004AB153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1B699A3E-8763-7B34-B271-24D0F218C279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087" name="타원 1086">
                  <a:extLst>
                    <a:ext uri="{FF2B5EF4-FFF2-40B4-BE49-F238E27FC236}">
                      <a16:creationId xmlns:a16="http://schemas.microsoft.com/office/drawing/2014/main" id="{A7834FCD-99AD-50A5-949C-1CE754A3C63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59" name="그룹 1058">
                <a:extLst>
                  <a:ext uri="{FF2B5EF4-FFF2-40B4-BE49-F238E27FC236}">
                    <a16:creationId xmlns:a16="http://schemas.microsoft.com/office/drawing/2014/main" id="{B5ED93E8-F714-E59A-9345-260799DC36C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084" name="타원 1083">
                  <a:extLst>
                    <a:ext uri="{FF2B5EF4-FFF2-40B4-BE49-F238E27FC236}">
                      <a16:creationId xmlns:a16="http://schemas.microsoft.com/office/drawing/2014/main" id="{216B7232-9514-9BD3-42F6-8E7016E25E5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5" name="TextBox 1084">
                  <a:extLst>
                    <a:ext uri="{FF2B5EF4-FFF2-40B4-BE49-F238E27FC236}">
                      <a16:creationId xmlns:a16="http://schemas.microsoft.com/office/drawing/2014/main" id="{8CF9FF5E-7CED-1B44-BDE8-EC6D817E0B48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0" name="그룹 1059">
                <a:extLst>
                  <a:ext uri="{FF2B5EF4-FFF2-40B4-BE49-F238E27FC236}">
                    <a16:creationId xmlns:a16="http://schemas.microsoft.com/office/drawing/2014/main" id="{4BA3A432-5DD2-8EC1-32C9-CF8A0DEC7830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082" name="타원 1081">
                  <a:extLst>
                    <a:ext uri="{FF2B5EF4-FFF2-40B4-BE49-F238E27FC236}">
                      <a16:creationId xmlns:a16="http://schemas.microsoft.com/office/drawing/2014/main" id="{124A0306-4500-AE19-D2CD-85238835B37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3" name="TextBox 1082">
                  <a:extLst>
                    <a:ext uri="{FF2B5EF4-FFF2-40B4-BE49-F238E27FC236}">
                      <a16:creationId xmlns:a16="http://schemas.microsoft.com/office/drawing/2014/main" id="{C1F8BCDF-D91B-94FE-40DA-016D31022526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1" name="그룹 1060">
                <a:extLst>
                  <a:ext uri="{FF2B5EF4-FFF2-40B4-BE49-F238E27FC236}">
                    <a16:creationId xmlns:a16="http://schemas.microsoft.com/office/drawing/2014/main" id="{FFD5B8EF-3566-884A-4220-796E847C9E5D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0F2E5D3C-2DA1-C7EA-820E-439FA515F14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1" name="TextBox 1080">
                  <a:extLst>
                    <a:ext uri="{FF2B5EF4-FFF2-40B4-BE49-F238E27FC236}">
                      <a16:creationId xmlns:a16="http://schemas.microsoft.com/office/drawing/2014/main" id="{E8C789BD-D3F4-81E5-6F83-95339725ABA3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078" name="타원 1077">
                <a:extLst>
                  <a:ext uri="{FF2B5EF4-FFF2-40B4-BE49-F238E27FC236}">
                    <a16:creationId xmlns:a16="http://schemas.microsoft.com/office/drawing/2014/main" id="{CD84AFBD-E22D-75E4-30BB-77871C747CBF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3" name="그룹 1062">
                <a:extLst>
                  <a:ext uri="{FF2B5EF4-FFF2-40B4-BE49-F238E27FC236}">
                    <a16:creationId xmlns:a16="http://schemas.microsoft.com/office/drawing/2014/main" id="{2E709653-97CE-F5E5-B578-C459FDFA2293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076" name="타원 1075">
                  <a:extLst>
                    <a:ext uri="{FF2B5EF4-FFF2-40B4-BE49-F238E27FC236}">
                      <a16:creationId xmlns:a16="http://schemas.microsoft.com/office/drawing/2014/main" id="{49039D7A-7C8F-078A-4ED0-1FCB70FF4CD1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0647300F-113C-624C-949D-C552A82F6E08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F261E71F-AD85-2B5E-C380-4084AE841DBA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1074" name="타원 1073">
                  <a:extLst>
                    <a:ext uri="{FF2B5EF4-FFF2-40B4-BE49-F238E27FC236}">
                      <a16:creationId xmlns:a16="http://schemas.microsoft.com/office/drawing/2014/main" id="{2B8A1226-AEA7-77F2-1745-CF1BBFF1343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75" name="TextBox 1074">
                  <a:extLst>
                    <a:ext uri="{FF2B5EF4-FFF2-40B4-BE49-F238E27FC236}">
                      <a16:creationId xmlns:a16="http://schemas.microsoft.com/office/drawing/2014/main" id="{5105DF7D-820D-10AB-EE16-2EA789A4CBCC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072" name="타원 1071">
                <a:extLst>
                  <a:ext uri="{FF2B5EF4-FFF2-40B4-BE49-F238E27FC236}">
                    <a16:creationId xmlns:a16="http://schemas.microsoft.com/office/drawing/2014/main" id="{417A8EFC-8DFB-F32D-5976-B2142E86895D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0" name="타원 1069">
                <a:extLst>
                  <a:ext uri="{FF2B5EF4-FFF2-40B4-BE49-F238E27FC236}">
                    <a16:creationId xmlns:a16="http://schemas.microsoft.com/office/drawing/2014/main" id="{DD9EA4EA-7633-FA7C-FD8C-F16F5B387E0B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8" name="타원 1067">
                <a:extLst>
                  <a:ext uri="{FF2B5EF4-FFF2-40B4-BE49-F238E27FC236}">
                    <a16:creationId xmlns:a16="http://schemas.microsoft.com/office/drawing/2014/main" id="{4253B7B6-B940-CF91-C5E6-E3ACAAD0FE03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23431F5D-583C-2ECA-A53F-5D14A173B7E9}"/>
              </a:ext>
            </a:extLst>
          </p:cNvPr>
          <p:cNvGrpSpPr/>
          <p:nvPr/>
        </p:nvGrpSpPr>
        <p:grpSpPr>
          <a:xfrm>
            <a:off x="2404515" y="1045194"/>
            <a:ext cx="1598360" cy="1772379"/>
            <a:chOff x="857121" y="1033768"/>
            <a:chExt cx="2230646" cy="2473503"/>
          </a:xfrm>
        </p:grpSpPr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795E0445-A74C-4220-153B-8E13C1851B66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1090" name="그룹 1089">
              <a:extLst>
                <a:ext uri="{FF2B5EF4-FFF2-40B4-BE49-F238E27FC236}">
                  <a16:creationId xmlns:a16="http://schemas.microsoft.com/office/drawing/2014/main" id="{85C29A02-6DF5-5338-25EB-61CC2AB06A2C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1091" name="타원 1090">
                <a:extLst>
                  <a:ext uri="{FF2B5EF4-FFF2-40B4-BE49-F238E27FC236}">
                    <a16:creationId xmlns:a16="http://schemas.microsoft.com/office/drawing/2014/main" id="{97E023B0-E18A-1EE3-4D73-FDD63A817BD1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2" name="그룹 1091">
                <a:extLst>
                  <a:ext uri="{FF2B5EF4-FFF2-40B4-BE49-F238E27FC236}">
                    <a16:creationId xmlns:a16="http://schemas.microsoft.com/office/drawing/2014/main" id="{EAE02EC9-59A8-1692-9662-494BC99DB8A4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120" name="TextBox 1119">
                  <a:extLst>
                    <a:ext uri="{FF2B5EF4-FFF2-40B4-BE49-F238E27FC236}">
                      <a16:creationId xmlns:a16="http://schemas.microsoft.com/office/drawing/2014/main" id="{8DF700E5-814F-885B-D47E-7F1615465F92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21" name="타원 1120">
                  <a:extLst>
                    <a:ext uri="{FF2B5EF4-FFF2-40B4-BE49-F238E27FC236}">
                      <a16:creationId xmlns:a16="http://schemas.microsoft.com/office/drawing/2014/main" id="{5B451C6F-08D3-B78B-4C67-27FB593B39E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93" name="그룹 1092">
                <a:extLst>
                  <a:ext uri="{FF2B5EF4-FFF2-40B4-BE49-F238E27FC236}">
                    <a16:creationId xmlns:a16="http://schemas.microsoft.com/office/drawing/2014/main" id="{C8FE818A-24D3-7F32-0952-E5DB076B1CFF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1118" name="타원 1117">
                  <a:extLst>
                    <a:ext uri="{FF2B5EF4-FFF2-40B4-BE49-F238E27FC236}">
                      <a16:creationId xmlns:a16="http://schemas.microsoft.com/office/drawing/2014/main" id="{2E70566D-FD55-08A0-EB41-3F9E554D2803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9" name="TextBox 1118">
                  <a:extLst>
                    <a:ext uri="{FF2B5EF4-FFF2-40B4-BE49-F238E27FC236}">
                      <a16:creationId xmlns:a16="http://schemas.microsoft.com/office/drawing/2014/main" id="{91F6CC62-50C1-2615-5A60-C51478669DBD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4" name="그룹 1093">
                <a:extLst>
                  <a:ext uri="{FF2B5EF4-FFF2-40B4-BE49-F238E27FC236}">
                    <a16:creationId xmlns:a16="http://schemas.microsoft.com/office/drawing/2014/main" id="{C9631045-169F-89A2-6E75-10DD244CDA3D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116" name="타원 1115">
                  <a:extLst>
                    <a:ext uri="{FF2B5EF4-FFF2-40B4-BE49-F238E27FC236}">
                      <a16:creationId xmlns:a16="http://schemas.microsoft.com/office/drawing/2014/main" id="{733AF92D-B8E1-A92F-1B22-8141052430DC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CF6B36E6-A048-66F3-53F4-1AB7648D39EF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5" name="그룹 1094">
                <a:extLst>
                  <a:ext uri="{FF2B5EF4-FFF2-40B4-BE49-F238E27FC236}">
                    <a16:creationId xmlns:a16="http://schemas.microsoft.com/office/drawing/2014/main" id="{C8301374-4E40-524E-3212-523FB56321FB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114" name="타원 1113">
                  <a:extLst>
                    <a:ext uri="{FF2B5EF4-FFF2-40B4-BE49-F238E27FC236}">
                      <a16:creationId xmlns:a16="http://schemas.microsoft.com/office/drawing/2014/main" id="{3F82033F-D2E3-E5A3-6D9F-ECEE63362A78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5" name="TextBox 1114">
                  <a:extLst>
                    <a:ext uri="{FF2B5EF4-FFF2-40B4-BE49-F238E27FC236}">
                      <a16:creationId xmlns:a16="http://schemas.microsoft.com/office/drawing/2014/main" id="{16399EA5-FA7B-57C7-E277-CED5471497D8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BF2A1B7A-92D0-DB65-9EA9-6A3377F4C329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112" name="타원 1111">
                  <a:extLst>
                    <a:ext uri="{FF2B5EF4-FFF2-40B4-BE49-F238E27FC236}">
                      <a16:creationId xmlns:a16="http://schemas.microsoft.com/office/drawing/2014/main" id="{3BA31454-3272-DC95-A5FE-D95C01BD4224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5B6C9767-69FC-FFDA-FDBC-DD0371F0F042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DC94FE6E-BF47-FF19-C610-2264A7EAA41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110" name="타원 1109">
                  <a:extLst>
                    <a:ext uri="{FF2B5EF4-FFF2-40B4-BE49-F238E27FC236}">
                      <a16:creationId xmlns:a16="http://schemas.microsoft.com/office/drawing/2014/main" id="{0C32E4ED-D5A6-DB47-FB8C-50B13305E27F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F9EC88B8-E059-42CC-F930-863AF39DFE49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27CB3FEE-9CE4-670C-7C36-D8BB20F9B79B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1108" name="타원 1107">
                  <a:extLst>
                    <a:ext uri="{FF2B5EF4-FFF2-40B4-BE49-F238E27FC236}">
                      <a16:creationId xmlns:a16="http://schemas.microsoft.com/office/drawing/2014/main" id="{1C7D1F49-CFDE-8263-E71A-3B56A7548CF8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3031A83F-7A0E-12BD-F34C-665CE6812CF4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C1D391A5-261D-E3CB-E8E0-FB9AFB821230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106" name="타원 1105">
                  <a:extLst>
                    <a:ext uri="{FF2B5EF4-FFF2-40B4-BE49-F238E27FC236}">
                      <a16:creationId xmlns:a16="http://schemas.microsoft.com/office/drawing/2014/main" id="{D087007A-5E13-6BCD-3A7F-314C6A35E633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107" name="TextBox 1106">
                  <a:extLst>
                    <a:ext uri="{FF2B5EF4-FFF2-40B4-BE49-F238E27FC236}">
                      <a16:creationId xmlns:a16="http://schemas.microsoft.com/office/drawing/2014/main" id="{F06A515E-F6D7-597A-A947-90C2B01834F9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4" name="타원 1103">
                <a:extLst>
                  <a:ext uri="{FF2B5EF4-FFF2-40B4-BE49-F238E27FC236}">
                    <a16:creationId xmlns:a16="http://schemas.microsoft.com/office/drawing/2014/main" id="{4326A8C8-FD56-4D2C-E8FC-609D3D367DFC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2" name="타원 1101">
                <a:extLst>
                  <a:ext uri="{FF2B5EF4-FFF2-40B4-BE49-F238E27FC236}">
                    <a16:creationId xmlns:a16="http://schemas.microsoft.com/office/drawing/2014/main" id="{8FF6B770-9424-960E-93CA-686DA264B9DF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56" name="TextBox 1155">
            <a:extLst>
              <a:ext uri="{FF2B5EF4-FFF2-40B4-BE49-F238E27FC236}">
                <a16:creationId xmlns:a16="http://schemas.microsoft.com/office/drawing/2014/main" id="{DC5D952D-3909-EAAE-2976-2A5285E4E150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1157" name="그룹 1156">
            <a:extLst>
              <a:ext uri="{FF2B5EF4-FFF2-40B4-BE49-F238E27FC236}">
                <a16:creationId xmlns:a16="http://schemas.microsoft.com/office/drawing/2014/main" id="{9331E8CF-DD64-33E9-8388-56B42F551929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7" cy="2511697"/>
          </a:xfrm>
        </p:grpSpPr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310FCC9E-0C9F-1C6C-A372-403216DDF4E1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159" name="그룹 1158">
              <a:extLst>
                <a:ext uri="{FF2B5EF4-FFF2-40B4-BE49-F238E27FC236}">
                  <a16:creationId xmlns:a16="http://schemas.microsoft.com/office/drawing/2014/main" id="{53128A52-0BD9-C1C8-3D1E-7B9483CB2029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160" name="타원 1159">
                <a:extLst>
                  <a:ext uri="{FF2B5EF4-FFF2-40B4-BE49-F238E27FC236}">
                    <a16:creationId xmlns:a16="http://schemas.microsoft.com/office/drawing/2014/main" id="{03EF711C-0841-706E-ADAC-1D8DBC02FD8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61" name="그룹 1160">
                <a:extLst>
                  <a:ext uri="{FF2B5EF4-FFF2-40B4-BE49-F238E27FC236}">
                    <a16:creationId xmlns:a16="http://schemas.microsoft.com/office/drawing/2014/main" id="{A680E84B-48BA-F8B1-3C81-223CEDEDE951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189" name="TextBox 1188">
                  <a:extLst>
                    <a:ext uri="{FF2B5EF4-FFF2-40B4-BE49-F238E27FC236}">
                      <a16:creationId xmlns:a16="http://schemas.microsoft.com/office/drawing/2014/main" id="{5A0B8419-D37E-6008-84C1-C6EF92F0534B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0" name="타원 1189">
                  <a:extLst>
                    <a:ext uri="{FF2B5EF4-FFF2-40B4-BE49-F238E27FC236}">
                      <a16:creationId xmlns:a16="http://schemas.microsoft.com/office/drawing/2014/main" id="{7E2ED215-9155-37BB-16A5-208B559D5FED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2" name="그룹 1161">
                <a:extLst>
                  <a:ext uri="{FF2B5EF4-FFF2-40B4-BE49-F238E27FC236}">
                    <a16:creationId xmlns:a16="http://schemas.microsoft.com/office/drawing/2014/main" id="{9249B480-EE2A-E5EA-0D9A-0A705814A10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187" name="타원 1186">
                  <a:extLst>
                    <a:ext uri="{FF2B5EF4-FFF2-40B4-BE49-F238E27FC236}">
                      <a16:creationId xmlns:a16="http://schemas.microsoft.com/office/drawing/2014/main" id="{BC0DB4CB-B18B-DD18-1DE2-FB138DC18CD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8" name="TextBox 1187">
                  <a:extLst>
                    <a:ext uri="{FF2B5EF4-FFF2-40B4-BE49-F238E27FC236}">
                      <a16:creationId xmlns:a16="http://schemas.microsoft.com/office/drawing/2014/main" id="{4AFEBABB-8DA2-91C2-4F56-552AA45FD9C8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3" name="그룹 1162">
                <a:extLst>
                  <a:ext uri="{FF2B5EF4-FFF2-40B4-BE49-F238E27FC236}">
                    <a16:creationId xmlns:a16="http://schemas.microsoft.com/office/drawing/2014/main" id="{1D66650D-194E-78B3-9F84-8DD4E6BBF05C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185" name="타원 1184">
                  <a:extLst>
                    <a:ext uri="{FF2B5EF4-FFF2-40B4-BE49-F238E27FC236}">
                      <a16:creationId xmlns:a16="http://schemas.microsoft.com/office/drawing/2014/main" id="{F8F259D4-45F8-2CD7-E8F2-EC5A202AE8DA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6" name="TextBox 1185">
                  <a:extLst>
                    <a:ext uri="{FF2B5EF4-FFF2-40B4-BE49-F238E27FC236}">
                      <a16:creationId xmlns:a16="http://schemas.microsoft.com/office/drawing/2014/main" id="{0945B755-0428-05D3-E73F-5CF09DE09455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4" name="그룹 1163">
                <a:extLst>
                  <a:ext uri="{FF2B5EF4-FFF2-40B4-BE49-F238E27FC236}">
                    <a16:creationId xmlns:a16="http://schemas.microsoft.com/office/drawing/2014/main" id="{E2EB2482-79DC-EFE1-ED9D-EB5D7A25AF99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83" name="타원 1182">
                  <a:extLst>
                    <a:ext uri="{FF2B5EF4-FFF2-40B4-BE49-F238E27FC236}">
                      <a16:creationId xmlns:a16="http://schemas.microsoft.com/office/drawing/2014/main" id="{303C0C1C-5A15-2884-ED64-E76F602C4FD9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4" name="TextBox 1183">
                  <a:extLst>
                    <a:ext uri="{FF2B5EF4-FFF2-40B4-BE49-F238E27FC236}">
                      <a16:creationId xmlns:a16="http://schemas.microsoft.com/office/drawing/2014/main" id="{1DCBAC26-3900-9A75-80D5-DF51CB3200C5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5" name="그룹 1164">
                <a:extLst>
                  <a:ext uri="{FF2B5EF4-FFF2-40B4-BE49-F238E27FC236}">
                    <a16:creationId xmlns:a16="http://schemas.microsoft.com/office/drawing/2014/main" id="{C72D3199-2F99-8506-FBBD-111F595E4F55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81" name="타원 1180">
                  <a:extLst>
                    <a:ext uri="{FF2B5EF4-FFF2-40B4-BE49-F238E27FC236}">
                      <a16:creationId xmlns:a16="http://schemas.microsoft.com/office/drawing/2014/main" id="{803544D9-EB90-251B-3858-A02EA1AB744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2" name="TextBox 1181">
                  <a:extLst>
                    <a:ext uri="{FF2B5EF4-FFF2-40B4-BE49-F238E27FC236}">
                      <a16:creationId xmlns:a16="http://schemas.microsoft.com/office/drawing/2014/main" id="{0DCC5538-A776-5DAE-80F9-85147DE7EA7E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66" name="그룹 1165">
                <a:extLst>
                  <a:ext uri="{FF2B5EF4-FFF2-40B4-BE49-F238E27FC236}">
                    <a16:creationId xmlns:a16="http://schemas.microsoft.com/office/drawing/2014/main" id="{6F7A2747-5B48-CF32-9403-4FBD53BBFD96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79" name="타원 1178">
                  <a:extLst>
                    <a:ext uri="{FF2B5EF4-FFF2-40B4-BE49-F238E27FC236}">
                      <a16:creationId xmlns:a16="http://schemas.microsoft.com/office/drawing/2014/main" id="{BC40C9DC-7E40-6971-6262-987C47DD6978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0" name="TextBox 1179">
                  <a:extLst>
                    <a:ext uri="{FF2B5EF4-FFF2-40B4-BE49-F238E27FC236}">
                      <a16:creationId xmlns:a16="http://schemas.microsoft.com/office/drawing/2014/main" id="{B31F4753-5D92-04F1-5F60-DD3ED6EF57B4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67" name="그룹 1166">
                <a:extLst>
                  <a:ext uri="{FF2B5EF4-FFF2-40B4-BE49-F238E27FC236}">
                    <a16:creationId xmlns:a16="http://schemas.microsoft.com/office/drawing/2014/main" id="{A19FF68C-74FA-4192-B5F2-B3E5479A57F1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77" name="타원 1176">
                  <a:extLst>
                    <a:ext uri="{FF2B5EF4-FFF2-40B4-BE49-F238E27FC236}">
                      <a16:creationId xmlns:a16="http://schemas.microsoft.com/office/drawing/2014/main" id="{29E3D4C6-DA01-826C-6AB0-57D4C9649E71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8" name="TextBox 1177">
                  <a:extLst>
                    <a:ext uri="{FF2B5EF4-FFF2-40B4-BE49-F238E27FC236}">
                      <a16:creationId xmlns:a16="http://schemas.microsoft.com/office/drawing/2014/main" id="{DEB0A97B-4D0E-1C55-078F-13F833C576B4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75" name="타원 1174">
                <a:extLst>
                  <a:ext uri="{FF2B5EF4-FFF2-40B4-BE49-F238E27FC236}">
                    <a16:creationId xmlns:a16="http://schemas.microsoft.com/office/drawing/2014/main" id="{5AD24F54-D702-335A-E9C0-F76FEDF60CC9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3" name="타원 1172">
                <a:extLst>
                  <a:ext uri="{FF2B5EF4-FFF2-40B4-BE49-F238E27FC236}">
                    <a16:creationId xmlns:a16="http://schemas.microsoft.com/office/drawing/2014/main" id="{CA5D5B43-B191-3F10-0EF4-1C18EC4C5524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71" name="타원 1170">
                <a:extLst>
                  <a:ext uri="{FF2B5EF4-FFF2-40B4-BE49-F238E27FC236}">
                    <a16:creationId xmlns:a16="http://schemas.microsoft.com/office/drawing/2014/main" id="{F9128A2E-D6E0-9041-B845-9C3D0D27E9B4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93" name="그룹 1192">
            <a:extLst>
              <a:ext uri="{FF2B5EF4-FFF2-40B4-BE49-F238E27FC236}">
                <a16:creationId xmlns:a16="http://schemas.microsoft.com/office/drawing/2014/main" id="{FFBF5661-8B73-7BD6-64D0-A66BBF448E94}"/>
              </a:ext>
            </a:extLst>
          </p:cNvPr>
          <p:cNvGrpSpPr/>
          <p:nvPr/>
        </p:nvGrpSpPr>
        <p:grpSpPr>
          <a:xfrm>
            <a:off x="2433982" y="3746699"/>
            <a:ext cx="1631005" cy="1727858"/>
            <a:chOff x="71774" y="591927"/>
            <a:chExt cx="1662593" cy="1761321"/>
          </a:xfrm>
        </p:grpSpPr>
        <p:grpSp>
          <p:nvGrpSpPr>
            <p:cNvPr id="847" name="그룹 846">
              <a:extLst>
                <a:ext uri="{FF2B5EF4-FFF2-40B4-BE49-F238E27FC236}">
                  <a16:creationId xmlns:a16="http://schemas.microsoft.com/office/drawing/2014/main" id="{32C44689-E29B-6639-6989-207A8D5102EC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848" name="타원 847">
                <a:extLst>
                  <a:ext uri="{FF2B5EF4-FFF2-40B4-BE49-F238E27FC236}">
                    <a16:creationId xmlns:a16="http://schemas.microsoft.com/office/drawing/2014/main" id="{ABEF92D4-443A-33DF-A1A4-998BA2B9142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DDA20C76-1670-736C-9574-CE6CB98EBD44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850" name="그룹 849">
                <a:extLst>
                  <a:ext uri="{FF2B5EF4-FFF2-40B4-BE49-F238E27FC236}">
                    <a16:creationId xmlns:a16="http://schemas.microsoft.com/office/drawing/2014/main" id="{87C09F41-A8AA-3169-AACA-258DD6FAD826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875" name="타원 874">
                  <a:extLst>
                    <a:ext uri="{FF2B5EF4-FFF2-40B4-BE49-F238E27FC236}">
                      <a16:creationId xmlns:a16="http://schemas.microsoft.com/office/drawing/2014/main" id="{5C943167-509E-3742-BF24-3E9A04198CF6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31844791-E0C5-DF66-8A48-86051D9A7A3B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94" name="타원 1193">
                  <a:extLst>
                    <a:ext uri="{FF2B5EF4-FFF2-40B4-BE49-F238E27FC236}">
                      <a16:creationId xmlns:a16="http://schemas.microsoft.com/office/drawing/2014/main" id="{14B9B51A-A8CD-7EFE-C1C7-3FF2346C1795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1" name="그룹 850">
                <a:extLst>
                  <a:ext uri="{FF2B5EF4-FFF2-40B4-BE49-F238E27FC236}">
                    <a16:creationId xmlns:a16="http://schemas.microsoft.com/office/drawing/2014/main" id="{90646DB4-DA95-B274-A0F4-2D4478C14004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873" name="타원 872">
                  <a:extLst>
                    <a:ext uri="{FF2B5EF4-FFF2-40B4-BE49-F238E27FC236}">
                      <a16:creationId xmlns:a16="http://schemas.microsoft.com/office/drawing/2014/main" id="{1EA08EA5-C2C3-5CBA-F568-B40A2ECAA647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0BAC0DC9-F5C4-1FD9-B20E-B28C9732B8F0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2" name="그룹 851">
                <a:extLst>
                  <a:ext uri="{FF2B5EF4-FFF2-40B4-BE49-F238E27FC236}">
                    <a16:creationId xmlns:a16="http://schemas.microsoft.com/office/drawing/2014/main" id="{CB21C143-AD5A-A956-4B77-B361429412B2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9CCB4388-2248-442D-A8A3-715DD472CCF8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E981BC3A-183E-E09E-03A0-8174D2D0576E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869" name="타원 868">
                <a:extLst>
                  <a:ext uri="{FF2B5EF4-FFF2-40B4-BE49-F238E27FC236}">
                    <a16:creationId xmlns:a16="http://schemas.microsoft.com/office/drawing/2014/main" id="{1E6D6F99-85B2-CAE8-AFC6-D792292D7E1E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54" name="그룹 853">
                <a:extLst>
                  <a:ext uri="{FF2B5EF4-FFF2-40B4-BE49-F238E27FC236}">
                    <a16:creationId xmlns:a16="http://schemas.microsoft.com/office/drawing/2014/main" id="{2E9668D9-5BC0-195D-E92E-9FE8E4E8D1A1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867" name="타원 866">
                  <a:extLst>
                    <a:ext uri="{FF2B5EF4-FFF2-40B4-BE49-F238E27FC236}">
                      <a16:creationId xmlns:a16="http://schemas.microsoft.com/office/drawing/2014/main" id="{353D6EB7-8831-E500-CF90-3E7238508EC4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1AC468EA-5377-8F9D-2D29-8449E06FD9C4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C03D9A2F-0D18-05F7-40C4-06BD3F5C2AB1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865" name="타원 864">
                  <a:extLst>
                    <a:ext uri="{FF2B5EF4-FFF2-40B4-BE49-F238E27FC236}">
                      <a16:creationId xmlns:a16="http://schemas.microsoft.com/office/drawing/2014/main" id="{8DF20C51-0474-E0DE-ACEA-022DD624BCC1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6" name="TextBox 865">
                  <a:extLst>
                    <a:ext uri="{FF2B5EF4-FFF2-40B4-BE49-F238E27FC236}">
                      <a16:creationId xmlns:a16="http://schemas.microsoft.com/office/drawing/2014/main" id="{78A6BF17-8A95-ADB0-5865-A7E80D9F0E9C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863" name="타원 862">
                <a:extLst>
                  <a:ext uri="{FF2B5EF4-FFF2-40B4-BE49-F238E27FC236}">
                    <a16:creationId xmlns:a16="http://schemas.microsoft.com/office/drawing/2014/main" id="{CEE0D1CF-F40D-4B6F-0864-0D17582635BB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1" name="타원 860">
                <a:extLst>
                  <a:ext uri="{FF2B5EF4-FFF2-40B4-BE49-F238E27FC236}">
                    <a16:creationId xmlns:a16="http://schemas.microsoft.com/office/drawing/2014/main" id="{15C10D4A-BC8C-46A9-0EC0-F071C38594CE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9" name="타원 858">
                <a:extLst>
                  <a:ext uri="{FF2B5EF4-FFF2-40B4-BE49-F238E27FC236}">
                    <a16:creationId xmlns:a16="http://schemas.microsoft.com/office/drawing/2014/main" id="{0EDD1E84-A370-80AB-44EE-23F6345CAE38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3B36FBBD-661D-80E6-4234-D787BDD3BED3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1376" name="그룹 1375">
            <a:extLst>
              <a:ext uri="{FF2B5EF4-FFF2-40B4-BE49-F238E27FC236}">
                <a16:creationId xmlns:a16="http://schemas.microsoft.com/office/drawing/2014/main" id="{42DB2CD3-26AF-F7A1-9AC3-DB5229443FF7}"/>
              </a:ext>
            </a:extLst>
          </p:cNvPr>
          <p:cNvGrpSpPr/>
          <p:nvPr/>
        </p:nvGrpSpPr>
        <p:grpSpPr>
          <a:xfrm>
            <a:off x="8256514" y="993689"/>
            <a:ext cx="1634192" cy="1823884"/>
            <a:chOff x="2129302" y="890897"/>
            <a:chExt cx="1634192" cy="1823884"/>
          </a:xfrm>
        </p:grpSpPr>
        <p:grpSp>
          <p:nvGrpSpPr>
            <p:cNvPr id="988" name="그룹 987">
              <a:extLst>
                <a:ext uri="{FF2B5EF4-FFF2-40B4-BE49-F238E27FC236}">
                  <a16:creationId xmlns:a16="http://schemas.microsoft.com/office/drawing/2014/main" id="{DE2741F4-6A23-B4F3-56DE-F0F61D64B205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989" name="타원 988">
                <a:extLst>
                  <a:ext uri="{FF2B5EF4-FFF2-40B4-BE49-F238E27FC236}">
                    <a16:creationId xmlns:a16="http://schemas.microsoft.com/office/drawing/2014/main" id="{684480F4-42CF-C866-16DF-34CA652CA52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9" name="타원 1018">
                <a:extLst>
                  <a:ext uri="{FF2B5EF4-FFF2-40B4-BE49-F238E27FC236}">
                    <a16:creationId xmlns:a16="http://schemas.microsoft.com/office/drawing/2014/main" id="{898604F7-3180-6E4B-A039-F5BF6D797A6F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91" name="그룹 990">
                <a:extLst>
                  <a:ext uri="{FF2B5EF4-FFF2-40B4-BE49-F238E27FC236}">
                    <a16:creationId xmlns:a16="http://schemas.microsoft.com/office/drawing/2014/main" id="{8DF51D8D-9DE8-ED2C-B5AE-22EE39192CC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016" name="타원 1015">
                  <a:extLst>
                    <a:ext uri="{FF2B5EF4-FFF2-40B4-BE49-F238E27FC236}">
                      <a16:creationId xmlns:a16="http://schemas.microsoft.com/office/drawing/2014/main" id="{93EA6D6B-4C0C-1950-6196-8D409064482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84656516-4BEF-E9AB-DAE2-27D83DCFD421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E7CA2D32-970B-88B3-79F9-99B444ADEE93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014" name="타원 1013">
                  <a:extLst>
                    <a:ext uri="{FF2B5EF4-FFF2-40B4-BE49-F238E27FC236}">
                      <a16:creationId xmlns:a16="http://schemas.microsoft.com/office/drawing/2014/main" id="{CEB83088-12E1-DF27-2750-BB82665F696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5" name="TextBox 1014">
                  <a:extLst>
                    <a:ext uri="{FF2B5EF4-FFF2-40B4-BE49-F238E27FC236}">
                      <a16:creationId xmlns:a16="http://schemas.microsoft.com/office/drawing/2014/main" id="{A6B1708D-4035-9F1D-CD73-E5E4C2EB4B1C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3" name="그룹 992">
                <a:extLst>
                  <a:ext uri="{FF2B5EF4-FFF2-40B4-BE49-F238E27FC236}">
                    <a16:creationId xmlns:a16="http://schemas.microsoft.com/office/drawing/2014/main" id="{207782FC-8D61-B8C2-B1C3-F393BBBF8A7F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012" name="타원 1011">
                  <a:extLst>
                    <a:ext uri="{FF2B5EF4-FFF2-40B4-BE49-F238E27FC236}">
                      <a16:creationId xmlns:a16="http://schemas.microsoft.com/office/drawing/2014/main" id="{CD7545D8-D0D8-A88F-E460-81FFB319FA40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3" name="TextBox 1012">
                  <a:extLst>
                    <a:ext uri="{FF2B5EF4-FFF2-40B4-BE49-F238E27FC236}">
                      <a16:creationId xmlns:a16="http://schemas.microsoft.com/office/drawing/2014/main" id="{F6104FE3-7CFA-A8F4-A296-08234ECB6994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94" name="그룹 993">
                <a:extLst>
                  <a:ext uri="{FF2B5EF4-FFF2-40B4-BE49-F238E27FC236}">
                    <a16:creationId xmlns:a16="http://schemas.microsoft.com/office/drawing/2014/main" id="{A0413C08-747D-6F6A-AA55-BE4442DF3E47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010" name="타원 1009">
                  <a:extLst>
                    <a:ext uri="{FF2B5EF4-FFF2-40B4-BE49-F238E27FC236}">
                      <a16:creationId xmlns:a16="http://schemas.microsoft.com/office/drawing/2014/main" id="{027936C6-47D0-8B33-DA72-1419709CB8A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1" name="TextBox 1010">
                  <a:extLst>
                    <a:ext uri="{FF2B5EF4-FFF2-40B4-BE49-F238E27FC236}">
                      <a16:creationId xmlns:a16="http://schemas.microsoft.com/office/drawing/2014/main" id="{88AAFF90-BDE2-C5B5-EFC9-F7FCEE7CD18D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95" name="그룹 994">
                <a:extLst>
                  <a:ext uri="{FF2B5EF4-FFF2-40B4-BE49-F238E27FC236}">
                    <a16:creationId xmlns:a16="http://schemas.microsoft.com/office/drawing/2014/main" id="{69C20CEA-329D-7AB4-372A-9224B281FFBB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008" name="타원 1007">
                  <a:extLst>
                    <a:ext uri="{FF2B5EF4-FFF2-40B4-BE49-F238E27FC236}">
                      <a16:creationId xmlns:a16="http://schemas.microsoft.com/office/drawing/2014/main" id="{2DBCBFA7-7E86-FD1A-2446-42514855140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09" name="TextBox 1008">
                  <a:extLst>
                    <a:ext uri="{FF2B5EF4-FFF2-40B4-BE49-F238E27FC236}">
                      <a16:creationId xmlns:a16="http://schemas.microsoft.com/office/drawing/2014/main" id="{9D00337D-BD3D-1526-481F-815EF8944983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006" name="타원 1005">
                <a:extLst>
                  <a:ext uri="{FF2B5EF4-FFF2-40B4-BE49-F238E27FC236}">
                    <a16:creationId xmlns:a16="http://schemas.microsoft.com/office/drawing/2014/main" id="{835FDE60-9992-A133-5F07-155495B79578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4" name="타원 1003">
                <a:extLst>
                  <a:ext uri="{FF2B5EF4-FFF2-40B4-BE49-F238E27FC236}">
                    <a16:creationId xmlns:a16="http://schemas.microsoft.com/office/drawing/2014/main" id="{73C5E7C9-DBF1-E88D-1146-B2A49123536F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2" name="타원 1001">
                <a:extLst>
                  <a:ext uri="{FF2B5EF4-FFF2-40B4-BE49-F238E27FC236}">
                    <a16:creationId xmlns:a16="http://schemas.microsoft.com/office/drawing/2014/main" id="{FF237D49-DDF0-ACC0-4CC9-694012003702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0" name="타원 999">
                <a:extLst>
                  <a:ext uri="{FF2B5EF4-FFF2-40B4-BE49-F238E27FC236}">
                    <a16:creationId xmlns:a16="http://schemas.microsoft.com/office/drawing/2014/main" id="{FE4D2192-636B-DDA4-F56C-04852B5B97C3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2" name="TextBox 1191">
              <a:extLst>
                <a:ext uri="{FF2B5EF4-FFF2-40B4-BE49-F238E27FC236}">
                  <a16:creationId xmlns:a16="http://schemas.microsoft.com/office/drawing/2014/main" id="{C41D149E-C01D-46C7-D23C-B4205CA1FBF5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1264" name="그룹 1263">
            <a:extLst>
              <a:ext uri="{FF2B5EF4-FFF2-40B4-BE49-F238E27FC236}">
                <a16:creationId xmlns:a16="http://schemas.microsoft.com/office/drawing/2014/main" id="{1C240F01-DE35-29E9-88EC-4A34B8800159}"/>
              </a:ext>
            </a:extLst>
          </p:cNvPr>
          <p:cNvGrpSpPr/>
          <p:nvPr/>
        </p:nvGrpSpPr>
        <p:grpSpPr>
          <a:xfrm>
            <a:off x="6481554" y="3731241"/>
            <a:ext cx="1587295" cy="1739333"/>
            <a:chOff x="2185243" y="3210132"/>
            <a:chExt cx="1587295" cy="1739333"/>
          </a:xfrm>
        </p:grpSpPr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B870A550-6105-D211-571C-5A1026142CD5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6D125B8F-033D-1F12-73EA-931719F10AC7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1197" name="그룹 1196">
                <a:extLst>
                  <a:ext uri="{FF2B5EF4-FFF2-40B4-BE49-F238E27FC236}">
                    <a16:creationId xmlns:a16="http://schemas.microsoft.com/office/drawing/2014/main" id="{54C475B2-4DC4-753D-9E50-F953F3E2D286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1198" name="타원 1197">
                  <a:extLst>
                    <a:ext uri="{FF2B5EF4-FFF2-40B4-BE49-F238E27FC236}">
                      <a16:creationId xmlns:a16="http://schemas.microsoft.com/office/drawing/2014/main" id="{502D737A-B3DB-D3A5-7123-9F9B6FE75AA3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9" name="그룹 1198">
                  <a:extLst>
                    <a:ext uri="{FF2B5EF4-FFF2-40B4-BE49-F238E27FC236}">
                      <a16:creationId xmlns:a16="http://schemas.microsoft.com/office/drawing/2014/main" id="{9A3679DD-BB35-6135-5AF1-095D30D7967D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27" name="TextBox 1226">
                    <a:extLst>
                      <a:ext uri="{FF2B5EF4-FFF2-40B4-BE49-F238E27FC236}">
                        <a16:creationId xmlns:a16="http://schemas.microsoft.com/office/drawing/2014/main" id="{30D79CE8-77BA-D586-8E4A-4473E1280912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28" name="타원 1227">
                    <a:extLst>
                      <a:ext uri="{FF2B5EF4-FFF2-40B4-BE49-F238E27FC236}">
                        <a16:creationId xmlns:a16="http://schemas.microsoft.com/office/drawing/2014/main" id="{EAEDCE1E-D3F0-48B9-9C4C-8AFB5EE81D3B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046A1C61-9BD4-B278-5AE7-D7A469212CAF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225" name="타원 1224">
                    <a:extLst>
                      <a:ext uri="{FF2B5EF4-FFF2-40B4-BE49-F238E27FC236}">
                        <a16:creationId xmlns:a16="http://schemas.microsoft.com/office/drawing/2014/main" id="{1818DF00-6EB9-02C3-981A-78122A736A2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6" name="TextBox 1225">
                    <a:extLst>
                      <a:ext uri="{FF2B5EF4-FFF2-40B4-BE49-F238E27FC236}">
                        <a16:creationId xmlns:a16="http://schemas.microsoft.com/office/drawing/2014/main" id="{E600E19E-6A99-C434-B52F-AC26B3849E68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1" name="그룹 1200">
                  <a:extLst>
                    <a:ext uri="{FF2B5EF4-FFF2-40B4-BE49-F238E27FC236}">
                      <a16:creationId xmlns:a16="http://schemas.microsoft.com/office/drawing/2014/main" id="{65581CE2-686B-99C2-FE0C-BB663341C7A9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223" name="타원 1222">
                    <a:extLst>
                      <a:ext uri="{FF2B5EF4-FFF2-40B4-BE49-F238E27FC236}">
                        <a16:creationId xmlns:a16="http://schemas.microsoft.com/office/drawing/2014/main" id="{4BA4CDE0-E08E-DD68-D645-7CDF6F9AE30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4" name="TextBox 1223">
                    <a:extLst>
                      <a:ext uri="{FF2B5EF4-FFF2-40B4-BE49-F238E27FC236}">
                        <a16:creationId xmlns:a16="http://schemas.microsoft.com/office/drawing/2014/main" id="{7D9F9FFD-0052-BAFC-F669-14762EA681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2" name="그룹 1201">
                  <a:extLst>
                    <a:ext uri="{FF2B5EF4-FFF2-40B4-BE49-F238E27FC236}">
                      <a16:creationId xmlns:a16="http://schemas.microsoft.com/office/drawing/2014/main" id="{C88CA29D-6EE1-636D-94FF-69BCF9BE4307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21" name="타원 1220">
                    <a:extLst>
                      <a:ext uri="{FF2B5EF4-FFF2-40B4-BE49-F238E27FC236}">
                        <a16:creationId xmlns:a16="http://schemas.microsoft.com/office/drawing/2014/main" id="{663594AD-6A5C-490B-20F6-A97E2DD6C0CC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222" name="TextBox 1221">
                    <a:extLst>
                      <a:ext uri="{FF2B5EF4-FFF2-40B4-BE49-F238E27FC236}">
                        <a16:creationId xmlns:a16="http://schemas.microsoft.com/office/drawing/2014/main" id="{B9A79BCC-E5C4-6B66-CD24-A99F0768F8D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03" name="그룹 1202">
                  <a:extLst>
                    <a:ext uri="{FF2B5EF4-FFF2-40B4-BE49-F238E27FC236}">
                      <a16:creationId xmlns:a16="http://schemas.microsoft.com/office/drawing/2014/main" id="{BCD3ADE8-9B63-D547-0DCF-CF470543CF2D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19" name="타원 1218">
                    <a:extLst>
                      <a:ext uri="{FF2B5EF4-FFF2-40B4-BE49-F238E27FC236}">
                        <a16:creationId xmlns:a16="http://schemas.microsoft.com/office/drawing/2014/main" id="{EF7DD3B2-74B1-4415-E1B5-21B38EF649C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0" name="TextBox 1219">
                    <a:extLst>
                      <a:ext uri="{FF2B5EF4-FFF2-40B4-BE49-F238E27FC236}">
                        <a16:creationId xmlns:a16="http://schemas.microsoft.com/office/drawing/2014/main" id="{7CADC3A1-4726-38F5-DF9D-D0A8945FE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04" name="그룹 1203">
                  <a:extLst>
                    <a:ext uri="{FF2B5EF4-FFF2-40B4-BE49-F238E27FC236}">
                      <a16:creationId xmlns:a16="http://schemas.microsoft.com/office/drawing/2014/main" id="{ACFBC198-2B02-14E2-1038-86507A76621D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17" name="타원 1216">
                    <a:extLst>
                      <a:ext uri="{FF2B5EF4-FFF2-40B4-BE49-F238E27FC236}">
                        <a16:creationId xmlns:a16="http://schemas.microsoft.com/office/drawing/2014/main" id="{8BEBD672-98DA-89A8-AE66-3715A20BB7F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7C95331E-2EE5-7BAB-AF7E-9065F91082CC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13" name="타원 1212">
                  <a:extLst>
                    <a:ext uri="{FF2B5EF4-FFF2-40B4-BE49-F238E27FC236}">
                      <a16:creationId xmlns:a16="http://schemas.microsoft.com/office/drawing/2014/main" id="{1CD7E43C-CBDD-E617-CE62-43D5E4DCA42A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1" name="타원 1210">
                  <a:extLst>
                    <a:ext uri="{FF2B5EF4-FFF2-40B4-BE49-F238E27FC236}">
                      <a16:creationId xmlns:a16="http://schemas.microsoft.com/office/drawing/2014/main" id="{E9E56DBF-F652-2DCE-804A-65BD1F79D61C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9" name="타원 1208">
                  <a:extLst>
                    <a:ext uri="{FF2B5EF4-FFF2-40B4-BE49-F238E27FC236}">
                      <a16:creationId xmlns:a16="http://schemas.microsoft.com/office/drawing/2014/main" id="{6A04DFBF-9251-849B-0464-7CB88D00E1C6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229" name="타원 1228">
              <a:extLst>
                <a:ext uri="{FF2B5EF4-FFF2-40B4-BE49-F238E27FC236}">
                  <a16:creationId xmlns:a16="http://schemas.microsoft.com/office/drawing/2014/main" id="{46C9BFC9-022A-B040-4523-82A7F32CA09D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7" name="그룹 1266">
            <a:extLst>
              <a:ext uri="{FF2B5EF4-FFF2-40B4-BE49-F238E27FC236}">
                <a16:creationId xmlns:a16="http://schemas.microsoft.com/office/drawing/2014/main" id="{DD7412BB-85A4-BCD7-E0FB-659C93D91CA4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230" name="그룹 1229">
              <a:extLst>
                <a:ext uri="{FF2B5EF4-FFF2-40B4-BE49-F238E27FC236}">
                  <a16:creationId xmlns:a16="http://schemas.microsoft.com/office/drawing/2014/main" id="{47B545D9-1731-6BE6-5E5C-BEF3AEDB701B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231" name="TextBox 1230">
                <a:extLst>
                  <a:ext uri="{FF2B5EF4-FFF2-40B4-BE49-F238E27FC236}">
                    <a16:creationId xmlns:a16="http://schemas.microsoft.com/office/drawing/2014/main" id="{0FAFD2E7-01AA-B4E6-668A-61676A2FAEBF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1232" name="그룹 1231">
                <a:extLst>
                  <a:ext uri="{FF2B5EF4-FFF2-40B4-BE49-F238E27FC236}">
                    <a16:creationId xmlns:a16="http://schemas.microsoft.com/office/drawing/2014/main" id="{3904254D-9CB6-14D0-6D67-0496EA9E2338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233" name="타원 1232">
                  <a:extLst>
                    <a:ext uri="{FF2B5EF4-FFF2-40B4-BE49-F238E27FC236}">
                      <a16:creationId xmlns:a16="http://schemas.microsoft.com/office/drawing/2014/main" id="{682929E6-9E16-3ED2-1E1B-BA5CEB6BF03A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C6785527-301D-AD81-C50E-3B1E11D99877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262" name="TextBox 1261">
                    <a:extLst>
                      <a:ext uri="{FF2B5EF4-FFF2-40B4-BE49-F238E27FC236}">
                        <a16:creationId xmlns:a16="http://schemas.microsoft.com/office/drawing/2014/main" id="{62D57301-ABE4-22AE-5E86-4FE9D937BADD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263" name="타원 1262">
                    <a:extLst>
                      <a:ext uri="{FF2B5EF4-FFF2-40B4-BE49-F238E27FC236}">
                        <a16:creationId xmlns:a16="http://schemas.microsoft.com/office/drawing/2014/main" id="{409B646A-1A7F-CB30-BCE5-A67E1B29FE26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CAF34654-33D3-817D-DEF3-C79DAC57AA35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60" name="타원 1259">
                    <a:extLst>
                      <a:ext uri="{FF2B5EF4-FFF2-40B4-BE49-F238E27FC236}">
                        <a16:creationId xmlns:a16="http://schemas.microsoft.com/office/drawing/2014/main" id="{FC295308-3FBB-5318-9DF1-B1F7B8406C66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61" name="TextBox 1260">
                    <a:extLst>
                      <a:ext uri="{FF2B5EF4-FFF2-40B4-BE49-F238E27FC236}">
                        <a16:creationId xmlns:a16="http://schemas.microsoft.com/office/drawing/2014/main" id="{7095AAC9-C1CF-0191-E2D6-324B9FAB6AC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6" name="그룹 1235">
                  <a:extLst>
                    <a:ext uri="{FF2B5EF4-FFF2-40B4-BE49-F238E27FC236}">
                      <a16:creationId xmlns:a16="http://schemas.microsoft.com/office/drawing/2014/main" id="{376A42AC-743A-6EB3-00C6-6051762A39A0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58" name="타원 1257">
                    <a:extLst>
                      <a:ext uri="{FF2B5EF4-FFF2-40B4-BE49-F238E27FC236}">
                        <a16:creationId xmlns:a16="http://schemas.microsoft.com/office/drawing/2014/main" id="{85ED2916-C36B-87C3-FD3D-893E0F688BDB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9" name="TextBox 1258">
                    <a:extLst>
                      <a:ext uri="{FF2B5EF4-FFF2-40B4-BE49-F238E27FC236}">
                        <a16:creationId xmlns:a16="http://schemas.microsoft.com/office/drawing/2014/main" id="{DE4EBCF4-C415-4CCA-B1F1-D5FE2751184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7" name="그룹 1236">
                  <a:extLst>
                    <a:ext uri="{FF2B5EF4-FFF2-40B4-BE49-F238E27FC236}">
                      <a16:creationId xmlns:a16="http://schemas.microsoft.com/office/drawing/2014/main" id="{98E5C6E6-40B0-4D54-9900-07D72C3E4DF3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56" name="타원 1255">
                    <a:extLst>
                      <a:ext uri="{FF2B5EF4-FFF2-40B4-BE49-F238E27FC236}">
                        <a16:creationId xmlns:a16="http://schemas.microsoft.com/office/drawing/2014/main" id="{AFFEF952-9FE5-ED61-CB96-F406B11CAB4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7" name="TextBox 1256">
                    <a:extLst>
                      <a:ext uri="{FF2B5EF4-FFF2-40B4-BE49-F238E27FC236}">
                        <a16:creationId xmlns:a16="http://schemas.microsoft.com/office/drawing/2014/main" id="{8DA1FF0C-9BAD-CCD1-3354-8C1E456072A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38" name="그룹 1237">
                  <a:extLst>
                    <a:ext uri="{FF2B5EF4-FFF2-40B4-BE49-F238E27FC236}">
                      <a16:creationId xmlns:a16="http://schemas.microsoft.com/office/drawing/2014/main" id="{5B26D1ED-3444-B934-F72D-9E808A5EB33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54" name="타원 1253">
                    <a:extLst>
                      <a:ext uri="{FF2B5EF4-FFF2-40B4-BE49-F238E27FC236}">
                        <a16:creationId xmlns:a16="http://schemas.microsoft.com/office/drawing/2014/main" id="{C8712FB0-E141-7E61-02BB-261F93767AEB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5" name="TextBox 1254">
                    <a:extLst>
                      <a:ext uri="{FF2B5EF4-FFF2-40B4-BE49-F238E27FC236}">
                        <a16:creationId xmlns:a16="http://schemas.microsoft.com/office/drawing/2014/main" id="{EC16E1D2-DC5A-3072-0550-F8B718B9419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39" name="그룹 1238">
                  <a:extLst>
                    <a:ext uri="{FF2B5EF4-FFF2-40B4-BE49-F238E27FC236}">
                      <a16:creationId xmlns:a16="http://schemas.microsoft.com/office/drawing/2014/main" id="{95C78122-75FE-ABC5-B7F8-FEC880D9A52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52" name="타원 1251">
                    <a:extLst>
                      <a:ext uri="{FF2B5EF4-FFF2-40B4-BE49-F238E27FC236}">
                        <a16:creationId xmlns:a16="http://schemas.microsoft.com/office/drawing/2014/main" id="{3B1595B2-37EC-2E24-FFAD-29090EE6944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53" name="TextBox 1252">
                    <a:extLst>
                      <a:ext uri="{FF2B5EF4-FFF2-40B4-BE49-F238E27FC236}">
                        <a16:creationId xmlns:a16="http://schemas.microsoft.com/office/drawing/2014/main" id="{C189B176-38FB-F34F-2F58-1BAE8AB08B0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50" name="타원 1249">
                  <a:extLst>
                    <a:ext uri="{FF2B5EF4-FFF2-40B4-BE49-F238E27FC236}">
                      <a16:creationId xmlns:a16="http://schemas.microsoft.com/office/drawing/2014/main" id="{36AF44D1-CD58-678B-2C81-9932785B2681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8" name="타원 1247">
                  <a:extLst>
                    <a:ext uri="{FF2B5EF4-FFF2-40B4-BE49-F238E27FC236}">
                      <a16:creationId xmlns:a16="http://schemas.microsoft.com/office/drawing/2014/main" id="{212835C3-AB1B-F842-AF42-BDCF33B01450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6" name="타원 1245">
                  <a:extLst>
                    <a:ext uri="{FF2B5EF4-FFF2-40B4-BE49-F238E27FC236}">
                      <a16:creationId xmlns:a16="http://schemas.microsoft.com/office/drawing/2014/main" id="{D58E31FE-65B1-BC39-08E0-2BC988838343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4" name="타원 1243">
                  <a:extLst>
                    <a:ext uri="{FF2B5EF4-FFF2-40B4-BE49-F238E27FC236}">
                      <a16:creationId xmlns:a16="http://schemas.microsoft.com/office/drawing/2014/main" id="{ADCEE497-1C93-38E7-ED15-9F511E5D2FA9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265" name="타원 1264">
              <a:extLst>
                <a:ext uri="{FF2B5EF4-FFF2-40B4-BE49-F238E27FC236}">
                  <a16:creationId xmlns:a16="http://schemas.microsoft.com/office/drawing/2014/main" id="{EBB2F479-DC10-9EBF-E6AC-5E19942FFED1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04" name="그룹 1303">
            <a:extLst>
              <a:ext uri="{FF2B5EF4-FFF2-40B4-BE49-F238E27FC236}">
                <a16:creationId xmlns:a16="http://schemas.microsoft.com/office/drawing/2014/main" id="{B0736058-26BE-6DEA-814A-37E35B30BD86}"/>
              </a:ext>
            </a:extLst>
          </p:cNvPr>
          <p:cNvGrpSpPr/>
          <p:nvPr/>
        </p:nvGrpSpPr>
        <p:grpSpPr>
          <a:xfrm>
            <a:off x="6232800" y="1020239"/>
            <a:ext cx="1587294" cy="1790314"/>
            <a:chOff x="5982700" y="3210132"/>
            <a:chExt cx="1587294" cy="1790314"/>
          </a:xfrm>
        </p:grpSpPr>
        <p:grpSp>
          <p:nvGrpSpPr>
            <p:cNvPr id="1269" name="그룹 1268">
              <a:extLst>
                <a:ext uri="{FF2B5EF4-FFF2-40B4-BE49-F238E27FC236}">
                  <a16:creationId xmlns:a16="http://schemas.microsoft.com/office/drawing/2014/main" id="{3DBDF749-AD44-C757-CF64-27295A795BE6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1272" name="TextBox 1271">
                <a:extLst>
                  <a:ext uri="{FF2B5EF4-FFF2-40B4-BE49-F238E27FC236}">
                    <a16:creationId xmlns:a16="http://schemas.microsoft.com/office/drawing/2014/main" id="{A3B11885-EAA4-B632-90AC-3A80AA268499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1273" name="그룹 1272">
                <a:extLst>
                  <a:ext uri="{FF2B5EF4-FFF2-40B4-BE49-F238E27FC236}">
                    <a16:creationId xmlns:a16="http://schemas.microsoft.com/office/drawing/2014/main" id="{EA1E23D7-C92B-6BB8-BBEF-00ED96213A0E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1274" name="타원 1273">
                  <a:extLst>
                    <a:ext uri="{FF2B5EF4-FFF2-40B4-BE49-F238E27FC236}">
                      <a16:creationId xmlns:a16="http://schemas.microsoft.com/office/drawing/2014/main" id="{8599A62A-8074-A012-2782-5708F3E9DD0A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75" name="그룹 1274">
                  <a:extLst>
                    <a:ext uri="{FF2B5EF4-FFF2-40B4-BE49-F238E27FC236}">
                      <a16:creationId xmlns:a16="http://schemas.microsoft.com/office/drawing/2014/main" id="{22E062F4-63C7-BEF0-3020-9FFD357405A6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301" name="TextBox 1300">
                    <a:extLst>
                      <a:ext uri="{FF2B5EF4-FFF2-40B4-BE49-F238E27FC236}">
                        <a16:creationId xmlns:a16="http://schemas.microsoft.com/office/drawing/2014/main" id="{CF059417-C3F4-7A09-83F2-435EF8146FD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302" name="타원 1301">
                    <a:extLst>
                      <a:ext uri="{FF2B5EF4-FFF2-40B4-BE49-F238E27FC236}">
                        <a16:creationId xmlns:a16="http://schemas.microsoft.com/office/drawing/2014/main" id="{AD1C6DF1-3D4F-8305-882C-45518E803DF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276" name="그룹 1275">
                  <a:extLst>
                    <a:ext uri="{FF2B5EF4-FFF2-40B4-BE49-F238E27FC236}">
                      <a16:creationId xmlns:a16="http://schemas.microsoft.com/office/drawing/2014/main" id="{388B1D29-DEC8-F2CA-505D-29FF9E470C4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299" name="타원 1298">
                    <a:extLst>
                      <a:ext uri="{FF2B5EF4-FFF2-40B4-BE49-F238E27FC236}">
                        <a16:creationId xmlns:a16="http://schemas.microsoft.com/office/drawing/2014/main" id="{FA2113C5-1C7D-A738-6A67-A9BC64A12D5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00" name="TextBox 1299">
                    <a:extLst>
                      <a:ext uri="{FF2B5EF4-FFF2-40B4-BE49-F238E27FC236}">
                        <a16:creationId xmlns:a16="http://schemas.microsoft.com/office/drawing/2014/main" id="{FFC3DD0C-942E-89CC-75E6-BB961362AA4D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77" name="그룹 1276">
                  <a:extLst>
                    <a:ext uri="{FF2B5EF4-FFF2-40B4-BE49-F238E27FC236}">
                      <a16:creationId xmlns:a16="http://schemas.microsoft.com/office/drawing/2014/main" id="{38FAAC64-C272-61BA-715E-C93EA5641D5A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297" name="타원 1296">
                    <a:extLst>
                      <a:ext uri="{FF2B5EF4-FFF2-40B4-BE49-F238E27FC236}">
                        <a16:creationId xmlns:a16="http://schemas.microsoft.com/office/drawing/2014/main" id="{6C5EC117-7384-FA7B-7D3E-05A59371082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98" name="TextBox 1297">
                    <a:extLst>
                      <a:ext uri="{FF2B5EF4-FFF2-40B4-BE49-F238E27FC236}">
                        <a16:creationId xmlns:a16="http://schemas.microsoft.com/office/drawing/2014/main" id="{5736B5B2-C119-2234-C7A5-52DB9B5698C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78" name="그룹 1277">
                  <a:extLst>
                    <a:ext uri="{FF2B5EF4-FFF2-40B4-BE49-F238E27FC236}">
                      <a16:creationId xmlns:a16="http://schemas.microsoft.com/office/drawing/2014/main" id="{3DFFE305-5D22-8421-5231-6C3B356C88A6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295" name="타원 1294">
                    <a:extLst>
                      <a:ext uri="{FF2B5EF4-FFF2-40B4-BE49-F238E27FC236}">
                        <a16:creationId xmlns:a16="http://schemas.microsoft.com/office/drawing/2014/main" id="{BD7CEA45-41E9-D123-FA57-ADAEE5D76685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96" name="TextBox 1295">
                    <a:extLst>
                      <a:ext uri="{FF2B5EF4-FFF2-40B4-BE49-F238E27FC236}">
                        <a16:creationId xmlns:a16="http://schemas.microsoft.com/office/drawing/2014/main" id="{0ADED84D-05DC-2019-22BC-068F63B1EE9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279" name="그룹 1278">
                  <a:extLst>
                    <a:ext uri="{FF2B5EF4-FFF2-40B4-BE49-F238E27FC236}">
                      <a16:creationId xmlns:a16="http://schemas.microsoft.com/office/drawing/2014/main" id="{3E938792-0B2A-63B1-A27D-2ACC8C7DA9B7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293" name="타원 1292">
                    <a:extLst>
                      <a:ext uri="{FF2B5EF4-FFF2-40B4-BE49-F238E27FC236}">
                        <a16:creationId xmlns:a16="http://schemas.microsoft.com/office/drawing/2014/main" id="{FDAB5D4E-FE29-DB34-EF2E-7A80C47F181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94" name="TextBox 1293">
                    <a:extLst>
                      <a:ext uri="{FF2B5EF4-FFF2-40B4-BE49-F238E27FC236}">
                        <a16:creationId xmlns:a16="http://schemas.microsoft.com/office/drawing/2014/main" id="{81EB076B-1436-F098-3E22-3C03E369A75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280" name="그룹 1279">
                  <a:extLst>
                    <a:ext uri="{FF2B5EF4-FFF2-40B4-BE49-F238E27FC236}">
                      <a16:creationId xmlns:a16="http://schemas.microsoft.com/office/drawing/2014/main" id="{1FA431E2-C564-DBB1-D66A-157BE5FD6762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291" name="타원 1290">
                    <a:extLst>
                      <a:ext uri="{FF2B5EF4-FFF2-40B4-BE49-F238E27FC236}">
                        <a16:creationId xmlns:a16="http://schemas.microsoft.com/office/drawing/2014/main" id="{39FB8F4A-F0A4-2CE1-3AF3-2E60B01E05C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92" name="TextBox 1291">
                    <a:extLst>
                      <a:ext uri="{FF2B5EF4-FFF2-40B4-BE49-F238E27FC236}">
                        <a16:creationId xmlns:a16="http://schemas.microsoft.com/office/drawing/2014/main" id="{7CF9FEC4-1F08-FD80-C96D-62D338FDBE08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281" name="타원 1280">
                  <a:extLst>
                    <a:ext uri="{FF2B5EF4-FFF2-40B4-BE49-F238E27FC236}">
                      <a16:creationId xmlns:a16="http://schemas.microsoft.com/office/drawing/2014/main" id="{1412DAB2-2576-B8BB-464D-4B427ACD74DF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9" name="타원 1288">
                  <a:extLst>
                    <a:ext uri="{FF2B5EF4-FFF2-40B4-BE49-F238E27FC236}">
                      <a16:creationId xmlns:a16="http://schemas.microsoft.com/office/drawing/2014/main" id="{966722F5-3E5E-1C93-1E92-A51E6F14B42D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7" name="타원 1286">
                  <a:extLst>
                    <a:ext uri="{FF2B5EF4-FFF2-40B4-BE49-F238E27FC236}">
                      <a16:creationId xmlns:a16="http://schemas.microsoft.com/office/drawing/2014/main" id="{624797E2-0A96-8A64-E19C-3B8E2D9EE0A0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5" name="타원 1284">
                  <a:extLst>
                    <a:ext uri="{FF2B5EF4-FFF2-40B4-BE49-F238E27FC236}">
                      <a16:creationId xmlns:a16="http://schemas.microsoft.com/office/drawing/2014/main" id="{929D7FBA-CBD5-404B-9897-1516C2434806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303" name="타원 1302">
              <a:extLst>
                <a:ext uri="{FF2B5EF4-FFF2-40B4-BE49-F238E27FC236}">
                  <a16:creationId xmlns:a16="http://schemas.microsoft.com/office/drawing/2014/main" id="{FCAD19E2-9AAD-8506-05B9-F8E128B2C887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219E7A0C-F815-E896-AB75-96EC13015915}"/>
              </a:ext>
            </a:extLst>
          </p:cNvPr>
          <p:cNvGrpSpPr/>
          <p:nvPr/>
        </p:nvGrpSpPr>
        <p:grpSpPr>
          <a:xfrm>
            <a:off x="4308396" y="3706127"/>
            <a:ext cx="1643081" cy="1712683"/>
            <a:chOff x="7864758" y="3210132"/>
            <a:chExt cx="1643081" cy="1712683"/>
          </a:xfrm>
        </p:grpSpPr>
        <p:grpSp>
          <p:nvGrpSpPr>
            <p:cNvPr id="1305" name="그룹 1304">
              <a:extLst>
                <a:ext uri="{FF2B5EF4-FFF2-40B4-BE49-F238E27FC236}">
                  <a16:creationId xmlns:a16="http://schemas.microsoft.com/office/drawing/2014/main" id="{A0669D08-7C37-AADD-31EB-FA2A41765421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5902305" y="3210132"/>
              <a:chExt cx="1643081" cy="1712683"/>
            </a:xfrm>
          </p:grpSpPr>
          <p:grpSp>
            <p:nvGrpSpPr>
              <p:cNvPr id="1308" name="그룹 1307">
                <a:extLst>
                  <a:ext uri="{FF2B5EF4-FFF2-40B4-BE49-F238E27FC236}">
                    <a16:creationId xmlns:a16="http://schemas.microsoft.com/office/drawing/2014/main" id="{F352E759-5C97-CD9F-C677-E0E461F1648A}"/>
                  </a:ext>
                </a:extLst>
              </p:cNvPr>
              <p:cNvGrpSpPr/>
              <p:nvPr/>
            </p:nvGrpSpPr>
            <p:grpSpPr>
              <a:xfrm>
                <a:off x="5902305" y="3210132"/>
                <a:ext cx="1643081" cy="1712683"/>
                <a:chOff x="751141" y="1033768"/>
                <a:chExt cx="2339220" cy="2438306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A004CD73-2799-B128-CAF8-F3CCB9FB3BF6}"/>
                    </a:ext>
                  </a:extLst>
                </p:cNvPr>
                <p:cNvSpPr txBox="1"/>
                <p:nvPr/>
              </p:nvSpPr>
              <p:spPr>
                <a:xfrm>
                  <a:off x="751141" y="3110580"/>
                  <a:ext cx="2259797" cy="36149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50" b="1" u="sng" dirty="0">
                      <a:solidFill>
                        <a:srgbClr val="FF0000"/>
                      </a:solidFill>
                    </a:rPr>
                    <a:t>377 (127.0.0.1 : 6007)</a:t>
                  </a:r>
                </a:p>
              </p:txBody>
            </p:sp>
            <p:grpSp>
              <p:nvGrpSpPr>
                <p:cNvPr id="1311" name="그룹 1310">
                  <a:extLst>
                    <a:ext uri="{FF2B5EF4-FFF2-40B4-BE49-F238E27FC236}">
                      <a16:creationId xmlns:a16="http://schemas.microsoft.com/office/drawing/2014/main" id="{42B60B66-6312-E7E0-D404-BCAF9B729371}"/>
                    </a:ext>
                  </a:extLst>
                </p:cNvPr>
                <p:cNvGrpSpPr/>
                <p:nvPr/>
              </p:nvGrpSpPr>
              <p:grpSpPr>
                <a:xfrm>
                  <a:off x="883311" y="1033768"/>
                  <a:ext cx="2207050" cy="2417997"/>
                  <a:chOff x="388657" y="2077312"/>
                  <a:chExt cx="2207050" cy="2417997"/>
                </a:xfrm>
              </p:grpSpPr>
              <p:sp>
                <p:nvSpPr>
                  <p:cNvPr id="1312" name="타원 1311">
                    <a:extLst>
                      <a:ext uri="{FF2B5EF4-FFF2-40B4-BE49-F238E27FC236}">
                        <a16:creationId xmlns:a16="http://schemas.microsoft.com/office/drawing/2014/main" id="{701F6D3D-5189-6A61-D4C4-85AAE9C26A46}"/>
                      </a:ext>
                    </a:extLst>
                  </p:cNvPr>
                  <p:cNvSpPr/>
                  <p:nvPr/>
                </p:nvSpPr>
                <p:spPr>
                  <a:xfrm>
                    <a:off x="481999" y="2172941"/>
                    <a:ext cx="1979176" cy="199321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ko-KR" altLang="en-US" sz="600" b="1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313" name="그룹 1312">
                    <a:extLst>
                      <a:ext uri="{FF2B5EF4-FFF2-40B4-BE49-F238E27FC236}">
                        <a16:creationId xmlns:a16="http://schemas.microsoft.com/office/drawing/2014/main" id="{A1AF6BF0-21CE-FB86-530C-C8301D4AC57F}"/>
                      </a:ext>
                    </a:extLst>
                  </p:cNvPr>
                  <p:cNvGrpSpPr/>
                  <p:nvPr/>
                </p:nvGrpSpPr>
                <p:grpSpPr>
                  <a:xfrm>
                    <a:off x="1351603" y="2077312"/>
                    <a:ext cx="262997" cy="444113"/>
                    <a:chOff x="3523587" y="1171800"/>
                    <a:chExt cx="262997" cy="444113"/>
                  </a:xfrm>
                </p:grpSpPr>
                <p:sp>
                  <p:nvSpPr>
                    <p:cNvPr id="1337" name="TextBox 1336">
                      <a:extLst>
                        <a:ext uri="{FF2B5EF4-FFF2-40B4-BE49-F238E27FC236}">
                          <a16:creationId xmlns:a16="http://schemas.microsoft.com/office/drawing/2014/main" id="{5C0DDC20-5938-B673-0F27-DFD8066637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3587" y="1353008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  <p:sp>
                  <p:nvSpPr>
                    <p:cNvPr id="1338" name="타원 1337">
                      <a:extLst>
                        <a:ext uri="{FF2B5EF4-FFF2-40B4-BE49-F238E27FC236}">
                          <a16:creationId xmlns:a16="http://schemas.microsoft.com/office/drawing/2014/main" id="{B38E559E-56F1-4D04-5418-AE185344E2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8030" y="1171800"/>
                      <a:ext cx="205009" cy="205009"/>
                    </a:xfrm>
                    <a:prstGeom prst="ellipse">
                      <a:avLst/>
                    </a:prstGeom>
                    <a:solidFill>
                      <a:srgbClr val="A3DBFF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314" name="그룹 1313">
                    <a:extLst>
                      <a:ext uri="{FF2B5EF4-FFF2-40B4-BE49-F238E27FC236}">
                        <a16:creationId xmlns:a16="http://schemas.microsoft.com/office/drawing/2014/main" id="{4E10239D-5C7D-EE0A-C0A3-6097C3A2B427}"/>
                      </a:ext>
                    </a:extLst>
                  </p:cNvPr>
                  <p:cNvGrpSpPr/>
                  <p:nvPr/>
                </p:nvGrpSpPr>
                <p:grpSpPr>
                  <a:xfrm>
                    <a:off x="2036439" y="2342733"/>
                    <a:ext cx="298592" cy="441336"/>
                    <a:chOff x="4208423" y="1437221"/>
                    <a:chExt cx="298592" cy="441336"/>
                  </a:xfrm>
                </p:grpSpPr>
                <p:sp>
                  <p:nvSpPr>
                    <p:cNvPr id="1335" name="타원 1334">
                      <a:extLst>
                        <a:ext uri="{FF2B5EF4-FFF2-40B4-BE49-F238E27FC236}">
                          <a16:creationId xmlns:a16="http://schemas.microsoft.com/office/drawing/2014/main" id="{4B322E63-E846-7BA8-3ECE-A7987F0A67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8423" y="1437221"/>
                      <a:ext cx="205009" cy="20501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6" name="TextBox 1335">
                      <a:extLst>
                        <a:ext uri="{FF2B5EF4-FFF2-40B4-BE49-F238E27FC236}">
                          <a16:creationId xmlns:a16="http://schemas.microsoft.com/office/drawing/2014/main" id="{5BF8A16C-E978-4A64-3D12-5AB8929C80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44019" y="161565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5" name="그룹 1314">
                    <a:extLst>
                      <a:ext uri="{FF2B5EF4-FFF2-40B4-BE49-F238E27FC236}">
                        <a16:creationId xmlns:a16="http://schemas.microsoft.com/office/drawing/2014/main" id="{E788ABCE-BA8E-A9CE-DE3B-05C247462D5B}"/>
                      </a:ext>
                    </a:extLst>
                  </p:cNvPr>
                  <p:cNvGrpSpPr/>
                  <p:nvPr/>
                </p:nvGrpSpPr>
                <p:grpSpPr>
                  <a:xfrm>
                    <a:off x="2332711" y="2794621"/>
                    <a:ext cx="262996" cy="438599"/>
                    <a:chOff x="4504695" y="1889109"/>
                    <a:chExt cx="262996" cy="438599"/>
                  </a:xfrm>
                </p:grpSpPr>
                <p:sp>
                  <p:nvSpPr>
                    <p:cNvPr id="1333" name="타원 1332">
                      <a:extLst>
                        <a:ext uri="{FF2B5EF4-FFF2-40B4-BE49-F238E27FC236}">
                          <a16:creationId xmlns:a16="http://schemas.microsoft.com/office/drawing/2014/main" id="{8334557D-52D5-38AD-8F9C-32412AF8D2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7552" y="1889109"/>
                      <a:ext cx="205010" cy="20500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4" name="TextBox 1333">
                      <a:extLst>
                        <a:ext uri="{FF2B5EF4-FFF2-40B4-BE49-F238E27FC236}">
                          <a16:creationId xmlns:a16="http://schemas.microsoft.com/office/drawing/2014/main" id="{23526DF1-53B1-61A8-780A-1883E7D7FA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04695" y="2064803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BD8F1FA5-891C-E7D3-61E5-43F15A1D13BD}"/>
                      </a:ext>
                    </a:extLst>
                  </p:cNvPr>
                  <p:cNvGrpSpPr/>
                  <p:nvPr/>
                </p:nvGrpSpPr>
                <p:grpSpPr>
                  <a:xfrm>
                    <a:off x="2257618" y="3419469"/>
                    <a:ext cx="262996" cy="431992"/>
                    <a:chOff x="4429602" y="2513957"/>
                    <a:chExt cx="262996" cy="431992"/>
                  </a:xfrm>
                </p:grpSpPr>
                <p:sp>
                  <p:nvSpPr>
                    <p:cNvPr id="1331" name="타원 1330">
                      <a:extLst>
                        <a:ext uri="{FF2B5EF4-FFF2-40B4-BE49-F238E27FC236}">
                          <a16:creationId xmlns:a16="http://schemas.microsoft.com/office/drawing/2014/main" id="{37A92B98-E031-3BF1-32DC-1F989DCE73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4614" y="2513957"/>
                      <a:ext cx="205010" cy="20500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2" name="TextBox 1331">
                      <a:extLst>
                        <a:ext uri="{FF2B5EF4-FFF2-40B4-BE49-F238E27FC236}">
                          <a16:creationId xmlns:a16="http://schemas.microsoft.com/office/drawing/2014/main" id="{F0F923A9-556E-BD46-C6E7-73B0ED1389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29602" y="2683044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grpSp>
                <p:nvGrpSpPr>
                  <p:cNvPr id="1317" name="그룹 1316">
                    <a:extLst>
                      <a:ext uri="{FF2B5EF4-FFF2-40B4-BE49-F238E27FC236}">
                        <a16:creationId xmlns:a16="http://schemas.microsoft.com/office/drawing/2014/main" id="{13E76CB4-E18B-376D-F6CC-3D9BBFBF6E64}"/>
                      </a:ext>
                    </a:extLst>
                  </p:cNvPr>
                  <p:cNvGrpSpPr/>
                  <p:nvPr/>
                </p:nvGrpSpPr>
                <p:grpSpPr>
                  <a:xfrm>
                    <a:off x="1947214" y="3836418"/>
                    <a:ext cx="262997" cy="423776"/>
                    <a:chOff x="4119198" y="2930906"/>
                    <a:chExt cx="262997" cy="423776"/>
                  </a:xfrm>
                </p:grpSpPr>
                <p:sp>
                  <p:nvSpPr>
                    <p:cNvPr id="1329" name="타원 1328">
                      <a:extLst>
                        <a:ext uri="{FF2B5EF4-FFF2-40B4-BE49-F238E27FC236}">
                          <a16:creationId xmlns:a16="http://schemas.microsoft.com/office/drawing/2014/main" id="{FF59144B-4B6B-03D6-631B-ED24EC202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57525" y="2930906"/>
                      <a:ext cx="205009" cy="20501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30" name="TextBox 1329">
                      <a:extLst>
                        <a:ext uri="{FF2B5EF4-FFF2-40B4-BE49-F238E27FC236}">
                          <a16:creationId xmlns:a16="http://schemas.microsoft.com/office/drawing/2014/main" id="{E667E7D0-408B-94DF-054C-69A3BEBB57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9198" y="3091777"/>
                      <a:ext cx="262997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en-US" altLang="ko-KR" dirty="0"/>
                    </a:p>
                  </p:txBody>
                </p:sp>
              </p:grpSp>
              <p:grpSp>
                <p:nvGrpSpPr>
                  <p:cNvPr id="1318" name="그룹 1317">
                    <a:extLst>
                      <a:ext uri="{FF2B5EF4-FFF2-40B4-BE49-F238E27FC236}">
                        <a16:creationId xmlns:a16="http://schemas.microsoft.com/office/drawing/2014/main" id="{12FE5D70-4555-B2BE-4530-D36A5D45FCF0}"/>
                      </a:ext>
                    </a:extLst>
                  </p:cNvPr>
                  <p:cNvGrpSpPr/>
                  <p:nvPr/>
                </p:nvGrpSpPr>
                <p:grpSpPr>
                  <a:xfrm>
                    <a:off x="1308786" y="4068248"/>
                    <a:ext cx="262996" cy="427061"/>
                    <a:chOff x="3480770" y="3162736"/>
                    <a:chExt cx="262996" cy="427061"/>
                  </a:xfrm>
                </p:grpSpPr>
                <p:sp>
                  <p:nvSpPr>
                    <p:cNvPr id="1327" name="타원 1326">
                      <a:extLst>
                        <a:ext uri="{FF2B5EF4-FFF2-40B4-BE49-F238E27FC236}">
                          <a16:creationId xmlns:a16="http://schemas.microsoft.com/office/drawing/2014/main" id="{3B13EB0C-5F1D-2B32-4E2B-2FA57C5631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2045" y="3162736"/>
                      <a:ext cx="205010" cy="20500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6350"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0" tIns="0" rIns="0" bIns="0" rtlCol="0" anchor="ctr"/>
                    <a:lstStyle/>
                    <a:p>
                      <a:pPr algn="ctr"/>
                      <a:r>
                        <a:rPr lang="en-US" altLang="ko-KR" sz="600" b="1" dirty="0">
                          <a:solidFill>
                            <a:schemeClr val="tx1"/>
                          </a:solidFill>
                        </a:rPr>
                        <a:t>477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28" name="TextBox 1327">
                      <a:extLst>
                        <a:ext uri="{FF2B5EF4-FFF2-40B4-BE49-F238E27FC236}">
                          <a16:creationId xmlns:a16="http://schemas.microsoft.com/office/drawing/2014/main" id="{0A767087-8C6D-BB47-820C-DBB282D93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80770" y="3326892"/>
                      <a:ext cx="262996" cy="26290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>
                      <a:defPPr>
                        <a:defRPr lang="ko-KR"/>
                      </a:defPPr>
                      <a:lvl1pPr algn="ctr">
                        <a:defRPr sz="600" b="1"/>
                      </a:lvl1pPr>
                    </a:lstStyle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319" name="타원 1318">
                    <a:extLst>
                      <a:ext uri="{FF2B5EF4-FFF2-40B4-BE49-F238E27FC236}">
                        <a16:creationId xmlns:a16="http://schemas.microsoft.com/office/drawing/2014/main" id="{FEE8F9D6-C7BD-B055-C850-3BB345BAC3F1}"/>
                      </a:ext>
                    </a:extLst>
                  </p:cNvPr>
                  <p:cNvSpPr/>
                  <p:nvPr/>
                </p:nvSpPr>
                <p:spPr>
                  <a:xfrm>
                    <a:off x="731375" y="387820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325" name="타원 1324">
                    <a:extLst>
                      <a:ext uri="{FF2B5EF4-FFF2-40B4-BE49-F238E27FC236}">
                        <a16:creationId xmlns:a16="http://schemas.microsoft.com/office/drawing/2014/main" id="{86FD446A-71CE-5FD4-4E9C-1CBAD6C1AF59}"/>
                      </a:ext>
                    </a:extLst>
                  </p:cNvPr>
                  <p:cNvSpPr/>
                  <p:nvPr/>
                </p:nvSpPr>
                <p:spPr>
                  <a:xfrm>
                    <a:off x="388657" y="2763584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23" name="타원 1322">
                    <a:extLst>
                      <a:ext uri="{FF2B5EF4-FFF2-40B4-BE49-F238E27FC236}">
                        <a16:creationId xmlns:a16="http://schemas.microsoft.com/office/drawing/2014/main" id="{D434AF6A-4B07-A814-E96F-B23D43D3C1FF}"/>
                      </a:ext>
                    </a:extLst>
                  </p:cNvPr>
                  <p:cNvSpPr/>
                  <p:nvPr/>
                </p:nvSpPr>
                <p:spPr>
                  <a:xfrm>
                    <a:off x="688058" y="223901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07" name="타원 1306">
                <a:extLst>
                  <a:ext uri="{FF2B5EF4-FFF2-40B4-BE49-F238E27FC236}">
                    <a16:creationId xmlns:a16="http://schemas.microsoft.com/office/drawing/2014/main" id="{42F6F0D6-B4A5-0C29-0BCE-7173081FB2BC}"/>
                  </a:ext>
                </a:extLst>
              </p:cNvPr>
              <p:cNvSpPr/>
              <p:nvPr/>
            </p:nvSpPr>
            <p:spPr>
              <a:xfrm>
                <a:off x="6060705" y="4204493"/>
                <a:ext cx="139350" cy="141204"/>
              </a:xfrm>
              <a:prstGeom prst="ellipse">
                <a:avLst/>
              </a:prstGeom>
              <a:noFill/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40" name="타원 1339">
              <a:extLst>
                <a:ext uri="{FF2B5EF4-FFF2-40B4-BE49-F238E27FC236}">
                  <a16:creationId xmlns:a16="http://schemas.microsoft.com/office/drawing/2014/main" id="{9676C877-6692-DCA0-EC31-F007305CF4ED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ED9CE2B-1485-CC45-5A67-E971A5FC8730}"/>
              </a:ext>
            </a:extLst>
          </p:cNvPr>
          <p:cNvSpPr txBox="1"/>
          <p:nvPr/>
        </p:nvSpPr>
        <p:spPr>
          <a:xfrm>
            <a:off x="-145460" y="208485"/>
            <a:ext cx="1413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481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(127.0.0.1:6001)</a:t>
            </a:r>
          </a:p>
        </p:txBody>
      </p: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4F2F7B8A-C786-3456-6416-C4E455647760}"/>
              </a:ext>
            </a:extLst>
          </p:cNvPr>
          <p:cNvCxnSpPr>
            <a:cxnSpLocks/>
            <a:stCxn id="4" idx="2"/>
            <a:endCxn id="1155" idx="0"/>
          </p:cNvCxnSpPr>
          <p:nvPr/>
        </p:nvCxnSpPr>
        <p:spPr>
          <a:xfrm rot="16200000" flipH="1">
            <a:off x="711240" y="458649"/>
            <a:ext cx="427295" cy="72718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089636E-CBFF-4196-D6BB-173CB889C8FF}"/>
              </a:ext>
            </a:extLst>
          </p:cNvPr>
          <p:cNvSpPr txBox="1"/>
          <p:nvPr/>
        </p:nvSpPr>
        <p:spPr>
          <a:xfrm>
            <a:off x="1171200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876 → 377 → 477 → 481(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BCBAC8F-54AC-FCAA-C349-595D0E0222A3}"/>
              </a:ext>
            </a:extLst>
          </p:cNvPr>
          <p:cNvGrpSpPr/>
          <p:nvPr/>
        </p:nvGrpSpPr>
        <p:grpSpPr>
          <a:xfrm>
            <a:off x="483084" y="1035890"/>
            <a:ext cx="5102993" cy="3973258"/>
            <a:chOff x="483084" y="1035890"/>
            <a:chExt cx="5102993" cy="3973258"/>
          </a:xfrm>
        </p:grpSpPr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1EE765AA-E0A4-E2C1-79CD-A9604CEEC72A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1124" name="그룹 1123">
              <a:extLst>
                <a:ext uri="{FF2B5EF4-FFF2-40B4-BE49-F238E27FC236}">
                  <a16:creationId xmlns:a16="http://schemas.microsoft.com/office/drawing/2014/main" id="{C00799C1-37AC-61F9-1247-36CA459847D7}"/>
                </a:ext>
              </a:extLst>
            </p:cNvPr>
            <p:cNvGrpSpPr/>
            <p:nvPr/>
          </p:nvGrpSpPr>
          <p:grpSpPr>
            <a:xfrm>
              <a:off x="537809" y="1035890"/>
              <a:ext cx="5048268" cy="3973258"/>
              <a:chOff x="422612" y="2077312"/>
              <a:chExt cx="7166484" cy="5640404"/>
            </a:xfrm>
          </p:grpSpPr>
          <p:sp>
            <p:nvSpPr>
              <p:cNvPr id="1125" name="타원 1124">
                <a:extLst>
                  <a:ext uri="{FF2B5EF4-FFF2-40B4-BE49-F238E27FC236}">
                    <a16:creationId xmlns:a16="http://schemas.microsoft.com/office/drawing/2014/main" id="{E88FBF52-FD56-DFBC-C706-4CEF64E4B66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26" name="그룹 1125">
                <a:extLst>
                  <a:ext uri="{FF2B5EF4-FFF2-40B4-BE49-F238E27FC236}">
                    <a16:creationId xmlns:a16="http://schemas.microsoft.com/office/drawing/2014/main" id="{1EF517BE-F077-F652-9266-B78B5ED1868A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154" name="TextBox 1153">
                  <a:extLst>
                    <a:ext uri="{FF2B5EF4-FFF2-40B4-BE49-F238E27FC236}">
                      <a16:creationId xmlns:a16="http://schemas.microsoft.com/office/drawing/2014/main" id="{6A81ABF1-DA4E-C0CF-C4C2-045190E0D80E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155" name="타원 1154">
                  <a:extLst>
                    <a:ext uri="{FF2B5EF4-FFF2-40B4-BE49-F238E27FC236}">
                      <a16:creationId xmlns:a16="http://schemas.microsoft.com/office/drawing/2014/main" id="{FAB26DC7-80FD-76FE-A4F2-3448FA2EB96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27" name="그룹 1126">
                <a:extLst>
                  <a:ext uri="{FF2B5EF4-FFF2-40B4-BE49-F238E27FC236}">
                    <a16:creationId xmlns:a16="http://schemas.microsoft.com/office/drawing/2014/main" id="{D2E5B547-7B92-FB13-A247-0BE92F2F3A68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1152" name="타원 1151">
                  <a:extLst>
                    <a:ext uri="{FF2B5EF4-FFF2-40B4-BE49-F238E27FC236}">
                      <a16:creationId xmlns:a16="http://schemas.microsoft.com/office/drawing/2014/main" id="{9FAC807A-3905-B83A-11D9-101AB937EB67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3" name="TextBox 1152">
                  <a:extLst>
                    <a:ext uri="{FF2B5EF4-FFF2-40B4-BE49-F238E27FC236}">
                      <a16:creationId xmlns:a16="http://schemas.microsoft.com/office/drawing/2014/main" id="{B51BA581-F191-6DF2-87A1-83EEE6C1E6C3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8" name="그룹 1127">
                <a:extLst>
                  <a:ext uri="{FF2B5EF4-FFF2-40B4-BE49-F238E27FC236}">
                    <a16:creationId xmlns:a16="http://schemas.microsoft.com/office/drawing/2014/main" id="{DB2412D3-CE13-2706-5BD5-5EDD8C8B87B5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150" name="타원 1149">
                  <a:extLst>
                    <a:ext uri="{FF2B5EF4-FFF2-40B4-BE49-F238E27FC236}">
                      <a16:creationId xmlns:a16="http://schemas.microsoft.com/office/drawing/2014/main" id="{ADE0491A-8CCD-B833-DF7E-95090C954BD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D5FEB0A8-4535-97DD-433F-BCFAF92E1333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129" name="그룹 1128">
                <a:extLst>
                  <a:ext uri="{FF2B5EF4-FFF2-40B4-BE49-F238E27FC236}">
                    <a16:creationId xmlns:a16="http://schemas.microsoft.com/office/drawing/2014/main" id="{130C686D-471B-CC43-A45F-EA0AFA570CD2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1148" name="타원 1147">
                  <a:extLst>
                    <a:ext uri="{FF2B5EF4-FFF2-40B4-BE49-F238E27FC236}">
                      <a16:creationId xmlns:a16="http://schemas.microsoft.com/office/drawing/2014/main" id="{33679461-74E2-C7D0-DFA3-D6FCC39823F7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9" name="TextBox 1148">
                  <a:extLst>
                    <a:ext uri="{FF2B5EF4-FFF2-40B4-BE49-F238E27FC236}">
                      <a16:creationId xmlns:a16="http://schemas.microsoft.com/office/drawing/2014/main" id="{A99C99F9-5E41-FE29-9DAD-70AE581174E5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AA23D50B-F698-469F-3C93-3EE2B858CF30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1144" name="타원 1143">
                <a:extLst>
                  <a:ext uri="{FF2B5EF4-FFF2-40B4-BE49-F238E27FC236}">
                    <a16:creationId xmlns:a16="http://schemas.microsoft.com/office/drawing/2014/main" id="{CDC9B337-52EE-61D8-F2DC-8DB519FE4393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132" name="그룹 1131">
                <a:extLst>
                  <a:ext uri="{FF2B5EF4-FFF2-40B4-BE49-F238E27FC236}">
                    <a16:creationId xmlns:a16="http://schemas.microsoft.com/office/drawing/2014/main" id="{2821C0C0-233D-5884-75C7-7EFE5D32CF2B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142" name="타원 1141">
                  <a:extLst>
                    <a:ext uri="{FF2B5EF4-FFF2-40B4-BE49-F238E27FC236}">
                      <a16:creationId xmlns:a16="http://schemas.microsoft.com/office/drawing/2014/main" id="{BDB5F38E-AAE9-E41B-73C0-50118334469E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8253EC8E-C918-5095-8E6D-A1F66387E049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3" name="그룹 1132">
                <a:extLst>
                  <a:ext uri="{FF2B5EF4-FFF2-40B4-BE49-F238E27FC236}">
                    <a16:creationId xmlns:a16="http://schemas.microsoft.com/office/drawing/2014/main" id="{B614EC05-0156-F8D3-38FB-AE49E59B45A9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1140" name="타원 1139">
                  <a:extLst>
                    <a:ext uri="{FF2B5EF4-FFF2-40B4-BE49-F238E27FC236}">
                      <a16:creationId xmlns:a16="http://schemas.microsoft.com/office/drawing/2014/main" id="{93DC2927-AB1B-C293-2C7A-E4C423CEC655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1" name="TextBox 1140">
                  <a:extLst>
                    <a:ext uri="{FF2B5EF4-FFF2-40B4-BE49-F238E27FC236}">
                      <a16:creationId xmlns:a16="http://schemas.microsoft.com/office/drawing/2014/main" id="{79A0734B-CADB-5980-7F38-596603339CAD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134" name="그룹 1133">
                <a:extLst>
                  <a:ext uri="{FF2B5EF4-FFF2-40B4-BE49-F238E27FC236}">
                    <a16:creationId xmlns:a16="http://schemas.microsoft.com/office/drawing/2014/main" id="{7907FE0E-0DCB-9AEA-1DFF-B0423EC504CB}"/>
                  </a:ext>
                </a:extLst>
              </p:cNvPr>
              <p:cNvGrpSpPr/>
              <p:nvPr/>
            </p:nvGrpSpPr>
            <p:grpSpPr>
              <a:xfrm>
                <a:off x="439175" y="2613425"/>
                <a:ext cx="7149921" cy="5104291"/>
                <a:chOff x="2611159" y="1707913"/>
                <a:chExt cx="7149921" cy="5104291"/>
              </a:xfrm>
            </p:grpSpPr>
            <p:sp>
              <p:nvSpPr>
                <p:cNvPr id="1138" name="타원 1137">
                  <a:extLst>
                    <a:ext uri="{FF2B5EF4-FFF2-40B4-BE49-F238E27FC236}">
                      <a16:creationId xmlns:a16="http://schemas.microsoft.com/office/drawing/2014/main" id="{DEE50758-A8B5-24DD-90CA-2D72C3C6619A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4CC6EFA-CF2D-7EB0-7F1C-CD20230CC8C3}"/>
                    </a:ext>
                  </a:extLst>
                </p:cNvPr>
                <p:cNvSpPr txBox="1"/>
                <p:nvPr/>
              </p:nvSpPr>
              <p:spPr>
                <a:xfrm>
                  <a:off x="2627936" y="1707913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D0EB752-8367-740D-1219-C45FC18BC484}"/>
                    </a:ext>
                  </a:extLst>
                </p:cNvPr>
                <p:cNvSpPr txBox="1"/>
                <p:nvPr/>
              </p:nvSpPr>
              <p:spPr>
                <a:xfrm>
                  <a:off x="8543173" y="6528208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6006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09F5FFC-B73E-FCFC-B2D8-57AC4742CE2A}"/>
                    </a:ext>
                  </a:extLst>
                </p:cNvPr>
                <p:cNvSpPr txBox="1"/>
                <p:nvPr/>
              </p:nvSpPr>
              <p:spPr>
                <a:xfrm>
                  <a:off x="6196368" y="5856451"/>
                  <a:ext cx="1217907" cy="28399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6001</a:t>
                  </a:r>
                </a:p>
              </p:txBody>
            </p:sp>
          </p:grpSp>
          <p:sp>
            <p:nvSpPr>
              <p:cNvPr id="1136" name="타원 1135">
                <a:extLst>
                  <a:ext uri="{FF2B5EF4-FFF2-40B4-BE49-F238E27FC236}">
                    <a16:creationId xmlns:a16="http://schemas.microsoft.com/office/drawing/2014/main" id="{EC999849-01DD-F6F0-F0E6-C9D6F9BADF4A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연결선: 구부러짐 70">
              <a:extLst>
                <a:ext uri="{FF2B5EF4-FFF2-40B4-BE49-F238E27FC236}">
                  <a16:creationId xmlns:a16="http://schemas.microsoft.com/office/drawing/2014/main" id="{184210C3-484D-3500-5872-8D569328F643}"/>
                </a:ext>
              </a:extLst>
            </p:cNvPr>
            <p:cNvCxnSpPr>
              <a:cxnSpLocks/>
              <a:stCxn id="1155" idx="5"/>
              <a:endCxn id="1136" idx="4"/>
            </p:cNvCxnSpPr>
            <p:nvPr/>
          </p:nvCxnSpPr>
          <p:spPr>
            <a:xfrm rot="5400000">
              <a:off x="993585" y="988821"/>
              <a:ext cx="175826" cy="515789"/>
            </a:xfrm>
            <a:prstGeom prst="curvedConnector3">
              <a:avLst>
                <a:gd name="adj1" fmla="val 230015"/>
              </a:avLst>
            </a:prstGeom>
            <a:ln w="12700">
              <a:solidFill>
                <a:schemeClr val="tx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7A86F2F-6B0B-669D-BC45-8EDB7D353021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94E612-B93C-DD5E-B889-75F250A951FA}"/>
              </a:ext>
            </a:extLst>
          </p:cNvPr>
          <p:cNvSpPr txBox="1"/>
          <p:nvPr/>
        </p:nvSpPr>
        <p:spPr>
          <a:xfrm>
            <a:off x="6848399" y="-826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B17BC1-24AD-7EDD-C236-00C33BC205F3}"/>
              </a:ext>
            </a:extLst>
          </p:cNvPr>
          <p:cNvSpPr/>
          <p:nvPr/>
        </p:nvSpPr>
        <p:spPr>
          <a:xfrm>
            <a:off x="5544349" y="38045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731D2D-CEA5-4AAA-713B-0C65A9D85EC7}"/>
              </a:ext>
            </a:extLst>
          </p:cNvPr>
          <p:cNvSpPr txBox="1"/>
          <p:nvPr/>
        </p:nvSpPr>
        <p:spPr>
          <a:xfrm>
            <a:off x="5710960" y="-39039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cxnSp>
        <p:nvCxnSpPr>
          <p:cNvPr id="5" name="연결선: 구부러짐 225">
            <a:extLst>
              <a:ext uri="{FF2B5EF4-FFF2-40B4-BE49-F238E27FC236}">
                <a16:creationId xmlns:a16="http://schemas.microsoft.com/office/drawing/2014/main" id="{C3ED8AF6-A78C-D1D2-43A0-DB1395D17131}"/>
              </a:ext>
            </a:extLst>
          </p:cNvPr>
          <p:cNvCxnSpPr>
            <a:cxnSpLocks/>
            <a:stCxn id="1136" idx="0"/>
            <a:endCxn id="1338" idx="0"/>
          </p:cNvCxnSpPr>
          <p:nvPr/>
        </p:nvCxnSpPr>
        <p:spPr>
          <a:xfrm rot="16200000" flipH="1">
            <a:off x="1740953" y="273277"/>
            <a:ext cx="2515499" cy="4350201"/>
          </a:xfrm>
          <a:prstGeom prst="curvedConnector3">
            <a:avLst>
              <a:gd name="adj1" fmla="val -908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70">
            <a:extLst>
              <a:ext uri="{FF2B5EF4-FFF2-40B4-BE49-F238E27FC236}">
                <a16:creationId xmlns:a16="http://schemas.microsoft.com/office/drawing/2014/main" id="{BE4A2C7F-E4F5-766B-F9B2-6FB734C90D29}"/>
              </a:ext>
            </a:extLst>
          </p:cNvPr>
          <p:cNvCxnSpPr>
            <a:cxnSpLocks/>
            <a:stCxn id="1338" idx="4"/>
            <a:endCxn id="1319" idx="7"/>
          </p:cNvCxnSpPr>
          <p:nvPr/>
        </p:nvCxnSpPr>
        <p:spPr>
          <a:xfrm rot="5400000">
            <a:off x="4398315" y="4216685"/>
            <a:ext cx="1142049" cy="408933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구부러짐 225">
            <a:extLst>
              <a:ext uri="{FF2B5EF4-FFF2-40B4-BE49-F238E27FC236}">
                <a16:creationId xmlns:a16="http://schemas.microsoft.com/office/drawing/2014/main" id="{CC544EDE-E0B6-939D-B901-1F709E5A1F00}"/>
              </a:ext>
            </a:extLst>
          </p:cNvPr>
          <p:cNvCxnSpPr>
            <a:cxnSpLocks/>
            <a:stCxn id="1319" idx="3"/>
            <a:endCxn id="1194" idx="0"/>
          </p:cNvCxnSpPr>
          <p:nvPr/>
        </p:nvCxnSpPr>
        <p:spPr>
          <a:xfrm rot="5400000" flipH="1">
            <a:off x="3290624" y="3721577"/>
            <a:ext cx="1347301" cy="1397547"/>
          </a:xfrm>
          <a:prstGeom prst="curvedConnector5">
            <a:avLst>
              <a:gd name="adj1" fmla="val -16967"/>
              <a:gd name="adj2" fmla="val 48178"/>
              <a:gd name="adj3" fmla="val 104713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70">
            <a:extLst>
              <a:ext uri="{FF2B5EF4-FFF2-40B4-BE49-F238E27FC236}">
                <a16:creationId xmlns:a16="http://schemas.microsoft.com/office/drawing/2014/main" id="{6CEBDC32-DC41-3609-BDDF-2276B9C59698}"/>
              </a:ext>
            </a:extLst>
          </p:cNvPr>
          <p:cNvCxnSpPr>
            <a:cxnSpLocks/>
            <a:stCxn id="1194" idx="3"/>
            <a:endCxn id="873" idx="2"/>
          </p:cNvCxnSpPr>
          <p:nvPr/>
        </p:nvCxnSpPr>
        <p:spPr>
          <a:xfrm rot="16200000" flipH="1">
            <a:off x="3314567" y="3769633"/>
            <a:ext cx="466278" cy="666234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25">
            <a:extLst>
              <a:ext uri="{FF2B5EF4-FFF2-40B4-BE49-F238E27FC236}">
                <a16:creationId xmlns:a16="http://schemas.microsoft.com/office/drawing/2014/main" id="{1D82FD7F-C311-4EF2-6CC8-C20A40A9BCCE}"/>
              </a:ext>
            </a:extLst>
          </p:cNvPr>
          <p:cNvCxnSpPr>
            <a:cxnSpLocks/>
            <a:stCxn id="873" idx="6"/>
            <a:endCxn id="1111" idx="2"/>
          </p:cNvCxnSpPr>
          <p:nvPr/>
        </p:nvCxnSpPr>
        <p:spPr>
          <a:xfrm flipH="1" flipV="1">
            <a:off x="3176821" y="2774083"/>
            <a:ext cx="848002" cy="1561806"/>
          </a:xfrm>
          <a:prstGeom prst="curvedConnector4">
            <a:avLst>
              <a:gd name="adj1" fmla="val -26957"/>
              <a:gd name="adj2" fmla="val 52305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752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9C90-DC4B-BDE5-939A-21748442A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TextBox 1725">
            <a:extLst>
              <a:ext uri="{FF2B5EF4-FFF2-40B4-BE49-F238E27FC236}">
                <a16:creationId xmlns:a16="http://schemas.microsoft.com/office/drawing/2014/main" id="{ACAECC70-DAA0-67C7-9B28-51C23AB5C5AC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A4C0DC53-4050-F620-823C-6F23553A60EC}"/>
              </a:ext>
            </a:extLst>
          </p:cNvPr>
          <p:cNvSpPr txBox="1"/>
          <p:nvPr/>
        </p:nvSpPr>
        <p:spPr>
          <a:xfrm>
            <a:off x="-145460" y="208485"/>
            <a:ext cx="1413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621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(127.0.0.1:6002)</a:t>
            </a:r>
          </a:p>
        </p:txBody>
      </p:sp>
      <p:cxnSp>
        <p:nvCxnSpPr>
          <p:cNvPr id="1728" name="연결선: 구부러짐 225">
            <a:extLst>
              <a:ext uri="{FF2B5EF4-FFF2-40B4-BE49-F238E27FC236}">
                <a16:creationId xmlns:a16="http://schemas.microsoft.com/office/drawing/2014/main" id="{B1BBA756-15C0-EA0A-5E2F-71A8686919A3}"/>
              </a:ext>
            </a:extLst>
          </p:cNvPr>
          <p:cNvCxnSpPr>
            <a:cxnSpLocks/>
            <a:stCxn id="1727" idx="2"/>
            <a:endCxn id="1759" idx="0"/>
          </p:cNvCxnSpPr>
          <p:nvPr/>
        </p:nvCxnSpPr>
        <p:spPr>
          <a:xfrm rot="16200000" flipH="1">
            <a:off x="711240" y="458649"/>
            <a:ext cx="427295" cy="72718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9" name="TextBox 1728">
            <a:extLst>
              <a:ext uri="{FF2B5EF4-FFF2-40B4-BE49-F238E27FC236}">
                <a16:creationId xmlns:a16="http://schemas.microsoft.com/office/drawing/2014/main" id="{61531B9B-DA55-5676-0A4E-92401826F649}"/>
              </a:ext>
            </a:extLst>
          </p:cNvPr>
          <p:cNvSpPr txBox="1"/>
          <p:nvPr/>
        </p:nvSpPr>
        <p:spPr>
          <a:xfrm>
            <a:off x="1171200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876 → 377 → 621(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730" name="그룹 1729">
            <a:extLst>
              <a:ext uri="{FF2B5EF4-FFF2-40B4-BE49-F238E27FC236}">
                <a16:creationId xmlns:a16="http://schemas.microsoft.com/office/drawing/2014/main" id="{0A55F860-D4A2-BEBB-ED8D-8C6E87540AA5}"/>
              </a:ext>
            </a:extLst>
          </p:cNvPr>
          <p:cNvGrpSpPr/>
          <p:nvPr/>
        </p:nvGrpSpPr>
        <p:grpSpPr>
          <a:xfrm>
            <a:off x="483084" y="1035890"/>
            <a:ext cx="1843591" cy="1774663"/>
            <a:chOff x="483084" y="1035890"/>
            <a:chExt cx="1843591" cy="1774663"/>
          </a:xfrm>
        </p:grpSpPr>
        <p:sp>
          <p:nvSpPr>
            <p:cNvPr id="1731" name="TextBox 1730">
              <a:extLst>
                <a:ext uri="{FF2B5EF4-FFF2-40B4-BE49-F238E27FC236}">
                  <a16:creationId xmlns:a16="http://schemas.microsoft.com/office/drawing/2014/main" id="{2BB38238-C072-AE02-0549-B251D204B5F8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1732" name="그룹 1731">
              <a:extLst>
                <a:ext uri="{FF2B5EF4-FFF2-40B4-BE49-F238E27FC236}">
                  <a16:creationId xmlns:a16="http://schemas.microsoft.com/office/drawing/2014/main" id="{6B6911A1-4A3D-6E9A-E75F-22579CC341A8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1735" name="타원 1734">
                <a:extLst>
                  <a:ext uri="{FF2B5EF4-FFF2-40B4-BE49-F238E27FC236}">
                    <a16:creationId xmlns:a16="http://schemas.microsoft.com/office/drawing/2014/main" id="{B4C98122-E5E0-0000-904F-EFCB7FA69ED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36" name="그룹 1735">
                <a:extLst>
                  <a:ext uri="{FF2B5EF4-FFF2-40B4-BE49-F238E27FC236}">
                    <a16:creationId xmlns:a16="http://schemas.microsoft.com/office/drawing/2014/main" id="{B3E58AC3-8A2B-F13F-8CD1-4A332D1A2067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758" name="TextBox 1757">
                  <a:extLst>
                    <a:ext uri="{FF2B5EF4-FFF2-40B4-BE49-F238E27FC236}">
                      <a16:creationId xmlns:a16="http://schemas.microsoft.com/office/drawing/2014/main" id="{221712C1-FAB1-1A5A-CB0F-A5EEA3E00DC7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59" name="타원 1758">
                  <a:extLst>
                    <a:ext uri="{FF2B5EF4-FFF2-40B4-BE49-F238E27FC236}">
                      <a16:creationId xmlns:a16="http://schemas.microsoft.com/office/drawing/2014/main" id="{46FEA738-8C48-C508-5B32-E6C9A79A5BF5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37" name="그룹 1736">
                <a:extLst>
                  <a:ext uri="{FF2B5EF4-FFF2-40B4-BE49-F238E27FC236}">
                    <a16:creationId xmlns:a16="http://schemas.microsoft.com/office/drawing/2014/main" id="{83DBA61C-35DA-22BC-3438-98B370579B98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1756" name="타원 1755">
                  <a:extLst>
                    <a:ext uri="{FF2B5EF4-FFF2-40B4-BE49-F238E27FC236}">
                      <a16:creationId xmlns:a16="http://schemas.microsoft.com/office/drawing/2014/main" id="{22351D68-D22A-2564-1665-378D3799B4F3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7" name="TextBox 1756">
                  <a:extLst>
                    <a:ext uri="{FF2B5EF4-FFF2-40B4-BE49-F238E27FC236}">
                      <a16:creationId xmlns:a16="http://schemas.microsoft.com/office/drawing/2014/main" id="{766A3F95-7A1A-5290-2FDF-3D756584F3B6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8" name="그룹 1737">
                <a:extLst>
                  <a:ext uri="{FF2B5EF4-FFF2-40B4-BE49-F238E27FC236}">
                    <a16:creationId xmlns:a16="http://schemas.microsoft.com/office/drawing/2014/main" id="{74292D28-CCC1-282F-6C14-BD858430148D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754" name="타원 1753">
                  <a:extLst>
                    <a:ext uri="{FF2B5EF4-FFF2-40B4-BE49-F238E27FC236}">
                      <a16:creationId xmlns:a16="http://schemas.microsoft.com/office/drawing/2014/main" id="{9C261A42-EAD8-AA59-ED4A-9D664B0ACED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5" name="TextBox 1754">
                  <a:extLst>
                    <a:ext uri="{FF2B5EF4-FFF2-40B4-BE49-F238E27FC236}">
                      <a16:creationId xmlns:a16="http://schemas.microsoft.com/office/drawing/2014/main" id="{BFB455FC-BBBC-8BB6-2A9A-A2B26D652904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9" name="그룹 1738">
                <a:extLst>
                  <a:ext uri="{FF2B5EF4-FFF2-40B4-BE49-F238E27FC236}">
                    <a16:creationId xmlns:a16="http://schemas.microsoft.com/office/drawing/2014/main" id="{56770EF1-67CA-BBEE-B028-98867619E296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1752" name="타원 1751">
                  <a:extLst>
                    <a:ext uri="{FF2B5EF4-FFF2-40B4-BE49-F238E27FC236}">
                      <a16:creationId xmlns:a16="http://schemas.microsoft.com/office/drawing/2014/main" id="{B35EB850-303E-60D1-8265-1BB4C5922275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3" name="TextBox 1752">
                  <a:extLst>
                    <a:ext uri="{FF2B5EF4-FFF2-40B4-BE49-F238E27FC236}">
                      <a16:creationId xmlns:a16="http://schemas.microsoft.com/office/drawing/2014/main" id="{05563AA9-DF3F-27F8-882D-981A31F7A135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40" name="TextBox 1739">
                <a:extLst>
                  <a:ext uri="{FF2B5EF4-FFF2-40B4-BE49-F238E27FC236}">
                    <a16:creationId xmlns:a16="http://schemas.microsoft.com/office/drawing/2014/main" id="{34172984-7146-C4A6-A081-C36F1050DC36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1741" name="타원 1740">
                <a:extLst>
                  <a:ext uri="{FF2B5EF4-FFF2-40B4-BE49-F238E27FC236}">
                    <a16:creationId xmlns:a16="http://schemas.microsoft.com/office/drawing/2014/main" id="{FEE29E17-A946-6C5C-4CF4-7F5ED569AB16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742" name="그룹 1741">
                <a:extLst>
                  <a:ext uri="{FF2B5EF4-FFF2-40B4-BE49-F238E27FC236}">
                    <a16:creationId xmlns:a16="http://schemas.microsoft.com/office/drawing/2014/main" id="{428BF6BE-EC11-FD87-83EC-1816004137E1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750" name="타원 1749">
                  <a:extLst>
                    <a:ext uri="{FF2B5EF4-FFF2-40B4-BE49-F238E27FC236}">
                      <a16:creationId xmlns:a16="http://schemas.microsoft.com/office/drawing/2014/main" id="{DCC00FB7-EA7D-115B-E412-4EBA233646CD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1" name="TextBox 1750">
                  <a:extLst>
                    <a:ext uri="{FF2B5EF4-FFF2-40B4-BE49-F238E27FC236}">
                      <a16:creationId xmlns:a16="http://schemas.microsoft.com/office/drawing/2014/main" id="{7F0C9C9C-D833-3FDA-8794-1BBAEE3A53C4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3" name="그룹 1742">
                <a:extLst>
                  <a:ext uri="{FF2B5EF4-FFF2-40B4-BE49-F238E27FC236}">
                    <a16:creationId xmlns:a16="http://schemas.microsoft.com/office/drawing/2014/main" id="{0C2CAFDC-5AFF-263B-A57E-4EFC813535DF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1748" name="타원 1747">
                  <a:extLst>
                    <a:ext uri="{FF2B5EF4-FFF2-40B4-BE49-F238E27FC236}">
                      <a16:creationId xmlns:a16="http://schemas.microsoft.com/office/drawing/2014/main" id="{C77B03A3-0DD4-41EB-9E8A-78D00ED37335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9" name="TextBox 1748">
                  <a:extLst>
                    <a:ext uri="{FF2B5EF4-FFF2-40B4-BE49-F238E27FC236}">
                      <a16:creationId xmlns:a16="http://schemas.microsoft.com/office/drawing/2014/main" id="{053B71A0-D872-76D0-AF6F-FFB219C685DC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4" name="그룹 1743">
                <a:extLst>
                  <a:ext uri="{FF2B5EF4-FFF2-40B4-BE49-F238E27FC236}">
                    <a16:creationId xmlns:a16="http://schemas.microsoft.com/office/drawing/2014/main" id="{187FA397-2399-76D9-E9F0-540586A0BAE7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1746" name="타원 1745">
                  <a:extLst>
                    <a:ext uri="{FF2B5EF4-FFF2-40B4-BE49-F238E27FC236}">
                      <a16:creationId xmlns:a16="http://schemas.microsoft.com/office/drawing/2014/main" id="{F5F21519-2BA3-0A4C-9D36-C9C0643C6642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7" name="TextBox 1746">
                  <a:extLst>
                    <a:ext uri="{FF2B5EF4-FFF2-40B4-BE49-F238E27FC236}">
                      <a16:creationId xmlns:a16="http://schemas.microsoft.com/office/drawing/2014/main" id="{6EDF1F38-9581-E41D-89E7-B18B154B0D1A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1745" name="타원 1744">
                <a:extLst>
                  <a:ext uri="{FF2B5EF4-FFF2-40B4-BE49-F238E27FC236}">
                    <a16:creationId xmlns:a16="http://schemas.microsoft.com/office/drawing/2014/main" id="{A492B553-43DA-4FAE-7DDB-4582D63745C0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733" name="연결선: 구부러짐 70">
              <a:extLst>
                <a:ext uri="{FF2B5EF4-FFF2-40B4-BE49-F238E27FC236}">
                  <a16:creationId xmlns:a16="http://schemas.microsoft.com/office/drawing/2014/main" id="{8BBA003F-BCAE-FDB3-627F-0DBA97A62385}"/>
                </a:ext>
              </a:extLst>
            </p:cNvPr>
            <p:cNvCxnSpPr>
              <a:cxnSpLocks/>
              <a:stCxn id="1759" idx="5"/>
              <a:endCxn id="1745" idx="5"/>
            </p:cNvCxnSpPr>
            <p:nvPr/>
          </p:nvCxnSpPr>
          <p:spPr>
            <a:xfrm rot="5400000">
              <a:off x="1029585" y="1003733"/>
              <a:ext cx="154738" cy="464877"/>
            </a:xfrm>
            <a:prstGeom prst="curvedConnector3">
              <a:avLst>
                <a:gd name="adj1" fmla="val 261362"/>
              </a:avLst>
            </a:prstGeom>
            <a:ln w="12700">
              <a:solidFill>
                <a:schemeClr val="tx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4" name="타원 1733">
              <a:extLst>
                <a:ext uri="{FF2B5EF4-FFF2-40B4-BE49-F238E27FC236}">
                  <a16:creationId xmlns:a16="http://schemas.microsoft.com/office/drawing/2014/main" id="{5AB067C4-B4A6-1180-03C0-B08281C2B91C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760" name="TextBox 1759">
            <a:extLst>
              <a:ext uri="{FF2B5EF4-FFF2-40B4-BE49-F238E27FC236}">
                <a16:creationId xmlns:a16="http://schemas.microsoft.com/office/drawing/2014/main" id="{5B2F1D9F-B6EC-2BA1-C271-0077CE05C0D2}"/>
              </a:ext>
            </a:extLst>
          </p:cNvPr>
          <p:cNvSpPr txBox="1"/>
          <p:nvPr/>
        </p:nvSpPr>
        <p:spPr>
          <a:xfrm>
            <a:off x="6848399" y="-826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1761" name="타원 1760">
            <a:extLst>
              <a:ext uri="{FF2B5EF4-FFF2-40B4-BE49-F238E27FC236}">
                <a16:creationId xmlns:a16="http://schemas.microsoft.com/office/drawing/2014/main" id="{DE809B01-428C-5823-3C89-309FA43B68AB}"/>
              </a:ext>
            </a:extLst>
          </p:cNvPr>
          <p:cNvSpPr/>
          <p:nvPr/>
        </p:nvSpPr>
        <p:spPr>
          <a:xfrm>
            <a:off x="5544349" y="38045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762" name="TextBox 1761">
            <a:extLst>
              <a:ext uri="{FF2B5EF4-FFF2-40B4-BE49-F238E27FC236}">
                <a16:creationId xmlns:a16="http://schemas.microsoft.com/office/drawing/2014/main" id="{B2477E2B-03DC-65E3-FCE3-708006A84AA4}"/>
              </a:ext>
            </a:extLst>
          </p:cNvPr>
          <p:cNvSpPr txBox="1"/>
          <p:nvPr/>
        </p:nvSpPr>
        <p:spPr>
          <a:xfrm>
            <a:off x="5710960" y="-39039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1763" name="그룹 1762">
            <a:extLst>
              <a:ext uri="{FF2B5EF4-FFF2-40B4-BE49-F238E27FC236}">
                <a16:creationId xmlns:a16="http://schemas.microsoft.com/office/drawing/2014/main" id="{4A3BE94A-F5FB-5986-6CD1-909B9246A698}"/>
              </a:ext>
            </a:extLst>
          </p:cNvPr>
          <p:cNvGrpSpPr/>
          <p:nvPr/>
        </p:nvGrpSpPr>
        <p:grpSpPr>
          <a:xfrm>
            <a:off x="8275846" y="3665450"/>
            <a:ext cx="1660788" cy="1859969"/>
            <a:chOff x="840041" y="1033768"/>
            <a:chExt cx="2312914" cy="2590306"/>
          </a:xfrm>
        </p:grpSpPr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FFF4136A-404C-5942-CDB6-637AE2406FB8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1765" name="그룹 1764">
              <a:extLst>
                <a:ext uri="{FF2B5EF4-FFF2-40B4-BE49-F238E27FC236}">
                  <a16:creationId xmlns:a16="http://schemas.microsoft.com/office/drawing/2014/main" id="{BC587E6A-59CF-1CBF-A9DF-42114D571981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1766" name="타원 1765">
                <a:extLst>
                  <a:ext uri="{FF2B5EF4-FFF2-40B4-BE49-F238E27FC236}">
                    <a16:creationId xmlns:a16="http://schemas.microsoft.com/office/drawing/2014/main" id="{15371357-9F97-1D9B-F378-FED67C4ED7F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67" name="그룹 1766">
                <a:extLst>
                  <a:ext uri="{FF2B5EF4-FFF2-40B4-BE49-F238E27FC236}">
                    <a16:creationId xmlns:a16="http://schemas.microsoft.com/office/drawing/2014/main" id="{E2F8BE76-D62C-FB5D-F8AC-2E45E4624B1C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787" name="TextBox 1786">
                  <a:extLst>
                    <a:ext uri="{FF2B5EF4-FFF2-40B4-BE49-F238E27FC236}">
                      <a16:creationId xmlns:a16="http://schemas.microsoft.com/office/drawing/2014/main" id="{4F9081EA-008B-24B6-DF52-BAF4FC98961A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88" name="타원 1787">
                  <a:extLst>
                    <a:ext uri="{FF2B5EF4-FFF2-40B4-BE49-F238E27FC236}">
                      <a16:creationId xmlns:a16="http://schemas.microsoft.com/office/drawing/2014/main" id="{6C5F278D-9FA3-853A-274D-981D5FF23EB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68" name="그룹 1767">
                <a:extLst>
                  <a:ext uri="{FF2B5EF4-FFF2-40B4-BE49-F238E27FC236}">
                    <a16:creationId xmlns:a16="http://schemas.microsoft.com/office/drawing/2014/main" id="{1D0B8F87-A5DC-768E-E177-76CAED5FDC1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785" name="타원 1784">
                  <a:extLst>
                    <a:ext uri="{FF2B5EF4-FFF2-40B4-BE49-F238E27FC236}">
                      <a16:creationId xmlns:a16="http://schemas.microsoft.com/office/drawing/2014/main" id="{3AEB6F3D-2769-7D6D-5D9A-382B44952E4E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6" name="TextBox 1785">
                  <a:extLst>
                    <a:ext uri="{FF2B5EF4-FFF2-40B4-BE49-F238E27FC236}">
                      <a16:creationId xmlns:a16="http://schemas.microsoft.com/office/drawing/2014/main" id="{756C6E55-ABA4-216E-965C-3E7651C98354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69" name="그룹 1768">
                <a:extLst>
                  <a:ext uri="{FF2B5EF4-FFF2-40B4-BE49-F238E27FC236}">
                    <a16:creationId xmlns:a16="http://schemas.microsoft.com/office/drawing/2014/main" id="{9301ED83-315A-FFBB-897B-E87E51F46603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783" name="타원 1782">
                  <a:extLst>
                    <a:ext uri="{FF2B5EF4-FFF2-40B4-BE49-F238E27FC236}">
                      <a16:creationId xmlns:a16="http://schemas.microsoft.com/office/drawing/2014/main" id="{CD23F4D4-7F9F-07EF-B5F8-1734B586C16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4" name="TextBox 1783">
                  <a:extLst>
                    <a:ext uri="{FF2B5EF4-FFF2-40B4-BE49-F238E27FC236}">
                      <a16:creationId xmlns:a16="http://schemas.microsoft.com/office/drawing/2014/main" id="{C5869507-61E2-5BD5-C534-C5EE327923B1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70" name="그룹 1769">
                <a:extLst>
                  <a:ext uri="{FF2B5EF4-FFF2-40B4-BE49-F238E27FC236}">
                    <a16:creationId xmlns:a16="http://schemas.microsoft.com/office/drawing/2014/main" id="{7E05C65C-C28C-22F2-E05D-4E1D60C51C14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781" name="타원 1780">
                  <a:extLst>
                    <a:ext uri="{FF2B5EF4-FFF2-40B4-BE49-F238E27FC236}">
                      <a16:creationId xmlns:a16="http://schemas.microsoft.com/office/drawing/2014/main" id="{D23BED1A-704A-E07E-1D32-02F9C2CD301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2" name="TextBox 1781">
                  <a:extLst>
                    <a:ext uri="{FF2B5EF4-FFF2-40B4-BE49-F238E27FC236}">
                      <a16:creationId xmlns:a16="http://schemas.microsoft.com/office/drawing/2014/main" id="{114D23A4-10FF-D3C0-8F98-E07F00BBE903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71" name="타원 1770">
                <a:extLst>
                  <a:ext uri="{FF2B5EF4-FFF2-40B4-BE49-F238E27FC236}">
                    <a16:creationId xmlns:a16="http://schemas.microsoft.com/office/drawing/2014/main" id="{209F788A-206C-DCBC-C134-590D15679A28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72" name="그룹 1771">
                <a:extLst>
                  <a:ext uri="{FF2B5EF4-FFF2-40B4-BE49-F238E27FC236}">
                    <a16:creationId xmlns:a16="http://schemas.microsoft.com/office/drawing/2014/main" id="{D31D053A-2739-3278-436C-FE916CA2F627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779" name="타원 1778">
                  <a:extLst>
                    <a:ext uri="{FF2B5EF4-FFF2-40B4-BE49-F238E27FC236}">
                      <a16:creationId xmlns:a16="http://schemas.microsoft.com/office/drawing/2014/main" id="{14ED49B7-BF56-3727-86B0-FA36FD8905C3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0" name="TextBox 1779">
                  <a:extLst>
                    <a:ext uri="{FF2B5EF4-FFF2-40B4-BE49-F238E27FC236}">
                      <a16:creationId xmlns:a16="http://schemas.microsoft.com/office/drawing/2014/main" id="{1CA705A0-9B05-D26A-FAED-BA79FD6A376B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1773" name="그룹 1772">
                <a:extLst>
                  <a:ext uri="{FF2B5EF4-FFF2-40B4-BE49-F238E27FC236}">
                    <a16:creationId xmlns:a16="http://schemas.microsoft.com/office/drawing/2014/main" id="{3514B75D-F7E5-9BAB-B262-55049FCC84C1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1777" name="타원 1776">
                  <a:extLst>
                    <a:ext uri="{FF2B5EF4-FFF2-40B4-BE49-F238E27FC236}">
                      <a16:creationId xmlns:a16="http://schemas.microsoft.com/office/drawing/2014/main" id="{DD532B1D-28CD-295C-3792-5DF2FB0EE879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778" name="TextBox 1777">
                  <a:extLst>
                    <a:ext uri="{FF2B5EF4-FFF2-40B4-BE49-F238E27FC236}">
                      <a16:creationId xmlns:a16="http://schemas.microsoft.com/office/drawing/2014/main" id="{6851C909-5AAC-5DCB-0910-700746FEB6E1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774" name="타원 1773">
                <a:extLst>
                  <a:ext uri="{FF2B5EF4-FFF2-40B4-BE49-F238E27FC236}">
                    <a16:creationId xmlns:a16="http://schemas.microsoft.com/office/drawing/2014/main" id="{341AC4B6-C321-231B-C13B-92A57F514A26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5" name="타원 1774">
                <a:extLst>
                  <a:ext uri="{FF2B5EF4-FFF2-40B4-BE49-F238E27FC236}">
                    <a16:creationId xmlns:a16="http://schemas.microsoft.com/office/drawing/2014/main" id="{C5589A7E-B9BB-473F-BE97-F5AC0C7426DD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6" name="타원 1775">
                <a:extLst>
                  <a:ext uri="{FF2B5EF4-FFF2-40B4-BE49-F238E27FC236}">
                    <a16:creationId xmlns:a16="http://schemas.microsoft.com/office/drawing/2014/main" id="{F52C59AC-C72F-982A-DBA5-9CC9FFEA1D06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89" name="그룹 1788">
            <a:extLst>
              <a:ext uri="{FF2B5EF4-FFF2-40B4-BE49-F238E27FC236}">
                <a16:creationId xmlns:a16="http://schemas.microsoft.com/office/drawing/2014/main" id="{9A5CB47A-3F56-A7FF-B8E4-9CDC2F7720D0}"/>
              </a:ext>
            </a:extLst>
          </p:cNvPr>
          <p:cNvGrpSpPr/>
          <p:nvPr/>
        </p:nvGrpSpPr>
        <p:grpSpPr>
          <a:xfrm>
            <a:off x="2404515" y="1045194"/>
            <a:ext cx="1598360" cy="1772379"/>
            <a:chOff x="857121" y="1033768"/>
            <a:chExt cx="2230646" cy="2473503"/>
          </a:xfrm>
        </p:grpSpPr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47328739-B3E3-D470-3852-01F00A178C0C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1791" name="그룹 1790">
              <a:extLst>
                <a:ext uri="{FF2B5EF4-FFF2-40B4-BE49-F238E27FC236}">
                  <a16:creationId xmlns:a16="http://schemas.microsoft.com/office/drawing/2014/main" id="{31AB1B6A-CE4B-B56A-54E2-FEB3E9EF1B8D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1792" name="타원 1791">
                <a:extLst>
                  <a:ext uri="{FF2B5EF4-FFF2-40B4-BE49-F238E27FC236}">
                    <a16:creationId xmlns:a16="http://schemas.microsoft.com/office/drawing/2014/main" id="{DA1A46FE-1DD3-7785-B1F4-AEDA2BD6966C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93" name="그룹 1792">
                <a:extLst>
                  <a:ext uri="{FF2B5EF4-FFF2-40B4-BE49-F238E27FC236}">
                    <a16:creationId xmlns:a16="http://schemas.microsoft.com/office/drawing/2014/main" id="{55D13844-E4F1-8489-112F-42CD2A94A68D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817" name="TextBox 1816">
                  <a:extLst>
                    <a:ext uri="{FF2B5EF4-FFF2-40B4-BE49-F238E27FC236}">
                      <a16:creationId xmlns:a16="http://schemas.microsoft.com/office/drawing/2014/main" id="{2E51C3F0-F4CE-87B4-4FFB-3B6B8EC29919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18" name="타원 1817">
                  <a:extLst>
                    <a:ext uri="{FF2B5EF4-FFF2-40B4-BE49-F238E27FC236}">
                      <a16:creationId xmlns:a16="http://schemas.microsoft.com/office/drawing/2014/main" id="{1CA24CD1-D6DF-11D8-DED3-3BF20E528E4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94" name="그룹 1793">
                <a:extLst>
                  <a:ext uri="{FF2B5EF4-FFF2-40B4-BE49-F238E27FC236}">
                    <a16:creationId xmlns:a16="http://schemas.microsoft.com/office/drawing/2014/main" id="{F2C874BC-9308-0C46-71FC-BA39E3444B5A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1815" name="타원 1814">
                  <a:extLst>
                    <a:ext uri="{FF2B5EF4-FFF2-40B4-BE49-F238E27FC236}">
                      <a16:creationId xmlns:a16="http://schemas.microsoft.com/office/drawing/2014/main" id="{4A817A3F-2974-6CC1-4570-58C8D85D4E98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6" name="TextBox 1815">
                  <a:extLst>
                    <a:ext uri="{FF2B5EF4-FFF2-40B4-BE49-F238E27FC236}">
                      <a16:creationId xmlns:a16="http://schemas.microsoft.com/office/drawing/2014/main" id="{6F5AA155-69B2-1166-489F-010D32BC9E5E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5" name="그룹 1794">
                <a:extLst>
                  <a:ext uri="{FF2B5EF4-FFF2-40B4-BE49-F238E27FC236}">
                    <a16:creationId xmlns:a16="http://schemas.microsoft.com/office/drawing/2014/main" id="{F6927374-3A6E-36BC-2E4E-51FCE3716D76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813" name="타원 1812">
                  <a:extLst>
                    <a:ext uri="{FF2B5EF4-FFF2-40B4-BE49-F238E27FC236}">
                      <a16:creationId xmlns:a16="http://schemas.microsoft.com/office/drawing/2014/main" id="{C9305B82-5EC6-DA88-4872-544E68A37CC9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4" name="TextBox 1813">
                  <a:extLst>
                    <a:ext uri="{FF2B5EF4-FFF2-40B4-BE49-F238E27FC236}">
                      <a16:creationId xmlns:a16="http://schemas.microsoft.com/office/drawing/2014/main" id="{BEA33B75-FADA-33A5-4844-00FA6A1653E0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6" name="그룹 1795">
                <a:extLst>
                  <a:ext uri="{FF2B5EF4-FFF2-40B4-BE49-F238E27FC236}">
                    <a16:creationId xmlns:a16="http://schemas.microsoft.com/office/drawing/2014/main" id="{95DB00BB-D8F2-061B-FA13-A1D739696DBC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811" name="타원 1810">
                  <a:extLst>
                    <a:ext uri="{FF2B5EF4-FFF2-40B4-BE49-F238E27FC236}">
                      <a16:creationId xmlns:a16="http://schemas.microsoft.com/office/drawing/2014/main" id="{50461129-34D1-9C4F-8E26-8C7633ECE11B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2" name="TextBox 1811">
                  <a:extLst>
                    <a:ext uri="{FF2B5EF4-FFF2-40B4-BE49-F238E27FC236}">
                      <a16:creationId xmlns:a16="http://schemas.microsoft.com/office/drawing/2014/main" id="{60208DCF-8A1A-88EB-402F-D81DF4941CA8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7" name="그룹 1796">
                <a:extLst>
                  <a:ext uri="{FF2B5EF4-FFF2-40B4-BE49-F238E27FC236}">
                    <a16:creationId xmlns:a16="http://schemas.microsoft.com/office/drawing/2014/main" id="{7477F41F-0E64-AEFC-8433-6AF0DC74783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809" name="타원 1808">
                  <a:extLst>
                    <a:ext uri="{FF2B5EF4-FFF2-40B4-BE49-F238E27FC236}">
                      <a16:creationId xmlns:a16="http://schemas.microsoft.com/office/drawing/2014/main" id="{562E0678-AC64-27B7-9B63-CF7D634E9843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0" name="TextBox 1809">
                  <a:extLst>
                    <a:ext uri="{FF2B5EF4-FFF2-40B4-BE49-F238E27FC236}">
                      <a16:creationId xmlns:a16="http://schemas.microsoft.com/office/drawing/2014/main" id="{9526BC7C-4631-E46C-D82A-CDE61FC31C57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98" name="그룹 1797">
                <a:extLst>
                  <a:ext uri="{FF2B5EF4-FFF2-40B4-BE49-F238E27FC236}">
                    <a16:creationId xmlns:a16="http://schemas.microsoft.com/office/drawing/2014/main" id="{D7165B97-3D5A-3D8B-7A79-E730865E292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807" name="타원 1806">
                  <a:extLst>
                    <a:ext uri="{FF2B5EF4-FFF2-40B4-BE49-F238E27FC236}">
                      <a16:creationId xmlns:a16="http://schemas.microsoft.com/office/drawing/2014/main" id="{F60DD447-3DA6-6615-ED19-75D1BB2776CB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8" name="TextBox 1807">
                  <a:extLst>
                    <a:ext uri="{FF2B5EF4-FFF2-40B4-BE49-F238E27FC236}">
                      <a16:creationId xmlns:a16="http://schemas.microsoft.com/office/drawing/2014/main" id="{189C3340-8EF5-F525-1EA6-F7174650C825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9" name="그룹 1798">
                <a:extLst>
                  <a:ext uri="{FF2B5EF4-FFF2-40B4-BE49-F238E27FC236}">
                    <a16:creationId xmlns:a16="http://schemas.microsoft.com/office/drawing/2014/main" id="{EB0CD91C-CF69-59E9-2B34-7E05E4CA6D68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1805" name="타원 1804">
                  <a:extLst>
                    <a:ext uri="{FF2B5EF4-FFF2-40B4-BE49-F238E27FC236}">
                      <a16:creationId xmlns:a16="http://schemas.microsoft.com/office/drawing/2014/main" id="{4C13594A-8573-DCCF-2898-87916399A0A5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6" name="TextBox 1805">
                  <a:extLst>
                    <a:ext uri="{FF2B5EF4-FFF2-40B4-BE49-F238E27FC236}">
                      <a16:creationId xmlns:a16="http://schemas.microsoft.com/office/drawing/2014/main" id="{F73E7818-BA55-8979-F52D-0A39ABBE64A2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00" name="그룹 1799">
                <a:extLst>
                  <a:ext uri="{FF2B5EF4-FFF2-40B4-BE49-F238E27FC236}">
                    <a16:creationId xmlns:a16="http://schemas.microsoft.com/office/drawing/2014/main" id="{0D8BE50E-C2FB-E4F0-F785-3EA4155BAF12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803" name="타원 1802">
                  <a:extLst>
                    <a:ext uri="{FF2B5EF4-FFF2-40B4-BE49-F238E27FC236}">
                      <a16:creationId xmlns:a16="http://schemas.microsoft.com/office/drawing/2014/main" id="{751DDC3F-442D-CDA7-8068-9FFA341238D2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04" name="TextBox 1803">
                  <a:extLst>
                    <a:ext uri="{FF2B5EF4-FFF2-40B4-BE49-F238E27FC236}">
                      <a16:creationId xmlns:a16="http://schemas.microsoft.com/office/drawing/2014/main" id="{0675362C-CEB0-5189-08CD-9BE21A6CD1E0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01" name="타원 1800">
                <a:extLst>
                  <a:ext uri="{FF2B5EF4-FFF2-40B4-BE49-F238E27FC236}">
                    <a16:creationId xmlns:a16="http://schemas.microsoft.com/office/drawing/2014/main" id="{F72AE964-E077-805B-B8DB-A93D598EF894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2" name="타원 1801">
                <a:extLst>
                  <a:ext uri="{FF2B5EF4-FFF2-40B4-BE49-F238E27FC236}">
                    <a16:creationId xmlns:a16="http://schemas.microsoft.com/office/drawing/2014/main" id="{F634EBC4-DE07-C404-4462-C79A722659B1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19" name="그룹 1818">
            <a:extLst>
              <a:ext uri="{FF2B5EF4-FFF2-40B4-BE49-F238E27FC236}">
                <a16:creationId xmlns:a16="http://schemas.microsoft.com/office/drawing/2014/main" id="{46119DB6-6213-EB3A-CAC1-4838A2557C1E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7" cy="2511697"/>
          </a:xfrm>
        </p:grpSpPr>
        <p:sp>
          <p:nvSpPr>
            <p:cNvPr id="1820" name="TextBox 1819">
              <a:extLst>
                <a:ext uri="{FF2B5EF4-FFF2-40B4-BE49-F238E27FC236}">
                  <a16:creationId xmlns:a16="http://schemas.microsoft.com/office/drawing/2014/main" id="{76ED5952-529C-A5DD-E24F-D228347116A2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821" name="그룹 1820">
              <a:extLst>
                <a:ext uri="{FF2B5EF4-FFF2-40B4-BE49-F238E27FC236}">
                  <a16:creationId xmlns:a16="http://schemas.microsoft.com/office/drawing/2014/main" id="{EACA8A06-5468-FD8D-1E53-75F57DCA2C08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822" name="타원 1821">
                <a:extLst>
                  <a:ext uri="{FF2B5EF4-FFF2-40B4-BE49-F238E27FC236}">
                    <a16:creationId xmlns:a16="http://schemas.microsoft.com/office/drawing/2014/main" id="{BE5D0D24-C356-3CB3-8DCC-AEB2A156730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23" name="그룹 1822">
                <a:extLst>
                  <a:ext uri="{FF2B5EF4-FFF2-40B4-BE49-F238E27FC236}">
                    <a16:creationId xmlns:a16="http://schemas.microsoft.com/office/drawing/2014/main" id="{203BF73C-322B-C71B-A108-4660D569FE99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845" name="TextBox 1844">
                  <a:extLst>
                    <a:ext uri="{FF2B5EF4-FFF2-40B4-BE49-F238E27FC236}">
                      <a16:creationId xmlns:a16="http://schemas.microsoft.com/office/drawing/2014/main" id="{A14FE1F6-1C80-36FC-4F89-9F43A40AF81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46" name="타원 1845">
                  <a:extLst>
                    <a:ext uri="{FF2B5EF4-FFF2-40B4-BE49-F238E27FC236}">
                      <a16:creationId xmlns:a16="http://schemas.microsoft.com/office/drawing/2014/main" id="{0C286D70-0F2A-CD4C-8382-BDE8EE79CBF4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24" name="그룹 1823">
                <a:extLst>
                  <a:ext uri="{FF2B5EF4-FFF2-40B4-BE49-F238E27FC236}">
                    <a16:creationId xmlns:a16="http://schemas.microsoft.com/office/drawing/2014/main" id="{DC1A3695-9EE4-DE3C-9C9C-A553A33AC248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843" name="타원 1842">
                  <a:extLst>
                    <a:ext uri="{FF2B5EF4-FFF2-40B4-BE49-F238E27FC236}">
                      <a16:creationId xmlns:a16="http://schemas.microsoft.com/office/drawing/2014/main" id="{6626491D-E501-1A42-C74B-C3CB129F5DC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4" name="TextBox 1843">
                  <a:extLst>
                    <a:ext uri="{FF2B5EF4-FFF2-40B4-BE49-F238E27FC236}">
                      <a16:creationId xmlns:a16="http://schemas.microsoft.com/office/drawing/2014/main" id="{FC4DD3B4-E3A3-2430-838E-1A8778FD561F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5" name="그룹 1824">
                <a:extLst>
                  <a:ext uri="{FF2B5EF4-FFF2-40B4-BE49-F238E27FC236}">
                    <a16:creationId xmlns:a16="http://schemas.microsoft.com/office/drawing/2014/main" id="{D7A65579-1C73-810D-8034-107E88216519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841" name="타원 1840">
                  <a:extLst>
                    <a:ext uri="{FF2B5EF4-FFF2-40B4-BE49-F238E27FC236}">
                      <a16:creationId xmlns:a16="http://schemas.microsoft.com/office/drawing/2014/main" id="{F58B00FC-687C-FFAB-EA51-7F7633DA9B98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2" name="TextBox 1841">
                  <a:extLst>
                    <a:ext uri="{FF2B5EF4-FFF2-40B4-BE49-F238E27FC236}">
                      <a16:creationId xmlns:a16="http://schemas.microsoft.com/office/drawing/2014/main" id="{C192A77B-7DEB-7C38-7FD0-43EBBD500EF7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6" name="그룹 1825">
                <a:extLst>
                  <a:ext uri="{FF2B5EF4-FFF2-40B4-BE49-F238E27FC236}">
                    <a16:creationId xmlns:a16="http://schemas.microsoft.com/office/drawing/2014/main" id="{9E4EFE4E-E25A-D29D-C63B-CDAE29333841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839" name="타원 1838">
                  <a:extLst>
                    <a:ext uri="{FF2B5EF4-FFF2-40B4-BE49-F238E27FC236}">
                      <a16:creationId xmlns:a16="http://schemas.microsoft.com/office/drawing/2014/main" id="{537D731D-C004-A6DB-E6D4-B12AA62109A3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0" name="TextBox 1839">
                  <a:extLst>
                    <a:ext uri="{FF2B5EF4-FFF2-40B4-BE49-F238E27FC236}">
                      <a16:creationId xmlns:a16="http://schemas.microsoft.com/office/drawing/2014/main" id="{0B94EF68-9B37-CC69-41A0-836EDCE06654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7" name="그룹 1826">
                <a:extLst>
                  <a:ext uri="{FF2B5EF4-FFF2-40B4-BE49-F238E27FC236}">
                    <a16:creationId xmlns:a16="http://schemas.microsoft.com/office/drawing/2014/main" id="{6CD3A0C0-3E91-2A1F-A86F-0CD8E4253FEA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837" name="타원 1836">
                  <a:extLst>
                    <a:ext uri="{FF2B5EF4-FFF2-40B4-BE49-F238E27FC236}">
                      <a16:creationId xmlns:a16="http://schemas.microsoft.com/office/drawing/2014/main" id="{5F0AB1C6-6358-5C3C-75FB-D9BD6E3AE4F8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8" name="TextBox 1837">
                  <a:extLst>
                    <a:ext uri="{FF2B5EF4-FFF2-40B4-BE49-F238E27FC236}">
                      <a16:creationId xmlns:a16="http://schemas.microsoft.com/office/drawing/2014/main" id="{2236DB11-C121-843E-A2F1-9734E658D276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28" name="그룹 1827">
                <a:extLst>
                  <a:ext uri="{FF2B5EF4-FFF2-40B4-BE49-F238E27FC236}">
                    <a16:creationId xmlns:a16="http://schemas.microsoft.com/office/drawing/2014/main" id="{7C9328B8-72DB-7E09-B451-4D0FB7B90836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835" name="타원 1834">
                  <a:extLst>
                    <a:ext uri="{FF2B5EF4-FFF2-40B4-BE49-F238E27FC236}">
                      <a16:creationId xmlns:a16="http://schemas.microsoft.com/office/drawing/2014/main" id="{0D5A0720-5C4F-7874-1125-73FC40339144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6" name="TextBox 1835">
                  <a:extLst>
                    <a:ext uri="{FF2B5EF4-FFF2-40B4-BE49-F238E27FC236}">
                      <a16:creationId xmlns:a16="http://schemas.microsoft.com/office/drawing/2014/main" id="{D7B5E5BF-56A8-FC6C-1C8F-E46372BA2A08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9" name="그룹 1828">
                <a:extLst>
                  <a:ext uri="{FF2B5EF4-FFF2-40B4-BE49-F238E27FC236}">
                    <a16:creationId xmlns:a16="http://schemas.microsoft.com/office/drawing/2014/main" id="{828B7327-4933-D902-C462-F25B44055DDB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833" name="타원 1832">
                  <a:extLst>
                    <a:ext uri="{FF2B5EF4-FFF2-40B4-BE49-F238E27FC236}">
                      <a16:creationId xmlns:a16="http://schemas.microsoft.com/office/drawing/2014/main" id="{D28C3ADC-28E8-7650-6B4A-D60368ED6B31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4" name="TextBox 1833">
                  <a:extLst>
                    <a:ext uri="{FF2B5EF4-FFF2-40B4-BE49-F238E27FC236}">
                      <a16:creationId xmlns:a16="http://schemas.microsoft.com/office/drawing/2014/main" id="{18223ABD-5E41-8BB2-12BB-1C01BF2BF7BD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30" name="타원 1829">
                <a:extLst>
                  <a:ext uri="{FF2B5EF4-FFF2-40B4-BE49-F238E27FC236}">
                    <a16:creationId xmlns:a16="http://schemas.microsoft.com/office/drawing/2014/main" id="{FF9AC0FC-CB96-9354-76D8-80D8D9A1FA26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1" name="타원 1830">
                <a:extLst>
                  <a:ext uri="{FF2B5EF4-FFF2-40B4-BE49-F238E27FC236}">
                    <a16:creationId xmlns:a16="http://schemas.microsoft.com/office/drawing/2014/main" id="{432098EE-BF81-BFC0-81F0-6804E08E59E0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2" name="타원 1831">
                <a:extLst>
                  <a:ext uri="{FF2B5EF4-FFF2-40B4-BE49-F238E27FC236}">
                    <a16:creationId xmlns:a16="http://schemas.microsoft.com/office/drawing/2014/main" id="{13DE580E-7896-AC6A-C63E-263620878073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47" name="그룹 1846">
            <a:extLst>
              <a:ext uri="{FF2B5EF4-FFF2-40B4-BE49-F238E27FC236}">
                <a16:creationId xmlns:a16="http://schemas.microsoft.com/office/drawing/2014/main" id="{DB245A8B-E999-5781-8986-B63F2E04A251}"/>
              </a:ext>
            </a:extLst>
          </p:cNvPr>
          <p:cNvGrpSpPr/>
          <p:nvPr/>
        </p:nvGrpSpPr>
        <p:grpSpPr>
          <a:xfrm>
            <a:off x="2433982" y="3746699"/>
            <a:ext cx="1631005" cy="1727858"/>
            <a:chOff x="71774" y="591927"/>
            <a:chExt cx="1662593" cy="1761321"/>
          </a:xfrm>
        </p:grpSpPr>
        <p:grpSp>
          <p:nvGrpSpPr>
            <p:cNvPr id="1848" name="그룹 1847">
              <a:extLst>
                <a:ext uri="{FF2B5EF4-FFF2-40B4-BE49-F238E27FC236}">
                  <a16:creationId xmlns:a16="http://schemas.microsoft.com/office/drawing/2014/main" id="{B005EF29-475E-F9F6-D492-878E4C979C04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1850" name="타원 1849">
                <a:extLst>
                  <a:ext uri="{FF2B5EF4-FFF2-40B4-BE49-F238E27FC236}">
                    <a16:creationId xmlns:a16="http://schemas.microsoft.com/office/drawing/2014/main" id="{3354F8F7-17B2-BE35-C82A-814941B0821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51" name="TextBox 1850">
                <a:extLst>
                  <a:ext uri="{FF2B5EF4-FFF2-40B4-BE49-F238E27FC236}">
                    <a16:creationId xmlns:a16="http://schemas.microsoft.com/office/drawing/2014/main" id="{7BD84DA3-EBFC-4EF0-E121-195FD0EC0788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1852" name="그룹 1851">
                <a:extLst>
                  <a:ext uri="{FF2B5EF4-FFF2-40B4-BE49-F238E27FC236}">
                    <a16:creationId xmlns:a16="http://schemas.microsoft.com/office/drawing/2014/main" id="{5898B04A-4510-4690-3101-0AA00CB92CF3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1869" name="타원 1868">
                  <a:extLst>
                    <a:ext uri="{FF2B5EF4-FFF2-40B4-BE49-F238E27FC236}">
                      <a16:creationId xmlns:a16="http://schemas.microsoft.com/office/drawing/2014/main" id="{E0A7219F-1B11-C20D-EBE3-71D3C65A4C2A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0" name="TextBox 1869">
                  <a:extLst>
                    <a:ext uri="{FF2B5EF4-FFF2-40B4-BE49-F238E27FC236}">
                      <a16:creationId xmlns:a16="http://schemas.microsoft.com/office/drawing/2014/main" id="{957E7563-6116-B5B0-1676-C30E73B99450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71" name="타원 1870">
                  <a:extLst>
                    <a:ext uri="{FF2B5EF4-FFF2-40B4-BE49-F238E27FC236}">
                      <a16:creationId xmlns:a16="http://schemas.microsoft.com/office/drawing/2014/main" id="{B73AB1F8-A16D-BF0F-3FCB-88B61299F663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53" name="그룹 1852">
                <a:extLst>
                  <a:ext uri="{FF2B5EF4-FFF2-40B4-BE49-F238E27FC236}">
                    <a16:creationId xmlns:a16="http://schemas.microsoft.com/office/drawing/2014/main" id="{8A694837-4DB9-35A4-37EC-19F38B23FF4C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1867" name="타원 1866">
                  <a:extLst>
                    <a:ext uri="{FF2B5EF4-FFF2-40B4-BE49-F238E27FC236}">
                      <a16:creationId xmlns:a16="http://schemas.microsoft.com/office/drawing/2014/main" id="{0051C888-33BB-038B-F7D3-693F24846480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68" name="TextBox 1867">
                  <a:extLst>
                    <a:ext uri="{FF2B5EF4-FFF2-40B4-BE49-F238E27FC236}">
                      <a16:creationId xmlns:a16="http://schemas.microsoft.com/office/drawing/2014/main" id="{DA3269F0-AC72-A1CF-A68A-22D2D72E45B6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4" name="그룹 1853">
                <a:extLst>
                  <a:ext uri="{FF2B5EF4-FFF2-40B4-BE49-F238E27FC236}">
                    <a16:creationId xmlns:a16="http://schemas.microsoft.com/office/drawing/2014/main" id="{EE0BEC6D-8DBB-9FF8-0A7D-78E9D059C9B8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1865" name="타원 1864">
                  <a:extLst>
                    <a:ext uri="{FF2B5EF4-FFF2-40B4-BE49-F238E27FC236}">
                      <a16:creationId xmlns:a16="http://schemas.microsoft.com/office/drawing/2014/main" id="{6BDB68B4-F72F-69C8-CA6E-1F9B793E7875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6" name="TextBox 1865">
                  <a:extLst>
                    <a:ext uri="{FF2B5EF4-FFF2-40B4-BE49-F238E27FC236}">
                      <a16:creationId xmlns:a16="http://schemas.microsoft.com/office/drawing/2014/main" id="{8CE2FEDD-0CEC-E5CB-682D-C8DBE4CC91DE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5" name="타원 1854">
                <a:extLst>
                  <a:ext uri="{FF2B5EF4-FFF2-40B4-BE49-F238E27FC236}">
                    <a16:creationId xmlns:a16="http://schemas.microsoft.com/office/drawing/2014/main" id="{F4FF9F5B-A4B8-FE53-BB23-FA546E830C7F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56" name="그룹 1855">
                <a:extLst>
                  <a:ext uri="{FF2B5EF4-FFF2-40B4-BE49-F238E27FC236}">
                    <a16:creationId xmlns:a16="http://schemas.microsoft.com/office/drawing/2014/main" id="{55C0BD2B-E2CB-BF98-777D-DDFDED738263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1863" name="타원 1862">
                  <a:extLst>
                    <a:ext uri="{FF2B5EF4-FFF2-40B4-BE49-F238E27FC236}">
                      <a16:creationId xmlns:a16="http://schemas.microsoft.com/office/drawing/2014/main" id="{C51801F9-A591-12B1-ED72-ACAB1CC7FA8E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4" name="TextBox 1863">
                  <a:extLst>
                    <a:ext uri="{FF2B5EF4-FFF2-40B4-BE49-F238E27FC236}">
                      <a16:creationId xmlns:a16="http://schemas.microsoft.com/office/drawing/2014/main" id="{680634B6-C7C9-9F57-5B1A-F31F13720F42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7" name="그룹 1856">
                <a:extLst>
                  <a:ext uri="{FF2B5EF4-FFF2-40B4-BE49-F238E27FC236}">
                    <a16:creationId xmlns:a16="http://schemas.microsoft.com/office/drawing/2014/main" id="{367B4C12-4ECC-763D-1088-78075ADAA012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1861" name="타원 1860">
                  <a:extLst>
                    <a:ext uri="{FF2B5EF4-FFF2-40B4-BE49-F238E27FC236}">
                      <a16:creationId xmlns:a16="http://schemas.microsoft.com/office/drawing/2014/main" id="{1AF6D791-A552-7C98-0EFD-F2FD2C8B1B43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2" name="TextBox 1861">
                  <a:extLst>
                    <a:ext uri="{FF2B5EF4-FFF2-40B4-BE49-F238E27FC236}">
                      <a16:creationId xmlns:a16="http://schemas.microsoft.com/office/drawing/2014/main" id="{A9C18795-C61B-4C85-40D1-ED226FE2753A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8" name="타원 1857">
                <a:extLst>
                  <a:ext uri="{FF2B5EF4-FFF2-40B4-BE49-F238E27FC236}">
                    <a16:creationId xmlns:a16="http://schemas.microsoft.com/office/drawing/2014/main" id="{47D61546-2C36-ACC7-6789-CCF395D6BC73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9" name="타원 1858">
                <a:extLst>
                  <a:ext uri="{FF2B5EF4-FFF2-40B4-BE49-F238E27FC236}">
                    <a16:creationId xmlns:a16="http://schemas.microsoft.com/office/drawing/2014/main" id="{E7810997-B626-3838-3194-C68EB0F12E78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0" name="타원 1859">
                <a:extLst>
                  <a:ext uri="{FF2B5EF4-FFF2-40B4-BE49-F238E27FC236}">
                    <a16:creationId xmlns:a16="http://schemas.microsoft.com/office/drawing/2014/main" id="{E78BC3C3-E1CB-3D13-D765-29F633CA3B2B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3AA0D69E-6389-CCC8-18DA-9372773BF0A9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1872" name="그룹 1871">
            <a:extLst>
              <a:ext uri="{FF2B5EF4-FFF2-40B4-BE49-F238E27FC236}">
                <a16:creationId xmlns:a16="http://schemas.microsoft.com/office/drawing/2014/main" id="{739EE434-285F-BF78-E8A1-D6D7F5753F7F}"/>
              </a:ext>
            </a:extLst>
          </p:cNvPr>
          <p:cNvGrpSpPr/>
          <p:nvPr/>
        </p:nvGrpSpPr>
        <p:grpSpPr>
          <a:xfrm>
            <a:off x="8256514" y="993689"/>
            <a:ext cx="1634192" cy="1823884"/>
            <a:chOff x="2129302" y="890897"/>
            <a:chExt cx="1634192" cy="1823884"/>
          </a:xfrm>
        </p:grpSpPr>
        <p:grpSp>
          <p:nvGrpSpPr>
            <p:cNvPr id="1873" name="그룹 1872">
              <a:extLst>
                <a:ext uri="{FF2B5EF4-FFF2-40B4-BE49-F238E27FC236}">
                  <a16:creationId xmlns:a16="http://schemas.microsoft.com/office/drawing/2014/main" id="{8606A0DD-2F2E-3910-8473-EF7E43EFBCAB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1875" name="타원 1874">
                <a:extLst>
                  <a:ext uri="{FF2B5EF4-FFF2-40B4-BE49-F238E27FC236}">
                    <a16:creationId xmlns:a16="http://schemas.microsoft.com/office/drawing/2014/main" id="{7D198B45-7CF4-B841-BE19-BBF1107021C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76" name="타원 1875">
                <a:extLst>
                  <a:ext uri="{FF2B5EF4-FFF2-40B4-BE49-F238E27FC236}">
                    <a16:creationId xmlns:a16="http://schemas.microsoft.com/office/drawing/2014/main" id="{98034A24-966E-0FB9-2FFA-FB24240A0F45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77" name="그룹 1876">
                <a:extLst>
                  <a:ext uri="{FF2B5EF4-FFF2-40B4-BE49-F238E27FC236}">
                    <a16:creationId xmlns:a16="http://schemas.microsoft.com/office/drawing/2014/main" id="{B4EE21AE-F1BD-DDE6-82A2-0F47D6E855C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894" name="타원 1893">
                  <a:extLst>
                    <a:ext uri="{FF2B5EF4-FFF2-40B4-BE49-F238E27FC236}">
                      <a16:creationId xmlns:a16="http://schemas.microsoft.com/office/drawing/2014/main" id="{A50362D9-50A3-FBDE-8056-2E8BD07AAAB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5" name="TextBox 1894">
                  <a:extLst>
                    <a:ext uri="{FF2B5EF4-FFF2-40B4-BE49-F238E27FC236}">
                      <a16:creationId xmlns:a16="http://schemas.microsoft.com/office/drawing/2014/main" id="{7F13A86A-D002-ADA7-7F37-EB9AC4A12A33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8" name="그룹 1877">
                <a:extLst>
                  <a:ext uri="{FF2B5EF4-FFF2-40B4-BE49-F238E27FC236}">
                    <a16:creationId xmlns:a16="http://schemas.microsoft.com/office/drawing/2014/main" id="{3A35A387-D796-3072-152D-B3D0399F980B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892" name="타원 1891">
                  <a:extLst>
                    <a:ext uri="{FF2B5EF4-FFF2-40B4-BE49-F238E27FC236}">
                      <a16:creationId xmlns:a16="http://schemas.microsoft.com/office/drawing/2014/main" id="{3277B8D8-187E-AC87-4A36-C23315EC81A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3" name="TextBox 1892">
                  <a:extLst>
                    <a:ext uri="{FF2B5EF4-FFF2-40B4-BE49-F238E27FC236}">
                      <a16:creationId xmlns:a16="http://schemas.microsoft.com/office/drawing/2014/main" id="{82894D22-5290-1791-274A-A8BD4531CA56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9" name="그룹 1878">
                <a:extLst>
                  <a:ext uri="{FF2B5EF4-FFF2-40B4-BE49-F238E27FC236}">
                    <a16:creationId xmlns:a16="http://schemas.microsoft.com/office/drawing/2014/main" id="{601DE044-36C1-B5AE-0118-EF47B95AD8CA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890" name="타원 1889">
                  <a:extLst>
                    <a:ext uri="{FF2B5EF4-FFF2-40B4-BE49-F238E27FC236}">
                      <a16:creationId xmlns:a16="http://schemas.microsoft.com/office/drawing/2014/main" id="{5C6879CE-53E6-C6A3-7FBA-D81C823AFBAB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1" name="TextBox 1890">
                  <a:extLst>
                    <a:ext uri="{FF2B5EF4-FFF2-40B4-BE49-F238E27FC236}">
                      <a16:creationId xmlns:a16="http://schemas.microsoft.com/office/drawing/2014/main" id="{E3FF4FE3-ED0E-9C9E-6083-5D36BA3B8B49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80" name="그룹 1879">
                <a:extLst>
                  <a:ext uri="{FF2B5EF4-FFF2-40B4-BE49-F238E27FC236}">
                    <a16:creationId xmlns:a16="http://schemas.microsoft.com/office/drawing/2014/main" id="{FE13EDA3-F8E2-E700-56E4-AFC77B897234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888" name="타원 1887">
                  <a:extLst>
                    <a:ext uri="{FF2B5EF4-FFF2-40B4-BE49-F238E27FC236}">
                      <a16:creationId xmlns:a16="http://schemas.microsoft.com/office/drawing/2014/main" id="{14169A09-525D-10A9-2304-7CC6F8A6E295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9" name="TextBox 1888">
                  <a:extLst>
                    <a:ext uri="{FF2B5EF4-FFF2-40B4-BE49-F238E27FC236}">
                      <a16:creationId xmlns:a16="http://schemas.microsoft.com/office/drawing/2014/main" id="{7ED5743C-A908-4899-7D79-E7ADF8BE9633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81" name="그룹 1880">
                <a:extLst>
                  <a:ext uri="{FF2B5EF4-FFF2-40B4-BE49-F238E27FC236}">
                    <a16:creationId xmlns:a16="http://schemas.microsoft.com/office/drawing/2014/main" id="{82A9EFC4-BB36-8AF6-ED98-2372F50E8816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886" name="타원 1885">
                  <a:extLst>
                    <a:ext uri="{FF2B5EF4-FFF2-40B4-BE49-F238E27FC236}">
                      <a16:creationId xmlns:a16="http://schemas.microsoft.com/office/drawing/2014/main" id="{C18EF1A6-A2BD-1EEF-3CE3-EC73D9BCA169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87" name="TextBox 1886">
                  <a:extLst>
                    <a:ext uri="{FF2B5EF4-FFF2-40B4-BE49-F238E27FC236}">
                      <a16:creationId xmlns:a16="http://schemas.microsoft.com/office/drawing/2014/main" id="{64FD7477-53F7-B6A3-A8C5-09E189872218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37AA09E6-C0E6-DC63-8305-39CBA4785DB7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3" name="타원 1882">
                <a:extLst>
                  <a:ext uri="{FF2B5EF4-FFF2-40B4-BE49-F238E27FC236}">
                    <a16:creationId xmlns:a16="http://schemas.microsoft.com/office/drawing/2014/main" id="{CCF26EB7-1DA5-2B9B-B5A6-5E43F6DA2660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F3D666B2-CFD3-94BC-7FEA-193E973B3CFA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5" name="타원 1884">
                <a:extLst>
                  <a:ext uri="{FF2B5EF4-FFF2-40B4-BE49-F238E27FC236}">
                    <a16:creationId xmlns:a16="http://schemas.microsoft.com/office/drawing/2014/main" id="{80870D3C-D6A4-D36F-A3B7-1FF4E691CBBB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74" name="TextBox 1873">
              <a:extLst>
                <a:ext uri="{FF2B5EF4-FFF2-40B4-BE49-F238E27FC236}">
                  <a16:creationId xmlns:a16="http://schemas.microsoft.com/office/drawing/2014/main" id="{B92C444F-77CE-C8FC-31CF-59AECC295E53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1896" name="그룹 1895">
            <a:extLst>
              <a:ext uri="{FF2B5EF4-FFF2-40B4-BE49-F238E27FC236}">
                <a16:creationId xmlns:a16="http://schemas.microsoft.com/office/drawing/2014/main" id="{F58C37BF-659C-8CBE-1788-5D42C0594033}"/>
              </a:ext>
            </a:extLst>
          </p:cNvPr>
          <p:cNvGrpSpPr/>
          <p:nvPr/>
        </p:nvGrpSpPr>
        <p:grpSpPr>
          <a:xfrm>
            <a:off x="6481554" y="3731241"/>
            <a:ext cx="1587295" cy="1739333"/>
            <a:chOff x="2185243" y="3210132"/>
            <a:chExt cx="1587295" cy="1739333"/>
          </a:xfrm>
        </p:grpSpPr>
        <p:grpSp>
          <p:nvGrpSpPr>
            <p:cNvPr id="1897" name="그룹 1896">
              <a:extLst>
                <a:ext uri="{FF2B5EF4-FFF2-40B4-BE49-F238E27FC236}">
                  <a16:creationId xmlns:a16="http://schemas.microsoft.com/office/drawing/2014/main" id="{3D09653C-4538-45A0-1378-31501B6AF832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1899" name="TextBox 1898">
                <a:extLst>
                  <a:ext uri="{FF2B5EF4-FFF2-40B4-BE49-F238E27FC236}">
                    <a16:creationId xmlns:a16="http://schemas.microsoft.com/office/drawing/2014/main" id="{C97CA4EF-A892-DE6E-BF95-A78110FD30E2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1900" name="그룹 1899">
                <a:extLst>
                  <a:ext uri="{FF2B5EF4-FFF2-40B4-BE49-F238E27FC236}">
                    <a16:creationId xmlns:a16="http://schemas.microsoft.com/office/drawing/2014/main" id="{8A73EB3B-4787-00AC-2D3A-26F4C120E449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1901" name="타원 1900">
                  <a:extLst>
                    <a:ext uri="{FF2B5EF4-FFF2-40B4-BE49-F238E27FC236}">
                      <a16:creationId xmlns:a16="http://schemas.microsoft.com/office/drawing/2014/main" id="{135AE094-9E6B-01D1-C86E-08F4671F53A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02" name="그룹 1901">
                  <a:extLst>
                    <a:ext uri="{FF2B5EF4-FFF2-40B4-BE49-F238E27FC236}">
                      <a16:creationId xmlns:a16="http://schemas.microsoft.com/office/drawing/2014/main" id="{D81AF924-6BAD-7821-572E-FF441FAC7324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21" name="TextBox 1920">
                    <a:extLst>
                      <a:ext uri="{FF2B5EF4-FFF2-40B4-BE49-F238E27FC236}">
                        <a16:creationId xmlns:a16="http://schemas.microsoft.com/office/drawing/2014/main" id="{66388863-9BA1-61AB-61BD-E8F75800A94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22" name="타원 1921">
                    <a:extLst>
                      <a:ext uri="{FF2B5EF4-FFF2-40B4-BE49-F238E27FC236}">
                        <a16:creationId xmlns:a16="http://schemas.microsoft.com/office/drawing/2014/main" id="{5BB80D83-DCFA-A550-1513-8B5D30A6F89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03" name="그룹 1902">
                  <a:extLst>
                    <a:ext uri="{FF2B5EF4-FFF2-40B4-BE49-F238E27FC236}">
                      <a16:creationId xmlns:a16="http://schemas.microsoft.com/office/drawing/2014/main" id="{3320E2A2-B2AF-D8A9-E464-E3DC6C6F8CC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919" name="타원 1918">
                    <a:extLst>
                      <a:ext uri="{FF2B5EF4-FFF2-40B4-BE49-F238E27FC236}">
                        <a16:creationId xmlns:a16="http://schemas.microsoft.com/office/drawing/2014/main" id="{8C47A58F-F902-EDE9-4031-372C95B5B043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0" name="TextBox 1919">
                    <a:extLst>
                      <a:ext uri="{FF2B5EF4-FFF2-40B4-BE49-F238E27FC236}">
                        <a16:creationId xmlns:a16="http://schemas.microsoft.com/office/drawing/2014/main" id="{0BF07A52-B783-D6FA-7933-DEA62F33934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4" name="그룹 1903">
                  <a:extLst>
                    <a:ext uri="{FF2B5EF4-FFF2-40B4-BE49-F238E27FC236}">
                      <a16:creationId xmlns:a16="http://schemas.microsoft.com/office/drawing/2014/main" id="{51CB4C5D-5F30-9A15-83F3-A4132C729DDC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917" name="타원 1916">
                    <a:extLst>
                      <a:ext uri="{FF2B5EF4-FFF2-40B4-BE49-F238E27FC236}">
                        <a16:creationId xmlns:a16="http://schemas.microsoft.com/office/drawing/2014/main" id="{A0359B93-624D-C0AC-F059-A1860C98C96A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8" name="TextBox 1917">
                    <a:extLst>
                      <a:ext uri="{FF2B5EF4-FFF2-40B4-BE49-F238E27FC236}">
                        <a16:creationId xmlns:a16="http://schemas.microsoft.com/office/drawing/2014/main" id="{CA0046C1-E819-B0A7-2FC8-5350C46B51F8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5" name="그룹 1904">
                  <a:extLst>
                    <a:ext uri="{FF2B5EF4-FFF2-40B4-BE49-F238E27FC236}">
                      <a16:creationId xmlns:a16="http://schemas.microsoft.com/office/drawing/2014/main" id="{24358C34-5C26-E6B8-9BCE-90A3AFCFC268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15" name="타원 1914">
                    <a:extLst>
                      <a:ext uri="{FF2B5EF4-FFF2-40B4-BE49-F238E27FC236}">
                        <a16:creationId xmlns:a16="http://schemas.microsoft.com/office/drawing/2014/main" id="{148D8601-2C5A-9997-421C-4E6A57BFA5F1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916" name="TextBox 1915">
                    <a:extLst>
                      <a:ext uri="{FF2B5EF4-FFF2-40B4-BE49-F238E27FC236}">
                        <a16:creationId xmlns:a16="http://schemas.microsoft.com/office/drawing/2014/main" id="{AFE9564D-D7E3-641C-5783-D3111EE1F67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6" name="그룹 1905">
                  <a:extLst>
                    <a:ext uri="{FF2B5EF4-FFF2-40B4-BE49-F238E27FC236}">
                      <a16:creationId xmlns:a16="http://schemas.microsoft.com/office/drawing/2014/main" id="{CA2452BE-E763-7387-2DA5-A872FCC6DA2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13" name="타원 1912">
                    <a:extLst>
                      <a:ext uri="{FF2B5EF4-FFF2-40B4-BE49-F238E27FC236}">
                        <a16:creationId xmlns:a16="http://schemas.microsoft.com/office/drawing/2014/main" id="{DE90940A-3CD0-A108-538F-EF8B7AA0CE9A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4" name="TextBox 1913">
                    <a:extLst>
                      <a:ext uri="{FF2B5EF4-FFF2-40B4-BE49-F238E27FC236}">
                        <a16:creationId xmlns:a16="http://schemas.microsoft.com/office/drawing/2014/main" id="{CCF7A943-C8B2-5C41-2A3C-85A4F98D7BD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07" name="그룹 1906">
                  <a:extLst>
                    <a:ext uri="{FF2B5EF4-FFF2-40B4-BE49-F238E27FC236}">
                      <a16:creationId xmlns:a16="http://schemas.microsoft.com/office/drawing/2014/main" id="{74EF18BE-5B31-480B-8C9E-DA62484AEB2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11" name="타원 1910">
                    <a:extLst>
                      <a:ext uri="{FF2B5EF4-FFF2-40B4-BE49-F238E27FC236}">
                        <a16:creationId xmlns:a16="http://schemas.microsoft.com/office/drawing/2014/main" id="{34D99462-2870-1BF7-2BDC-DD290A05F669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2" name="TextBox 1911">
                    <a:extLst>
                      <a:ext uri="{FF2B5EF4-FFF2-40B4-BE49-F238E27FC236}">
                        <a16:creationId xmlns:a16="http://schemas.microsoft.com/office/drawing/2014/main" id="{23A2B615-A938-5F8D-BBE1-9F9EF0D89924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08" name="타원 1907">
                  <a:extLst>
                    <a:ext uri="{FF2B5EF4-FFF2-40B4-BE49-F238E27FC236}">
                      <a16:creationId xmlns:a16="http://schemas.microsoft.com/office/drawing/2014/main" id="{A9E0B826-A0AA-CBEB-FFAA-B43D86E4CAB6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9" name="타원 1908">
                  <a:extLst>
                    <a:ext uri="{FF2B5EF4-FFF2-40B4-BE49-F238E27FC236}">
                      <a16:creationId xmlns:a16="http://schemas.microsoft.com/office/drawing/2014/main" id="{13CA167A-26CB-AB6D-101D-6560D34168C1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10" name="타원 1909">
                  <a:extLst>
                    <a:ext uri="{FF2B5EF4-FFF2-40B4-BE49-F238E27FC236}">
                      <a16:creationId xmlns:a16="http://schemas.microsoft.com/office/drawing/2014/main" id="{6355E118-2B33-5D39-37E3-EE0C9E1A8C05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898" name="타원 1897">
              <a:extLst>
                <a:ext uri="{FF2B5EF4-FFF2-40B4-BE49-F238E27FC236}">
                  <a16:creationId xmlns:a16="http://schemas.microsoft.com/office/drawing/2014/main" id="{758B583C-DE1B-BEE9-289A-6531D7F048C5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23" name="그룹 1922">
            <a:extLst>
              <a:ext uri="{FF2B5EF4-FFF2-40B4-BE49-F238E27FC236}">
                <a16:creationId xmlns:a16="http://schemas.microsoft.com/office/drawing/2014/main" id="{BE0BEEED-2348-DA21-021E-EECAC1A0166C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924" name="그룹 1923">
              <a:extLst>
                <a:ext uri="{FF2B5EF4-FFF2-40B4-BE49-F238E27FC236}">
                  <a16:creationId xmlns:a16="http://schemas.microsoft.com/office/drawing/2014/main" id="{79C4916D-B508-00F2-C8CB-79D6E2C1AEB0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926" name="TextBox 1925">
                <a:extLst>
                  <a:ext uri="{FF2B5EF4-FFF2-40B4-BE49-F238E27FC236}">
                    <a16:creationId xmlns:a16="http://schemas.microsoft.com/office/drawing/2014/main" id="{3500AD12-7B03-2193-7CF3-131D4907B6CE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1927" name="그룹 1926">
                <a:extLst>
                  <a:ext uri="{FF2B5EF4-FFF2-40B4-BE49-F238E27FC236}">
                    <a16:creationId xmlns:a16="http://schemas.microsoft.com/office/drawing/2014/main" id="{118EDE92-7B58-524D-5C94-FD36B9FA3B75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28" name="타원 1927">
                  <a:extLst>
                    <a:ext uri="{FF2B5EF4-FFF2-40B4-BE49-F238E27FC236}">
                      <a16:creationId xmlns:a16="http://schemas.microsoft.com/office/drawing/2014/main" id="{FD1A14BD-81D8-BD74-257B-A42014306B35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29" name="그룹 1928">
                  <a:extLst>
                    <a:ext uri="{FF2B5EF4-FFF2-40B4-BE49-F238E27FC236}">
                      <a16:creationId xmlns:a16="http://schemas.microsoft.com/office/drawing/2014/main" id="{843B7677-8635-5AD9-653E-8A9E61C367F2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49" name="TextBox 1948">
                    <a:extLst>
                      <a:ext uri="{FF2B5EF4-FFF2-40B4-BE49-F238E27FC236}">
                        <a16:creationId xmlns:a16="http://schemas.microsoft.com/office/drawing/2014/main" id="{AD9B88A2-8742-6C68-44EB-E51054692B3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50" name="타원 1949">
                    <a:extLst>
                      <a:ext uri="{FF2B5EF4-FFF2-40B4-BE49-F238E27FC236}">
                        <a16:creationId xmlns:a16="http://schemas.microsoft.com/office/drawing/2014/main" id="{DF1B8789-B36D-CA92-3E4B-11E14A7A5F1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30" name="그룹 1929">
                  <a:extLst>
                    <a:ext uri="{FF2B5EF4-FFF2-40B4-BE49-F238E27FC236}">
                      <a16:creationId xmlns:a16="http://schemas.microsoft.com/office/drawing/2014/main" id="{DF2BDD18-B064-0FED-635E-5FA6EC6F5020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47" name="타원 1946">
                    <a:extLst>
                      <a:ext uri="{FF2B5EF4-FFF2-40B4-BE49-F238E27FC236}">
                        <a16:creationId xmlns:a16="http://schemas.microsoft.com/office/drawing/2014/main" id="{BA11DF05-5D59-58F3-7A5F-0BEFB2FD1431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8" name="TextBox 1947">
                    <a:extLst>
                      <a:ext uri="{FF2B5EF4-FFF2-40B4-BE49-F238E27FC236}">
                        <a16:creationId xmlns:a16="http://schemas.microsoft.com/office/drawing/2014/main" id="{97D753E9-D5FF-2CCE-7451-5C30AB8B7F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1" name="그룹 1930">
                  <a:extLst>
                    <a:ext uri="{FF2B5EF4-FFF2-40B4-BE49-F238E27FC236}">
                      <a16:creationId xmlns:a16="http://schemas.microsoft.com/office/drawing/2014/main" id="{FC40E534-E45B-3806-3A65-567B813358CB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45" name="타원 1944">
                    <a:extLst>
                      <a:ext uri="{FF2B5EF4-FFF2-40B4-BE49-F238E27FC236}">
                        <a16:creationId xmlns:a16="http://schemas.microsoft.com/office/drawing/2014/main" id="{1423EA49-E6E3-7D65-4FC6-05F35C4439A0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6" name="TextBox 1945">
                    <a:extLst>
                      <a:ext uri="{FF2B5EF4-FFF2-40B4-BE49-F238E27FC236}">
                        <a16:creationId xmlns:a16="http://schemas.microsoft.com/office/drawing/2014/main" id="{8DF3C1DE-B898-DC5C-08D8-F756A63F602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2" name="그룹 1931">
                  <a:extLst>
                    <a:ext uri="{FF2B5EF4-FFF2-40B4-BE49-F238E27FC236}">
                      <a16:creationId xmlns:a16="http://schemas.microsoft.com/office/drawing/2014/main" id="{85E18F25-F1AC-B261-7800-54CF865155D4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43" name="타원 1942">
                    <a:extLst>
                      <a:ext uri="{FF2B5EF4-FFF2-40B4-BE49-F238E27FC236}">
                        <a16:creationId xmlns:a16="http://schemas.microsoft.com/office/drawing/2014/main" id="{D942C88B-A17B-0A06-89B6-F9000EDC1940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4" name="TextBox 1943">
                    <a:extLst>
                      <a:ext uri="{FF2B5EF4-FFF2-40B4-BE49-F238E27FC236}">
                        <a16:creationId xmlns:a16="http://schemas.microsoft.com/office/drawing/2014/main" id="{779A0E2E-0999-710D-D33F-40621828A87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3" name="그룹 1932">
                  <a:extLst>
                    <a:ext uri="{FF2B5EF4-FFF2-40B4-BE49-F238E27FC236}">
                      <a16:creationId xmlns:a16="http://schemas.microsoft.com/office/drawing/2014/main" id="{07AE44CD-9D9B-C621-44CD-4ED9176F5473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41" name="타원 1940">
                    <a:extLst>
                      <a:ext uri="{FF2B5EF4-FFF2-40B4-BE49-F238E27FC236}">
                        <a16:creationId xmlns:a16="http://schemas.microsoft.com/office/drawing/2014/main" id="{98DD4881-B44E-404E-2286-1C1C17CBAD63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2" name="TextBox 1941">
                    <a:extLst>
                      <a:ext uri="{FF2B5EF4-FFF2-40B4-BE49-F238E27FC236}">
                        <a16:creationId xmlns:a16="http://schemas.microsoft.com/office/drawing/2014/main" id="{B922A58D-ECDC-25A1-B590-ADF2DAD9209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34" name="그룹 1933">
                  <a:extLst>
                    <a:ext uri="{FF2B5EF4-FFF2-40B4-BE49-F238E27FC236}">
                      <a16:creationId xmlns:a16="http://schemas.microsoft.com/office/drawing/2014/main" id="{B4E8EE48-17A8-FECC-26F9-3218A45CECA9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39" name="타원 1938">
                    <a:extLst>
                      <a:ext uri="{FF2B5EF4-FFF2-40B4-BE49-F238E27FC236}">
                        <a16:creationId xmlns:a16="http://schemas.microsoft.com/office/drawing/2014/main" id="{09A94A45-F434-5C85-68C6-C40C938FAE6E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0" name="TextBox 1939">
                    <a:extLst>
                      <a:ext uri="{FF2B5EF4-FFF2-40B4-BE49-F238E27FC236}">
                        <a16:creationId xmlns:a16="http://schemas.microsoft.com/office/drawing/2014/main" id="{1CF690FE-C550-8134-F1A4-6DADD525AD6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35" name="타원 1934">
                  <a:extLst>
                    <a:ext uri="{FF2B5EF4-FFF2-40B4-BE49-F238E27FC236}">
                      <a16:creationId xmlns:a16="http://schemas.microsoft.com/office/drawing/2014/main" id="{D63BD934-8249-4A1C-7FA6-340ED640E2BC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6" name="타원 1935">
                  <a:extLst>
                    <a:ext uri="{FF2B5EF4-FFF2-40B4-BE49-F238E27FC236}">
                      <a16:creationId xmlns:a16="http://schemas.microsoft.com/office/drawing/2014/main" id="{0B62D7C9-E733-5DB0-954A-840045A28440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7" name="타원 1936">
                  <a:extLst>
                    <a:ext uri="{FF2B5EF4-FFF2-40B4-BE49-F238E27FC236}">
                      <a16:creationId xmlns:a16="http://schemas.microsoft.com/office/drawing/2014/main" id="{37841ECC-1D86-A204-D825-21A110114E9A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8" name="타원 1937">
                  <a:extLst>
                    <a:ext uri="{FF2B5EF4-FFF2-40B4-BE49-F238E27FC236}">
                      <a16:creationId xmlns:a16="http://schemas.microsoft.com/office/drawing/2014/main" id="{58642DC6-6F9E-7F11-9303-2CA75F6876AB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25" name="타원 1924">
              <a:extLst>
                <a:ext uri="{FF2B5EF4-FFF2-40B4-BE49-F238E27FC236}">
                  <a16:creationId xmlns:a16="http://schemas.microsoft.com/office/drawing/2014/main" id="{094E7C25-29DA-32AE-4423-70A24821BC34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51" name="그룹 1950">
            <a:extLst>
              <a:ext uri="{FF2B5EF4-FFF2-40B4-BE49-F238E27FC236}">
                <a16:creationId xmlns:a16="http://schemas.microsoft.com/office/drawing/2014/main" id="{76248568-2DBC-FCC7-53B0-9F179C1D3A55}"/>
              </a:ext>
            </a:extLst>
          </p:cNvPr>
          <p:cNvGrpSpPr/>
          <p:nvPr/>
        </p:nvGrpSpPr>
        <p:grpSpPr>
          <a:xfrm>
            <a:off x="6232800" y="1020239"/>
            <a:ext cx="1587294" cy="1790314"/>
            <a:chOff x="5982700" y="3210132"/>
            <a:chExt cx="1587294" cy="1790314"/>
          </a:xfrm>
        </p:grpSpPr>
        <p:grpSp>
          <p:nvGrpSpPr>
            <p:cNvPr id="1952" name="그룹 1951">
              <a:extLst>
                <a:ext uri="{FF2B5EF4-FFF2-40B4-BE49-F238E27FC236}">
                  <a16:creationId xmlns:a16="http://schemas.microsoft.com/office/drawing/2014/main" id="{3BD8C4C4-0C43-BDF8-1004-9C43C6820670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1954" name="TextBox 1953">
                <a:extLst>
                  <a:ext uri="{FF2B5EF4-FFF2-40B4-BE49-F238E27FC236}">
                    <a16:creationId xmlns:a16="http://schemas.microsoft.com/office/drawing/2014/main" id="{9B079CC9-E5D1-A272-B3A8-D2D949067326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1955" name="그룹 1954">
                <a:extLst>
                  <a:ext uri="{FF2B5EF4-FFF2-40B4-BE49-F238E27FC236}">
                    <a16:creationId xmlns:a16="http://schemas.microsoft.com/office/drawing/2014/main" id="{32B77962-DA84-B283-A8D6-86943198AAC2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1956" name="타원 1955">
                  <a:extLst>
                    <a:ext uri="{FF2B5EF4-FFF2-40B4-BE49-F238E27FC236}">
                      <a16:creationId xmlns:a16="http://schemas.microsoft.com/office/drawing/2014/main" id="{E32F3702-7301-1142-F1BF-399185E348D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57" name="그룹 1956">
                  <a:extLst>
                    <a:ext uri="{FF2B5EF4-FFF2-40B4-BE49-F238E27FC236}">
                      <a16:creationId xmlns:a16="http://schemas.microsoft.com/office/drawing/2014/main" id="{0364EB56-2A94-0995-5322-208C2C86476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77" name="TextBox 1976">
                    <a:extLst>
                      <a:ext uri="{FF2B5EF4-FFF2-40B4-BE49-F238E27FC236}">
                        <a16:creationId xmlns:a16="http://schemas.microsoft.com/office/drawing/2014/main" id="{03CFF90D-6E24-B11F-8C82-FE669019C9AB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78" name="타원 1977">
                    <a:extLst>
                      <a:ext uri="{FF2B5EF4-FFF2-40B4-BE49-F238E27FC236}">
                        <a16:creationId xmlns:a16="http://schemas.microsoft.com/office/drawing/2014/main" id="{793E283E-5D6D-78A5-4E44-C83DAB3100CC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58" name="그룹 1957">
                  <a:extLst>
                    <a:ext uri="{FF2B5EF4-FFF2-40B4-BE49-F238E27FC236}">
                      <a16:creationId xmlns:a16="http://schemas.microsoft.com/office/drawing/2014/main" id="{3CB782C3-4209-34D8-63B0-8C4D8852190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75" name="타원 1974">
                    <a:extLst>
                      <a:ext uri="{FF2B5EF4-FFF2-40B4-BE49-F238E27FC236}">
                        <a16:creationId xmlns:a16="http://schemas.microsoft.com/office/drawing/2014/main" id="{311D1E09-CD70-685F-2AAA-ECA2758EE21F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6" name="TextBox 1975">
                    <a:extLst>
                      <a:ext uri="{FF2B5EF4-FFF2-40B4-BE49-F238E27FC236}">
                        <a16:creationId xmlns:a16="http://schemas.microsoft.com/office/drawing/2014/main" id="{DD55998D-9E20-3C3C-B191-71CBD8880115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59" name="그룹 1958">
                  <a:extLst>
                    <a:ext uri="{FF2B5EF4-FFF2-40B4-BE49-F238E27FC236}">
                      <a16:creationId xmlns:a16="http://schemas.microsoft.com/office/drawing/2014/main" id="{52CBDDFF-4DF2-9141-8EFB-3E77CB09D99F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73" name="타원 1972">
                    <a:extLst>
                      <a:ext uri="{FF2B5EF4-FFF2-40B4-BE49-F238E27FC236}">
                        <a16:creationId xmlns:a16="http://schemas.microsoft.com/office/drawing/2014/main" id="{09DA55DF-9220-6765-105E-0C2C065BFD99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4" name="TextBox 1973">
                    <a:extLst>
                      <a:ext uri="{FF2B5EF4-FFF2-40B4-BE49-F238E27FC236}">
                        <a16:creationId xmlns:a16="http://schemas.microsoft.com/office/drawing/2014/main" id="{52334637-FDE4-3A9B-DA86-238602CACDC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0" name="그룹 1959">
                  <a:extLst>
                    <a:ext uri="{FF2B5EF4-FFF2-40B4-BE49-F238E27FC236}">
                      <a16:creationId xmlns:a16="http://schemas.microsoft.com/office/drawing/2014/main" id="{3653D419-36AF-65CD-9159-057ED2F0475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71" name="타원 1970">
                    <a:extLst>
                      <a:ext uri="{FF2B5EF4-FFF2-40B4-BE49-F238E27FC236}">
                        <a16:creationId xmlns:a16="http://schemas.microsoft.com/office/drawing/2014/main" id="{901518EC-A713-6DE1-0891-4D02537F1582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2" name="TextBox 1971">
                    <a:extLst>
                      <a:ext uri="{FF2B5EF4-FFF2-40B4-BE49-F238E27FC236}">
                        <a16:creationId xmlns:a16="http://schemas.microsoft.com/office/drawing/2014/main" id="{1E7A526D-116E-394A-1CC7-6FFB03C6D48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1" name="그룹 1960">
                  <a:extLst>
                    <a:ext uri="{FF2B5EF4-FFF2-40B4-BE49-F238E27FC236}">
                      <a16:creationId xmlns:a16="http://schemas.microsoft.com/office/drawing/2014/main" id="{FB4CAED2-32D3-0960-8E0F-672D302C8173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69" name="타원 1968">
                    <a:extLst>
                      <a:ext uri="{FF2B5EF4-FFF2-40B4-BE49-F238E27FC236}">
                        <a16:creationId xmlns:a16="http://schemas.microsoft.com/office/drawing/2014/main" id="{96774860-18CA-4906-2E60-D1A175FF63E1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0" name="TextBox 1969">
                    <a:extLst>
                      <a:ext uri="{FF2B5EF4-FFF2-40B4-BE49-F238E27FC236}">
                        <a16:creationId xmlns:a16="http://schemas.microsoft.com/office/drawing/2014/main" id="{48AEEECD-4F4E-5C85-1692-185D6E0566D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62" name="그룹 1961">
                  <a:extLst>
                    <a:ext uri="{FF2B5EF4-FFF2-40B4-BE49-F238E27FC236}">
                      <a16:creationId xmlns:a16="http://schemas.microsoft.com/office/drawing/2014/main" id="{7E7CD1AB-FA75-609E-B1BA-F5F7033C0DB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67" name="타원 1966">
                    <a:extLst>
                      <a:ext uri="{FF2B5EF4-FFF2-40B4-BE49-F238E27FC236}">
                        <a16:creationId xmlns:a16="http://schemas.microsoft.com/office/drawing/2014/main" id="{67154DA7-758A-BF9D-5DCF-762F7154CAB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68" name="TextBox 1967">
                    <a:extLst>
                      <a:ext uri="{FF2B5EF4-FFF2-40B4-BE49-F238E27FC236}">
                        <a16:creationId xmlns:a16="http://schemas.microsoft.com/office/drawing/2014/main" id="{1CFC5AFE-F3E6-210F-3FDE-72669485E1E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63" name="타원 1962">
                  <a:extLst>
                    <a:ext uri="{FF2B5EF4-FFF2-40B4-BE49-F238E27FC236}">
                      <a16:creationId xmlns:a16="http://schemas.microsoft.com/office/drawing/2014/main" id="{4DAA2252-D4D4-11B0-2885-24593A14E8D8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4" name="타원 1963">
                  <a:extLst>
                    <a:ext uri="{FF2B5EF4-FFF2-40B4-BE49-F238E27FC236}">
                      <a16:creationId xmlns:a16="http://schemas.microsoft.com/office/drawing/2014/main" id="{18125262-A6BF-2D68-1DD3-9DEB7E22D478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5" name="타원 1964">
                  <a:extLst>
                    <a:ext uri="{FF2B5EF4-FFF2-40B4-BE49-F238E27FC236}">
                      <a16:creationId xmlns:a16="http://schemas.microsoft.com/office/drawing/2014/main" id="{2AB152A8-30F3-6B52-5B05-F95D5892F273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6" name="타원 1965">
                  <a:extLst>
                    <a:ext uri="{FF2B5EF4-FFF2-40B4-BE49-F238E27FC236}">
                      <a16:creationId xmlns:a16="http://schemas.microsoft.com/office/drawing/2014/main" id="{749598B9-FF12-7EC1-7725-7FA0FE1E6221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53" name="타원 1952">
              <a:extLst>
                <a:ext uri="{FF2B5EF4-FFF2-40B4-BE49-F238E27FC236}">
                  <a16:creationId xmlns:a16="http://schemas.microsoft.com/office/drawing/2014/main" id="{9D776821-3F34-5423-9275-05CDAE2200C9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79" name="그룹 1978">
            <a:extLst>
              <a:ext uri="{FF2B5EF4-FFF2-40B4-BE49-F238E27FC236}">
                <a16:creationId xmlns:a16="http://schemas.microsoft.com/office/drawing/2014/main" id="{EDF0A2AF-8141-E439-97F0-A70FE7566CCC}"/>
              </a:ext>
            </a:extLst>
          </p:cNvPr>
          <p:cNvGrpSpPr/>
          <p:nvPr/>
        </p:nvGrpSpPr>
        <p:grpSpPr>
          <a:xfrm>
            <a:off x="4308396" y="3706127"/>
            <a:ext cx="1643081" cy="1712683"/>
            <a:chOff x="7864758" y="3210132"/>
            <a:chExt cx="1643081" cy="1712683"/>
          </a:xfrm>
        </p:grpSpPr>
        <p:grpSp>
          <p:nvGrpSpPr>
            <p:cNvPr id="1982" name="그룹 1981">
              <a:extLst>
                <a:ext uri="{FF2B5EF4-FFF2-40B4-BE49-F238E27FC236}">
                  <a16:creationId xmlns:a16="http://schemas.microsoft.com/office/drawing/2014/main" id="{A9DC2038-E93D-D927-93C0-53DAC5393B10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1984" name="TextBox 1983">
                <a:extLst>
                  <a:ext uri="{FF2B5EF4-FFF2-40B4-BE49-F238E27FC236}">
                    <a16:creationId xmlns:a16="http://schemas.microsoft.com/office/drawing/2014/main" id="{4AD0C4EC-3D55-2600-731E-6FE0E1B157C8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1985" name="그룹 1984">
                <a:extLst>
                  <a:ext uri="{FF2B5EF4-FFF2-40B4-BE49-F238E27FC236}">
                    <a16:creationId xmlns:a16="http://schemas.microsoft.com/office/drawing/2014/main" id="{6D0BAA5B-9DA8-D28B-4E41-4336718539A6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86" name="타원 1985">
                  <a:extLst>
                    <a:ext uri="{FF2B5EF4-FFF2-40B4-BE49-F238E27FC236}">
                      <a16:creationId xmlns:a16="http://schemas.microsoft.com/office/drawing/2014/main" id="{FB10622D-80BD-8C57-5443-CA1E644AE275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87" name="그룹 1986">
                  <a:extLst>
                    <a:ext uri="{FF2B5EF4-FFF2-40B4-BE49-F238E27FC236}">
                      <a16:creationId xmlns:a16="http://schemas.microsoft.com/office/drawing/2014/main" id="{A68A4C68-A45E-C239-E697-298449D824B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2006" name="TextBox 2005">
                    <a:extLst>
                      <a:ext uri="{FF2B5EF4-FFF2-40B4-BE49-F238E27FC236}">
                        <a16:creationId xmlns:a16="http://schemas.microsoft.com/office/drawing/2014/main" id="{A1EA1B8C-A467-0F99-1EE5-DC6699E261E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2007" name="타원 2006">
                    <a:extLst>
                      <a:ext uri="{FF2B5EF4-FFF2-40B4-BE49-F238E27FC236}">
                        <a16:creationId xmlns:a16="http://schemas.microsoft.com/office/drawing/2014/main" id="{3E9255B9-EFAB-535C-2075-C6E649F45AE2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88" name="그룹 1987">
                  <a:extLst>
                    <a:ext uri="{FF2B5EF4-FFF2-40B4-BE49-F238E27FC236}">
                      <a16:creationId xmlns:a16="http://schemas.microsoft.com/office/drawing/2014/main" id="{4C72C6EA-5A3C-B31C-A23C-2C09A4D83A5C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2004" name="타원 2003">
                    <a:extLst>
                      <a:ext uri="{FF2B5EF4-FFF2-40B4-BE49-F238E27FC236}">
                        <a16:creationId xmlns:a16="http://schemas.microsoft.com/office/drawing/2014/main" id="{2663833C-17E4-1685-DD3B-EAB9A5D1C07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5" name="TextBox 2004">
                    <a:extLst>
                      <a:ext uri="{FF2B5EF4-FFF2-40B4-BE49-F238E27FC236}">
                        <a16:creationId xmlns:a16="http://schemas.microsoft.com/office/drawing/2014/main" id="{D8A15777-D9D3-7894-D567-266F5D6A4EEE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89" name="그룹 1988">
                  <a:extLst>
                    <a:ext uri="{FF2B5EF4-FFF2-40B4-BE49-F238E27FC236}">
                      <a16:creationId xmlns:a16="http://schemas.microsoft.com/office/drawing/2014/main" id="{98894453-3435-F877-34D6-D395E805D090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2002" name="타원 2001">
                    <a:extLst>
                      <a:ext uri="{FF2B5EF4-FFF2-40B4-BE49-F238E27FC236}">
                        <a16:creationId xmlns:a16="http://schemas.microsoft.com/office/drawing/2014/main" id="{0B688F55-B1C6-B75E-A181-143BD34682DD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3" name="TextBox 2002">
                    <a:extLst>
                      <a:ext uri="{FF2B5EF4-FFF2-40B4-BE49-F238E27FC236}">
                        <a16:creationId xmlns:a16="http://schemas.microsoft.com/office/drawing/2014/main" id="{E9AA57FC-532B-5789-6BD0-733C215291B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0" name="그룹 1989">
                  <a:extLst>
                    <a:ext uri="{FF2B5EF4-FFF2-40B4-BE49-F238E27FC236}">
                      <a16:creationId xmlns:a16="http://schemas.microsoft.com/office/drawing/2014/main" id="{D6128524-2DF6-BF28-FC77-0BD8083A737F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2000" name="타원 1999">
                    <a:extLst>
                      <a:ext uri="{FF2B5EF4-FFF2-40B4-BE49-F238E27FC236}">
                        <a16:creationId xmlns:a16="http://schemas.microsoft.com/office/drawing/2014/main" id="{1CB76334-7249-106A-B5ED-28CD591827F2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1" name="TextBox 2000">
                    <a:extLst>
                      <a:ext uri="{FF2B5EF4-FFF2-40B4-BE49-F238E27FC236}">
                        <a16:creationId xmlns:a16="http://schemas.microsoft.com/office/drawing/2014/main" id="{DA201E94-35BB-D902-5E0F-565F88CC338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1" name="그룹 1990">
                  <a:extLst>
                    <a:ext uri="{FF2B5EF4-FFF2-40B4-BE49-F238E27FC236}">
                      <a16:creationId xmlns:a16="http://schemas.microsoft.com/office/drawing/2014/main" id="{EC317ABA-9A67-8A77-1776-EB455AE76CAC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98" name="타원 1997">
                    <a:extLst>
                      <a:ext uri="{FF2B5EF4-FFF2-40B4-BE49-F238E27FC236}">
                        <a16:creationId xmlns:a16="http://schemas.microsoft.com/office/drawing/2014/main" id="{4C490448-F92B-250C-B3B5-CE6A4033E54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9" name="TextBox 1998">
                    <a:extLst>
                      <a:ext uri="{FF2B5EF4-FFF2-40B4-BE49-F238E27FC236}">
                        <a16:creationId xmlns:a16="http://schemas.microsoft.com/office/drawing/2014/main" id="{E58F71FD-D14B-9C6E-04F3-36032AAD822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92" name="그룹 1991">
                  <a:extLst>
                    <a:ext uri="{FF2B5EF4-FFF2-40B4-BE49-F238E27FC236}">
                      <a16:creationId xmlns:a16="http://schemas.microsoft.com/office/drawing/2014/main" id="{2E2AD4CC-BE73-3858-1427-639648D7FCC0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96" name="타원 1995">
                    <a:extLst>
                      <a:ext uri="{FF2B5EF4-FFF2-40B4-BE49-F238E27FC236}">
                        <a16:creationId xmlns:a16="http://schemas.microsoft.com/office/drawing/2014/main" id="{855B74D7-D248-8064-13DA-8F0324CBF0E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7" name="TextBox 1996">
                    <a:extLst>
                      <a:ext uri="{FF2B5EF4-FFF2-40B4-BE49-F238E27FC236}">
                        <a16:creationId xmlns:a16="http://schemas.microsoft.com/office/drawing/2014/main" id="{EE4097B9-95AB-688B-A044-46F2A549C9F3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93" name="타원 1992">
                  <a:extLst>
                    <a:ext uri="{FF2B5EF4-FFF2-40B4-BE49-F238E27FC236}">
                      <a16:creationId xmlns:a16="http://schemas.microsoft.com/office/drawing/2014/main" id="{B33A0EA9-1725-D777-96B2-271AB246889B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94" name="타원 1993">
                  <a:extLst>
                    <a:ext uri="{FF2B5EF4-FFF2-40B4-BE49-F238E27FC236}">
                      <a16:creationId xmlns:a16="http://schemas.microsoft.com/office/drawing/2014/main" id="{3CA31866-843F-06A0-3847-655260CAF605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5" name="타원 1994">
                  <a:extLst>
                    <a:ext uri="{FF2B5EF4-FFF2-40B4-BE49-F238E27FC236}">
                      <a16:creationId xmlns:a16="http://schemas.microsoft.com/office/drawing/2014/main" id="{FCDDA689-3F5B-CB98-7CA3-94DF3450193B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81" name="타원 1980">
              <a:extLst>
                <a:ext uri="{FF2B5EF4-FFF2-40B4-BE49-F238E27FC236}">
                  <a16:creationId xmlns:a16="http://schemas.microsoft.com/office/drawing/2014/main" id="{B317990B-C508-DD98-8156-B780CA4AE479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08" name="연결선: 구부러짐 225">
            <a:extLst>
              <a:ext uri="{FF2B5EF4-FFF2-40B4-BE49-F238E27FC236}">
                <a16:creationId xmlns:a16="http://schemas.microsoft.com/office/drawing/2014/main" id="{896A3047-4247-E683-53D5-535E532D2851}"/>
              </a:ext>
            </a:extLst>
          </p:cNvPr>
          <p:cNvCxnSpPr>
            <a:cxnSpLocks/>
            <a:stCxn id="1745" idx="3"/>
            <a:endCxn id="2007" idx="1"/>
          </p:cNvCxnSpPr>
          <p:nvPr/>
        </p:nvCxnSpPr>
        <p:spPr>
          <a:xfrm rot="16200000" flipH="1">
            <a:off x="1740955" y="345276"/>
            <a:ext cx="2413675" cy="4350202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2" name="연결선: 구부러짐 70">
            <a:extLst>
              <a:ext uri="{FF2B5EF4-FFF2-40B4-BE49-F238E27FC236}">
                <a16:creationId xmlns:a16="http://schemas.microsoft.com/office/drawing/2014/main" id="{8C31DE4D-FA02-70A1-4ADC-A175354B1507}"/>
              </a:ext>
            </a:extLst>
          </p:cNvPr>
          <p:cNvCxnSpPr>
            <a:cxnSpLocks/>
            <a:stCxn id="2007" idx="3"/>
            <a:endCxn id="1993" idx="6"/>
          </p:cNvCxnSpPr>
          <p:nvPr/>
        </p:nvCxnSpPr>
        <p:spPr>
          <a:xfrm rot="5400000">
            <a:off x="4347403" y="4267597"/>
            <a:ext cx="1214049" cy="336933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5" name="연결선: 구부러짐 225">
            <a:extLst>
              <a:ext uri="{FF2B5EF4-FFF2-40B4-BE49-F238E27FC236}">
                <a16:creationId xmlns:a16="http://schemas.microsoft.com/office/drawing/2014/main" id="{4184B197-9983-3ED6-354A-39AED745E4F2}"/>
              </a:ext>
            </a:extLst>
          </p:cNvPr>
          <p:cNvCxnSpPr>
            <a:cxnSpLocks/>
            <a:stCxn id="1993" idx="2"/>
            <a:endCxn id="1871" idx="0"/>
          </p:cNvCxnSpPr>
          <p:nvPr/>
        </p:nvCxnSpPr>
        <p:spPr>
          <a:xfrm rot="10800000">
            <a:off x="3265502" y="3746700"/>
            <a:ext cx="1376459" cy="1296389"/>
          </a:xfrm>
          <a:prstGeom prst="curvedConnector4">
            <a:avLst>
              <a:gd name="adj1" fmla="val 47385"/>
              <a:gd name="adj2" fmla="val 11763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5" name="연결선: 구부러짐 70">
            <a:extLst>
              <a:ext uri="{FF2B5EF4-FFF2-40B4-BE49-F238E27FC236}">
                <a16:creationId xmlns:a16="http://schemas.microsoft.com/office/drawing/2014/main" id="{27FD63F9-F031-59E7-DAFA-C96A5988DFF4}"/>
              </a:ext>
            </a:extLst>
          </p:cNvPr>
          <p:cNvCxnSpPr>
            <a:cxnSpLocks/>
            <a:stCxn id="1871" idx="4"/>
            <a:endCxn id="1865" idx="2"/>
          </p:cNvCxnSpPr>
          <p:nvPr/>
        </p:nvCxnSpPr>
        <p:spPr>
          <a:xfrm rot="16200000" flipH="1">
            <a:off x="3115870" y="4040330"/>
            <a:ext cx="891081" cy="591818"/>
          </a:xfrm>
          <a:prstGeom prst="curvedConnector2">
            <a:avLst/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8" name="연결선: 구부러짐 225">
            <a:extLst>
              <a:ext uri="{FF2B5EF4-FFF2-40B4-BE49-F238E27FC236}">
                <a16:creationId xmlns:a16="http://schemas.microsoft.com/office/drawing/2014/main" id="{000214C4-1744-5BFB-5A02-01C6AF75D498}"/>
              </a:ext>
            </a:extLst>
          </p:cNvPr>
          <p:cNvCxnSpPr>
            <a:cxnSpLocks/>
            <a:stCxn id="1865" idx="6"/>
            <a:endCxn id="1926" idx="2"/>
          </p:cNvCxnSpPr>
          <p:nvPr/>
        </p:nvCxnSpPr>
        <p:spPr>
          <a:xfrm flipV="1">
            <a:off x="4001319" y="2833888"/>
            <a:ext cx="1034270" cy="1947892"/>
          </a:xfrm>
          <a:prstGeom prst="curvedConnector2">
            <a:avLst/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31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BBCE-D089-81CC-24AB-59589EF4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TextBox 1725">
            <a:extLst>
              <a:ext uri="{FF2B5EF4-FFF2-40B4-BE49-F238E27FC236}">
                <a16:creationId xmlns:a16="http://schemas.microsoft.com/office/drawing/2014/main" id="{F4E14AD8-F7DD-46C8-9025-D98C884FC244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44123C9A-5E88-6C25-A51A-08DA7B581B1B}"/>
              </a:ext>
            </a:extLst>
          </p:cNvPr>
          <p:cNvSpPr txBox="1"/>
          <p:nvPr/>
        </p:nvSpPr>
        <p:spPr>
          <a:xfrm>
            <a:off x="-145460" y="208485"/>
            <a:ext cx="1413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(127.0.0.1:6003)</a:t>
            </a:r>
          </a:p>
        </p:txBody>
      </p:sp>
      <p:cxnSp>
        <p:nvCxnSpPr>
          <p:cNvPr id="1728" name="연결선: 구부러짐 225">
            <a:extLst>
              <a:ext uri="{FF2B5EF4-FFF2-40B4-BE49-F238E27FC236}">
                <a16:creationId xmlns:a16="http://schemas.microsoft.com/office/drawing/2014/main" id="{20C8FACB-1A8C-CC5A-2544-4C1BD66AED2D}"/>
              </a:ext>
            </a:extLst>
          </p:cNvPr>
          <p:cNvCxnSpPr>
            <a:cxnSpLocks/>
            <a:stCxn id="1727" idx="2"/>
            <a:endCxn id="1759" idx="0"/>
          </p:cNvCxnSpPr>
          <p:nvPr/>
        </p:nvCxnSpPr>
        <p:spPr>
          <a:xfrm rot="16200000" flipH="1">
            <a:off x="711240" y="458649"/>
            <a:ext cx="427295" cy="72718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9" name="TextBox 1728">
            <a:extLst>
              <a:ext uri="{FF2B5EF4-FFF2-40B4-BE49-F238E27FC236}">
                <a16:creationId xmlns:a16="http://schemas.microsoft.com/office/drawing/2014/main" id="{A1AE3723-040D-43D7-E648-094017EBB856}"/>
              </a:ext>
            </a:extLst>
          </p:cNvPr>
          <p:cNvSpPr txBox="1"/>
          <p:nvPr/>
        </p:nvSpPr>
        <p:spPr>
          <a:xfrm>
            <a:off x="1171200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876 → 906 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730" name="그룹 1729">
            <a:extLst>
              <a:ext uri="{FF2B5EF4-FFF2-40B4-BE49-F238E27FC236}">
                <a16:creationId xmlns:a16="http://schemas.microsoft.com/office/drawing/2014/main" id="{34611FFC-DBEF-8F61-6F72-63EF45275995}"/>
              </a:ext>
            </a:extLst>
          </p:cNvPr>
          <p:cNvGrpSpPr/>
          <p:nvPr/>
        </p:nvGrpSpPr>
        <p:grpSpPr>
          <a:xfrm>
            <a:off x="483084" y="1035890"/>
            <a:ext cx="1843591" cy="1774663"/>
            <a:chOff x="483084" y="1035890"/>
            <a:chExt cx="1843591" cy="1774663"/>
          </a:xfrm>
        </p:grpSpPr>
        <p:sp>
          <p:nvSpPr>
            <p:cNvPr id="1731" name="TextBox 1730">
              <a:extLst>
                <a:ext uri="{FF2B5EF4-FFF2-40B4-BE49-F238E27FC236}">
                  <a16:creationId xmlns:a16="http://schemas.microsoft.com/office/drawing/2014/main" id="{378BCB1A-D48E-F30D-001A-83824DDAAAA1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1732" name="그룹 1731">
              <a:extLst>
                <a:ext uri="{FF2B5EF4-FFF2-40B4-BE49-F238E27FC236}">
                  <a16:creationId xmlns:a16="http://schemas.microsoft.com/office/drawing/2014/main" id="{D2BFB6C3-4218-8187-5F93-76A54C9355DC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1735" name="타원 1734">
                <a:extLst>
                  <a:ext uri="{FF2B5EF4-FFF2-40B4-BE49-F238E27FC236}">
                    <a16:creationId xmlns:a16="http://schemas.microsoft.com/office/drawing/2014/main" id="{BBBE28A1-AB3C-E896-122B-198D392C779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36" name="그룹 1735">
                <a:extLst>
                  <a:ext uri="{FF2B5EF4-FFF2-40B4-BE49-F238E27FC236}">
                    <a16:creationId xmlns:a16="http://schemas.microsoft.com/office/drawing/2014/main" id="{43447A71-4548-9F82-6434-CD1A375393CB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758" name="TextBox 1757">
                  <a:extLst>
                    <a:ext uri="{FF2B5EF4-FFF2-40B4-BE49-F238E27FC236}">
                      <a16:creationId xmlns:a16="http://schemas.microsoft.com/office/drawing/2014/main" id="{07693F39-3EE9-4351-D9BB-29627D0E60F7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59" name="타원 1758">
                  <a:extLst>
                    <a:ext uri="{FF2B5EF4-FFF2-40B4-BE49-F238E27FC236}">
                      <a16:creationId xmlns:a16="http://schemas.microsoft.com/office/drawing/2014/main" id="{A731527E-5FC9-6D1D-FB67-67B1F5C0BF8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37" name="그룹 1736">
                <a:extLst>
                  <a:ext uri="{FF2B5EF4-FFF2-40B4-BE49-F238E27FC236}">
                    <a16:creationId xmlns:a16="http://schemas.microsoft.com/office/drawing/2014/main" id="{59DA2AA7-B30D-D4A0-EE78-7DB527FDD31C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1756" name="타원 1755">
                  <a:extLst>
                    <a:ext uri="{FF2B5EF4-FFF2-40B4-BE49-F238E27FC236}">
                      <a16:creationId xmlns:a16="http://schemas.microsoft.com/office/drawing/2014/main" id="{8F437156-DF10-A908-0A1C-1C813ECCE8E0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7" name="TextBox 1756">
                  <a:extLst>
                    <a:ext uri="{FF2B5EF4-FFF2-40B4-BE49-F238E27FC236}">
                      <a16:creationId xmlns:a16="http://schemas.microsoft.com/office/drawing/2014/main" id="{59ED4354-DEBE-28B1-EE32-C04B892D1E08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8" name="그룹 1737">
                <a:extLst>
                  <a:ext uri="{FF2B5EF4-FFF2-40B4-BE49-F238E27FC236}">
                    <a16:creationId xmlns:a16="http://schemas.microsoft.com/office/drawing/2014/main" id="{03540C04-240D-2AEC-6C97-4C9369C01A11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754" name="타원 1753">
                  <a:extLst>
                    <a:ext uri="{FF2B5EF4-FFF2-40B4-BE49-F238E27FC236}">
                      <a16:creationId xmlns:a16="http://schemas.microsoft.com/office/drawing/2014/main" id="{A6739D98-E1DA-04D2-D4B1-6BF0F1F0968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5" name="TextBox 1754">
                  <a:extLst>
                    <a:ext uri="{FF2B5EF4-FFF2-40B4-BE49-F238E27FC236}">
                      <a16:creationId xmlns:a16="http://schemas.microsoft.com/office/drawing/2014/main" id="{33C16D68-3E08-914B-9501-57A07EB9F284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9" name="그룹 1738">
                <a:extLst>
                  <a:ext uri="{FF2B5EF4-FFF2-40B4-BE49-F238E27FC236}">
                    <a16:creationId xmlns:a16="http://schemas.microsoft.com/office/drawing/2014/main" id="{DC74708C-3341-710F-A0F6-3C7ED5A6099C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1752" name="타원 1751">
                  <a:extLst>
                    <a:ext uri="{FF2B5EF4-FFF2-40B4-BE49-F238E27FC236}">
                      <a16:creationId xmlns:a16="http://schemas.microsoft.com/office/drawing/2014/main" id="{3E2E8DFB-45CF-1E6F-4856-D28F2A3BD84D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3" name="TextBox 1752">
                  <a:extLst>
                    <a:ext uri="{FF2B5EF4-FFF2-40B4-BE49-F238E27FC236}">
                      <a16:creationId xmlns:a16="http://schemas.microsoft.com/office/drawing/2014/main" id="{03FAEDD6-C669-442F-B751-3F53032E17F6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40" name="TextBox 1739">
                <a:extLst>
                  <a:ext uri="{FF2B5EF4-FFF2-40B4-BE49-F238E27FC236}">
                    <a16:creationId xmlns:a16="http://schemas.microsoft.com/office/drawing/2014/main" id="{55717EE9-309F-9F1B-31F8-8E16DC10A324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1741" name="타원 1740">
                <a:extLst>
                  <a:ext uri="{FF2B5EF4-FFF2-40B4-BE49-F238E27FC236}">
                    <a16:creationId xmlns:a16="http://schemas.microsoft.com/office/drawing/2014/main" id="{07EB93A3-AFF0-36F7-0867-60FBA8B62C9F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742" name="그룹 1741">
                <a:extLst>
                  <a:ext uri="{FF2B5EF4-FFF2-40B4-BE49-F238E27FC236}">
                    <a16:creationId xmlns:a16="http://schemas.microsoft.com/office/drawing/2014/main" id="{25212744-4794-194E-A96B-D07F595CAC6A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750" name="타원 1749">
                  <a:extLst>
                    <a:ext uri="{FF2B5EF4-FFF2-40B4-BE49-F238E27FC236}">
                      <a16:creationId xmlns:a16="http://schemas.microsoft.com/office/drawing/2014/main" id="{9C3B86FF-806F-FE2C-A9BD-8B60297CD89F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1" name="TextBox 1750">
                  <a:extLst>
                    <a:ext uri="{FF2B5EF4-FFF2-40B4-BE49-F238E27FC236}">
                      <a16:creationId xmlns:a16="http://schemas.microsoft.com/office/drawing/2014/main" id="{41A96D26-D5BE-747C-2AA8-A2EDA64E3FEA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3" name="그룹 1742">
                <a:extLst>
                  <a:ext uri="{FF2B5EF4-FFF2-40B4-BE49-F238E27FC236}">
                    <a16:creationId xmlns:a16="http://schemas.microsoft.com/office/drawing/2014/main" id="{0128299E-8605-9395-CB6B-2C365B99C422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1748" name="타원 1747">
                  <a:extLst>
                    <a:ext uri="{FF2B5EF4-FFF2-40B4-BE49-F238E27FC236}">
                      <a16:creationId xmlns:a16="http://schemas.microsoft.com/office/drawing/2014/main" id="{03DABBE0-ED13-B9BE-2211-51C802BD8B8A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9" name="TextBox 1748">
                  <a:extLst>
                    <a:ext uri="{FF2B5EF4-FFF2-40B4-BE49-F238E27FC236}">
                      <a16:creationId xmlns:a16="http://schemas.microsoft.com/office/drawing/2014/main" id="{F8E1DAB6-E787-1CE9-8731-1C2B5580CDF6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4" name="그룹 1743">
                <a:extLst>
                  <a:ext uri="{FF2B5EF4-FFF2-40B4-BE49-F238E27FC236}">
                    <a16:creationId xmlns:a16="http://schemas.microsoft.com/office/drawing/2014/main" id="{C9C870C9-09BF-4C66-D7E1-EE679675F831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1746" name="타원 1745">
                  <a:extLst>
                    <a:ext uri="{FF2B5EF4-FFF2-40B4-BE49-F238E27FC236}">
                      <a16:creationId xmlns:a16="http://schemas.microsoft.com/office/drawing/2014/main" id="{E19DEEF0-96BA-24D0-97F3-28F725C81A3D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7" name="TextBox 1746">
                  <a:extLst>
                    <a:ext uri="{FF2B5EF4-FFF2-40B4-BE49-F238E27FC236}">
                      <a16:creationId xmlns:a16="http://schemas.microsoft.com/office/drawing/2014/main" id="{A6CB88D4-911D-C03D-CC6A-3AA253E77E7F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1745" name="타원 1744">
                <a:extLst>
                  <a:ext uri="{FF2B5EF4-FFF2-40B4-BE49-F238E27FC236}">
                    <a16:creationId xmlns:a16="http://schemas.microsoft.com/office/drawing/2014/main" id="{572785BE-49FD-6CBE-6FEB-24741C6A533E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733" name="연결선: 구부러짐 70">
              <a:extLst>
                <a:ext uri="{FF2B5EF4-FFF2-40B4-BE49-F238E27FC236}">
                  <a16:creationId xmlns:a16="http://schemas.microsoft.com/office/drawing/2014/main" id="{9F79D7F4-68DB-B118-A61E-1D928891B49E}"/>
                </a:ext>
              </a:extLst>
            </p:cNvPr>
            <p:cNvCxnSpPr>
              <a:cxnSpLocks/>
              <a:stCxn id="1759" idx="5"/>
              <a:endCxn id="1741" idx="0"/>
            </p:cNvCxnSpPr>
            <p:nvPr/>
          </p:nvCxnSpPr>
          <p:spPr>
            <a:xfrm rot="5400000">
              <a:off x="665003" y="1763971"/>
              <a:ext cx="1279558" cy="6922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4" name="타원 1733">
              <a:extLst>
                <a:ext uri="{FF2B5EF4-FFF2-40B4-BE49-F238E27FC236}">
                  <a16:creationId xmlns:a16="http://schemas.microsoft.com/office/drawing/2014/main" id="{01528351-D3F4-77E3-CE6C-0F261CD90D02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760" name="TextBox 1759">
            <a:extLst>
              <a:ext uri="{FF2B5EF4-FFF2-40B4-BE49-F238E27FC236}">
                <a16:creationId xmlns:a16="http://schemas.microsoft.com/office/drawing/2014/main" id="{DAA1B5F4-11D2-45C4-075C-50F6221395DC}"/>
              </a:ext>
            </a:extLst>
          </p:cNvPr>
          <p:cNvSpPr txBox="1"/>
          <p:nvPr/>
        </p:nvSpPr>
        <p:spPr>
          <a:xfrm>
            <a:off x="6848399" y="-826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1761" name="타원 1760">
            <a:extLst>
              <a:ext uri="{FF2B5EF4-FFF2-40B4-BE49-F238E27FC236}">
                <a16:creationId xmlns:a16="http://schemas.microsoft.com/office/drawing/2014/main" id="{911D680B-7A2A-21C3-FEC5-09F72B83AC33}"/>
              </a:ext>
            </a:extLst>
          </p:cNvPr>
          <p:cNvSpPr/>
          <p:nvPr/>
        </p:nvSpPr>
        <p:spPr>
          <a:xfrm>
            <a:off x="5544349" y="38045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762" name="TextBox 1761">
            <a:extLst>
              <a:ext uri="{FF2B5EF4-FFF2-40B4-BE49-F238E27FC236}">
                <a16:creationId xmlns:a16="http://schemas.microsoft.com/office/drawing/2014/main" id="{47DBD526-3DF9-B7EC-12BC-B2D55381DE6F}"/>
              </a:ext>
            </a:extLst>
          </p:cNvPr>
          <p:cNvSpPr txBox="1"/>
          <p:nvPr/>
        </p:nvSpPr>
        <p:spPr>
          <a:xfrm>
            <a:off x="5710960" y="-39039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1763" name="그룹 1762">
            <a:extLst>
              <a:ext uri="{FF2B5EF4-FFF2-40B4-BE49-F238E27FC236}">
                <a16:creationId xmlns:a16="http://schemas.microsoft.com/office/drawing/2014/main" id="{175C19C6-6E3A-0BF8-0B68-C4CC49E266E2}"/>
              </a:ext>
            </a:extLst>
          </p:cNvPr>
          <p:cNvGrpSpPr/>
          <p:nvPr/>
        </p:nvGrpSpPr>
        <p:grpSpPr>
          <a:xfrm>
            <a:off x="8275846" y="3665450"/>
            <a:ext cx="1660788" cy="1859969"/>
            <a:chOff x="840041" y="1033768"/>
            <a:chExt cx="2312914" cy="2590306"/>
          </a:xfrm>
        </p:grpSpPr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CC91A76D-BCE5-9ECE-6A5A-842716ABCECB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1765" name="그룹 1764">
              <a:extLst>
                <a:ext uri="{FF2B5EF4-FFF2-40B4-BE49-F238E27FC236}">
                  <a16:creationId xmlns:a16="http://schemas.microsoft.com/office/drawing/2014/main" id="{5BFB3ADA-45F5-5A02-2A44-1C695D2B0203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1766" name="타원 1765">
                <a:extLst>
                  <a:ext uri="{FF2B5EF4-FFF2-40B4-BE49-F238E27FC236}">
                    <a16:creationId xmlns:a16="http://schemas.microsoft.com/office/drawing/2014/main" id="{9B8EC66C-7C10-F659-368C-13EDD824C3D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67" name="그룹 1766">
                <a:extLst>
                  <a:ext uri="{FF2B5EF4-FFF2-40B4-BE49-F238E27FC236}">
                    <a16:creationId xmlns:a16="http://schemas.microsoft.com/office/drawing/2014/main" id="{E808F730-5F94-6877-BC1C-E16225BF8D18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787" name="TextBox 1786">
                  <a:extLst>
                    <a:ext uri="{FF2B5EF4-FFF2-40B4-BE49-F238E27FC236}">
                      <a16:creationId xmlns:a16="http://schemas.microsoft.com/office/drawing/2014/main" id="{C71349D6-2387-976A-FF5B-81FB057B36A7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88" name="타원 1787">
                  <a:extLst>
                    <a:ext uri="{FF2B5EF4-FFF2-40B4-BE49-F238E27FC236}">
                      <a16:creationId xmlns:a16="http://schemas.microsoft.com/office/drawing/2014/main" id="{90FE5D7C-0282-1421-302E-59F6A3218E3B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68" name="그룹 1767">
                <a:extLst>
                  <a:ext uri="{FF2B5EF4-FFF2-40B4-BE49-F238E27FC236}">
                    <a16:creationId xmlns:a16="http://schemas.microsoft.com/office/drawing/2014/main" id="{4028E924-EF96-C9C9-F84F-CE3E7F3C07E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785" name="타원 1784">
                  <a:extLst>
                    <a:ext uri="{FF2B5EF4-FFF2-40B4-BE49-F238E27FC236}">
                      <a16:creationId xmlns:a16="http://schemas.microsoft.com/office/drawing/2014/main" id="{08187849-34B7-7F2A-DA2E-CDBD966FF1C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6" name="TextBox 1785">
                  <a:extLst>
                    <a:ext uri="{FF2B5EF4-FFF2-40B4-BE49-F238E27FC236}">
                      <a16:creationId xmlns:a16="http://schemas.microsoft.com/office/drawing/2014/main" id="{77205E55-5AFE-BCA6-9063-67AE161DA49D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69" name="그룹 1768">
                <a:extLst>
                  <a:ext uri="{FF2B5EF4-FFF2-40B4-BE49-F238E27FC236}">
                    <a16:creationId xmlns:a16="http://schemas.microsoft.com/office/drawing/2014/main" id="{354EF246-E4EC-56DF-10EB-87957A117CB4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783" name="타원 1782">
                  <a:extLst>
                    <a:ext uri="{FF2B5EF4-FFF2-40B4-BE49-F238E27FC236}">
                      <a16:creationId xmlns:a16="http://schemas.microsoft.com/office/drawing/2014/main" id="{BD605F04-3785-F5BD-2F61-72A7102F33B9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4" name="TextBox 1783">
                  <a:extLst>
                    <a:ext uri="{FF2B5EF4-FFF2-40B4-BE49-F238E27FC236}">
                      <a16:creationId xmlns:a16="http://schemas.microsoft.com/office/drawing/2014/main" id="{2E87C4C4-5260-2A07-32B8-A4A5364299E9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70" name="그룹 1769">
                <a:extLst>
                  <a:ext uri="{FF2B5EF4-FFF2-40B4-BE49-F238E27FC236}">
                    <a16:creationId xmlns:a16="http://schemas.microsoft.com/office/drawing/2014/main" id="{BFDDD012-A61B-65D9-64A2-171FF1E7CD78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781" name="타원 1780">
                  <a:extLst>
                    <a:ext uri="{FF2B5EF4-FFF2-40B4-BE49-F238E27FC236}">
                      <a16:creationId xmlns:a16="http://schemas.microsoft.com/office/drawing/2014/main" id="{2250DA10-73CB-CA34-9D5E-0EB0DB4F8114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2" name="TextBox 1781">
                  <a:extLst>
                    <a:ext uri="{FF2B5EF4-FFF2-40B4-BE49-F238E27FC236}">
                      <a16:creationId xmlns:a16="http://schemas.microsoft.com/office/drawing/2014/main" id="{E6EEE2D6-E373-C35B-92AD-A475206CE100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71" name="타원 1770">
                <a:extLst>
                  <a:ext uri="{FF2B5EF4-FFF2-40B4-BE49-F238E27FC236}">
                    <a16:creationId xmlns:a16="http://schemas.microsoft.com/office/drawing/2014/main" id="{6A2AE8D4-D180-48A7-AC14-0AEABAC89643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72" name="그룹 1771">
                <a:extLst>
                  <a:ext uri="{FF2B5EF4-FFF2-40B4-BE49-F238E27FC236}">
                    <a16:creationId xmlns:a16="http://schemas.microsoft.com/office/drawing/2014/main" id="{D5642114-A26F-572A-B01C-6F546100F029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779" name="타원 1778">
                  <a:extLst>
                    <a:ext uri="{FF2B5EF4-FFF2-40B4-BE49-F238E27FC236}">
                      <a16:creationId xmlns:a16="http://schemas.microsoft.com/office/drawing/2014/main" id="{0D1193C2-98DA-356D-2D10-CD76B51162CA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0" name="TextBox 1779">
                  <a:extLst>
                    <a:ext uri="{FF2B5EF4-FFF2-40B4-BE49-F238E27FC236}">
                      <a16:creationId xmlns:a16="http://schemas.microsoft.com/office/drawing/2014/main" id="{022FF72D-0670-F36A-FB42-E7C898242A0C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1773" name="그룹 1772">
                <a:extLst>
                  <a:ext uri="{FF2B5EF4-FFF2-40B4-BE49-F238E27FC236}">
                    <a16:creationId xmlns:a16="http://schemas.microsoft.com/office/drawing/2014/main" id="{74571675-49F9-EA4F-F41D-DC63578994C2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1777" name="타원 1776">
                  <a:extLst>
                    <a:ext uri="{FF2B5EF4-FFF2-40B4-BE49-F238E27FC236}">
                      <a16:creationId xmlns:a16="http://schemas.microsoft.com/office/drawing/2014/main" id="{924DBB00-18ED-260A-A4D2-3AE529175807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778" name="TextBox 1777">
                  <a:extLst>
                    <a:ext uri="{FF2B5EF4-FFF2-40B4-BE49-F238E27FC236}">
                      <a16:creationId xmlns:a16="http://schemas.microsoft.com/office/drawing/2014/main" id="{DBB526DE-A164-898D-7D44-40E0BE3EABFE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774" name="타원 1773">
                <a:extLst>
                  <a:ext uri="{FF2B5EF4-FFF2-40B4-BE49-F238E27FC236}">
                    <a16:creationId xmlns:a16="http://schemas.microsoft.com/office/drawing/2014/main" id="{68EE3EE9-6E51-5BCB-1875-D0C858E794BB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5" name="타원 1774">
                <a:extLst>
                  <a:ext uri="{FF2B5EF4-FFF2-40B4-BE49-F238E27FC236}">
                    <a16:creationId xmlns:a16="http://schemas.microsoft.com/office/drawing/2014/main" id="{6D43D52B-BD43-BBFE-9DF9-A8FF8F163080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6" name="타원 1775">
                <a:extLst>
                  <a:ext uri="{FF2B5EF4-FFF2-40B4-BE49-F238E27FC236}">
                    <a16:creationId xmlns:a16="http://schemas.microsoft.com/office/drawing/2014/main" id="{B02170C7-D202-BC06-E75B-E137C32ACF7D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89" name="그룹 1788">
            <a:extLst>
              <a:ext uri="{FF2B5EF4-FFF2-40B4-BE49-F238E27FC236}">
                <a16:creationId xmlns:a16="http://schemas.microsoft.com/office/drawing/2014/main" id="{2194CC2A-1141-9C46-EABD-ABE786204722}"/>
              </a:ext>
            </a:extLst>
          </p:cNvPr>
          <p:cNvGrpSpPr/>
          <p:nvPr/>
        </p:nvGrpSpPr>
        <p:grpSpPr>
          <a:xfrm>
            <a:off x="2404515" y="1045194"/>
            <a:ext cx="1598360" cy="1772379"/>
            <a:chOff x="857121" y="1033768"/>
            <a:chExt cx="2230646" cy="2473503"/>
          </a:xfrm>
        </p:grpSpPr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38F369BF-32EA-12DE-0AD6-CB345FAB34D5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1791" name="그룹 1790">
              <a:extLst>
                <a:ext uri="{FF2B5EF4-FFF2-40B4-BE49-F238E27FC236}">
                  <a16:creationId xmlns:a16="http://schemas.microsoft.com/office/drawing/2014/main" id="{321366FB-F1B7-A8AC-9135-BC63F352255C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1792" name="타원 1791">
                <a:extLst>
                  <a:ext uri="{FF2B5EF4-FFF2-40B4-BE49-F238E27FC236}">
                    <a16:creationId xmlns:a16="http://schemas.microsoft.com/office/drawing/2014/main" id="{3AFFA80B-F929-2977-BF3A-FAEE8E1950C7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93" name="그룹 1792">
                <a:extLst>
                  <a:ext uri="{FF2B5EF4-FFF2-40B4-BE49-F238E27FC236}">
                    <a16:creationId xmlns:a16="http://schemas.microsoft.com/office/drawing/2014/main" id="{87282783-0076-227D-B583-EB370FB95D52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817" name="TextBox 1816">
                  <a:extLst>
                    <a:ext uri="{FF2B5EF4-FFF2-40B4-BE49-F238E27FC236}">
                      <a16:creationId xmlns:a16="http://schemas.microsoft.com/office/drawing/2014/main" id="{F00DFB3B-D18F-0917-5BFC-E2B76C2D310F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18" name="타원 1817">
                  <a:extLst>
                    <a:ext uri="{FF2B5EF4-FFF2-40B4-BE49-F238E27FC236}">
                      <a16:creationId xmlns:a16="http://schemas.microsoft.com/office/drawing/2014/main" id="{3209EFDD-E21F-D125-2B90-621CF0AC6932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94" name="그룹 1793">
                <a:extLst>
                  <a:ext uri="{FF2B5EF4-FFF2-40B4-BE49-F238E27FC236}">
                    <a16:creationId xmlns:a16="http://schemas.microsoft.com/office/drawing/2014/main" id="{854FA77A-D6BF-DE3A-F539-00B6E435FE79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1815" name="타원 1814">
                  <a:extLst>
                    <a:ext uri="{FF2B5EF4-FFF2-40B4-BE49-F238E27FC236}">
                      <a16:creationId xmlns:a16="http://schemas.microsoft.com/office/drawing/2014/main" id="{399BE75B-F170-8527-DB42-D21477973CC8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6" name="TextBox 1815">
                  <a:extLst>
                    <a:ext uri="{FF2B5EF4-FFF2-40B4-BE49-F238E27FC236}">
                      <a16:creationId xmlns:a16="http://schemas.microsoft.com/office/drawing/2014/main" id="{9DF548C1-86FF-CADF-C53B-C4F1C16C0439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5" name="그룹 1794">
                <a:extLst>
                  <a:ext uri="{FF2B5EF4-FFF2-40B4-BE49-F238E27FC236}">
                    <a16:creationId xmlns:a16="http://schemas.microsoft.com/office/drawing/2014/main" id="{6B9B6B9C-095A-123A-3F83-ACEAA7698AE9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813" name="타원 1812">
                  <a:extLst>
                    <a:ext uri="{FF2B5EF4-FFF2-40B4-BE49-F238E27FC236}">
                      <a16:creationId xmlns:a16="http://schemas.microsoft.com/office/drawing/2014/main" id="{CA164E61-5DEE-A115-3E84-997381E4E190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4" name="TextBox 1813">
                  <a:extLst>
                    <a:ext uri="{FF2B5EF4-FFF2-40B4-BE49-F238E27FC236}">
                      <a16:creationId xmlns:a16="http://schemas.microsoft.com/office/drawing/2014/main" id="{7BBDD373-D8CA-6DF1-EB33-3E8B4BF0B9FD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6" name="그룹 1795">
                <a:extLst>
                  <a:ext uri="{FF2B5EF4-FFF2-40B4-BE49-F238E27FC236}">
                    <a16:creationId xmlns:a16="http://schemas.microsoft.com/office/drawing/2014/main" id="{801A46FA-8A0C-F43E-1082-1CD911BA581F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811" name="타원 1810">
                  <a:extLst>
                    <a:ext uri="{FF2B5EF4-FFF2-40B4-BE49-F238E27FC236}">
                      <a16:creationId xmlns:a16="http://schemas.microsoft.com/office/drawing/2014/main" id="{63912B43-5633-66AD-1B33-EB49123075AC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2" name="TextBox 1811">
                  <a:extLst>
                    <a:ext uri="{FF2B5EF4-FFF2-40B4-BE49-F238E27FC236}">
                      <a16:creationId xmlns:a16="http://schemas.microsoft.com/office/drawing/2014/main" id="{9C18F766-E405-84D9-733E-2C75A19ACFD0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7" name="그룹 1796">
                <a:extLst>
                  <a:ext uri="{FF2B5EF4-FFF2-40B4-BE49-F238E27FC236}">
                    <a16:creationId xmlns:a16="http://schemas.microsoft.com/office/drawing/2014/main" id="{4265AA90-9AD9-C58C-5223-C411AAE3FCAA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809" name="타원 1808">
                  <a:extLst>
                    <a:ext uri="{FF2B5EF4-FFF2-40B4-BE49-F238E27FC236}">
                      <a16:creationId xmlns:a16="http://schemas.microsoft.com/office/drawing/2014/main" id="{1FA4B864-69A6-51BD-9348-25C99245665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0" name="TextBox 1809">
                  <a:extLst>
                    <a:ext uri="{FF2B5EF4-FFF2-40B4-BE49-F238E27FC236}">
                      <a16:creationId xmlns:a16="http://schemas.microsoft.com/office/drawing/2014/main" id="{D3B66AC1-B048-691D-19B2-ADC3D62E6D2B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98" name="그룹 1797">
                <a:extLst>
                  <a:ext uri="{FF2B5EF4-FFF2-40B4-BE49-F238E27FC236}">
                    <a16:creationId xmlns:a16="http://schemas.microsoft.com/office/drawing/2014/main" id="{22A1FDED-6F0B-5655-4C9E-DFABC8AC6A57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807" name="타원 1806">
                  <a:extLst>
                    <a:ext uri="{FF2B5EF4-FFF2-40B4-BE49-F238E27FC236}">
                      <a16:creationId xmlns:a16="http://schemas.microsoft.com/office/drawing/2014/main" id="{AC1E6C8D-127D-8E8A-524E-A99D63E6F739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8" name="TextBox 1807">
                  <a:extLst>
                    <a:ext uri="{FF2B5EF4-FFF2-40B4-BE49-F238E27FC236}">
                      <a16:creationId xmlns:a16="http://schemas.microsoft.com/office/drawing/2014/main" id="{BE36F982-DBE0-2B27-82E9-8DAB4B2044D0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9" name="그룹 1798">
                <a:extLst>
                  <a:ext uri="{FF2B5EF4-FFF2-40B4-BE49-F238E27FC236}">
                    <a16:creationId xmlns:a16="http://schemas.microsoft.com/office/drawing/2014/main" id="{DF25C296-DB11-CB18-70D5-D51B7A071188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1805" name="타원 1804">
                  <a:extLst>
                    <a:ext uri="{FF2B5EF4-FFF2-40B4-BE49-F238E27FC236}">
                      <a16:creationId xmlns:a16="http://schemas.microsoft.com/office/drawing/2014/main" id="{BAEA25B3-1D87-B822-597D-688D42B35E6E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6" name="TextBox 1805">
                  <a:extLst>
                    <a:ext uri="{FF2B5EF4-FFF2-40B4-BE49-F238E27FC236}">
                      <a16:creationId xmlns:a16="http://schemas.microsoft.com/office/drawing/2014/main" id="{B15E80DF-D949-AB91-D4A5-9490577AF1FB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00" name="그룹 1799">
                <a:extLst>
                  <a:ext uri="{FF2B5EF4-FFF2-40B4-BE49-F238E27FC236}">
                    <a16:creationId xmlns:a16="http://schemas.microsoft.com/office/drawing/2014/main" id="{A6992479-0BE9-CD39-DE84-891E1CF71A11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803" name="타원 1802">
                  <a:extLst>
                    <a:ext uri="{FF2B5EF4-FFF2-40B4-BE49-F238E27FC236}">
                      <a16:creationId xmlns:a16="http://schemas.microsoft.com/office/drawing/2014/main" id="{2029F880-12D2-2E20-3128-2170FBF61F56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04" name="TextBox 1803">
                  <a:extLst>
                    <a:ext uri="{FF2B5EF4-FFF2-40B4-BE49-F238E27FC236}">
                      <a16:creationId xmlns:a16="http://schemas.microsoft.com/office/drawing/2014/main" id="{4EE9B096-C661-EF85-9C0B-2DEC1F73B88B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01" name="타원 1800">
                <a:extLst>
                  <a:ext uri="{FF2B5EF4-FFF2-40B4-BE49-F238E27FC236}">
                    <a16:creationId xmlns:a16="http://schemas.microsoft.com/office/drawing/2014/main" id="{66B7D5E7-541C-4DEC-B073-28654F1F9CF8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2" name="타원 1801">
                <a:extLst>
                  <a:ext uri="{FF2B5EF4-FFF2-40B4-BE49-F238E27FC236}">
                    <a16:creationId xmlns:a16="http://schemas.microsoft.com/office/drawing/2014/main" id="{CE1E892F-E68E-C0C7-AD88-50491BB92DC3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19" name="그룹 1818">
            <a:extLst>
              <a:ext uri="{FF2B5EF4-FFF2-40B4-BE49-F238E27FC236}">
                <a16:creationId xmlns:a16="http://schemas.microsoft.com/office/drawing/2014/main" id="{2FFA9533-4707-69B9-3EA9-A3BD42994169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7" cy="2511697"/>
          </a:xfrm>
        </p:grpSpPr>
        <p:sp>
          <p:nvSpPr>
            <p:cNvPr id="1820" name="TextBox 1819">
              <a:extLst>
                <a:ext uri="{FF2B5EF4-FFF2-40B4-BE49-F238E27FC236}">
                  <a16:creationId xmlns:a16="http://schemas.microsoft.com/office/drawing/2014/main" id="{CE38693E-829B-A3BE-0877-437C44F891CB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821" name="그룹 1820">
              <a:extLst>
                <a:ext uri="{FF2B5EF4-FFF2-40B4-BE49-F238E27FC236}">
                  <a16:creationId xmlns:a16="http://schemas.microsoft.com/office/drawing/2014/main" id="{87E9D162-761C-7CD8-0060-8AD60D87F9E9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822" name="타원 1821">
                <a:extLst>
                  <a:ext uri="{FF2B5EF4-FFF2-40B4-BE49-F238E27FC236}">
                    <a16:creationId xmlns:a16="http://schemas.microsoft.com/office/drawing/2014/main" id="{EB9A8212-6D82-540D-968D-92D18466064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23" name="그룹 1822">
                <a:extLst>
                  <a:ext uri="{FF2B5EF4-FFF2-40B4-BE49-F238E27FC236}">
                    <a16:creationId xmlns:a16="http://schemas.microsoft.com/office/drawing/2014/main" id="{6EC7CA43-DA85-D28A-F217-A4338B854FE0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845" name="TextBox 1844">
                  <a:extLst>
                    <a:ext uri="{FF2B5EF4-FFF2-40B4-BE49-F238E27FC236}">
                      <a16:creationId xmlns:a16="http://schemas.microsoft.com/office/drawing/2014/main" id="{566E7E73-993A-9669-DE25-2C7EFF5222FC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46" name="타원 1845">
                  <a:extLst>
                    <a:ext uri="{FF2B5EF4-FFF2-40B4-BE49-F238E27FC236}">
                      <a16:creationId xmlns:a16="http://schemas.microsoft.com/office/drawing/2014/main" id="{8D76BD50-EBC9-8E20-7AB5-1F7EFAB573D9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24" name="그룹 1823">
                <a:extLst>
                  <a:ext uri="{FF2B5EF4-FFF2-40B4-BE49-F238E27FC236}">
                    <a16:creationId xmlns:a16="http://schemas.microsoft.com/office/drawing/2014/main" id="{91EE5885-E0B2-3EEC-0D49-7197B2684647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843" name="타원 1842">
                  <a:extLst>
                    <a:ext uri="{FF2B5EF4-FFF2-40B4-BE49-F238E27FC236}">
                      <a16:creationId xmlns:a16="http://schemas.microsoft.com/office/drawing/2014/main" id="{31C4ADED-2E59-7548-622F-52B4FB0CADA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4" name="TextBox 1843">
                  <a:extLst>
                    <a:ext uri="{FF2B5EF4-FFF2-40B4-BE49-F238E27FC236}">
                      <a16:creationId xmlns:a16="http://schemas.microsoft.com/office/drawing/2014/main" id="{CFB96430-2020-3CBD-E5EE-01033F6F2FB6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5" name="그룹 1824">
                <a:extLst>
                  <a:ext uri="{FF2B5EF4-FFF2-40B4-BE49-F238E27FC236}">
                    <a16:creationId xmlns:a16="http://schemas.microsoft.com/office/drawing/2014/main" id="{B2521923-6B42-1CDB-5121-40036A4D3C13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841" name="타원 1840">
                  <a:extLst>
                    <a:ext uri="{FF2B5EF4-FFF2-40B4-BE49-F238E27FC236}">
                      <a16:creationId xmlns:a16="http://schemas.microsoft.com/office/drawing/2014/main" id="{47568F59-F4A4-B783-55D0-2F991D3F330F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2" name="TextBox 1841">
                  <a:extLst>
                    <a:ext uri="{FF2B5EF4-FFF2-40B4-BE49-F238E27FC236}">
                      <a16:creationId xmlns:a16="http://schemas.microsoft.com/office/drawing/2014/main" id="{09C16662-5B7D-7F12-0FB0-466AE81C8F80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6" name="그룹 1825">
                <a:extLst>
                  <a:ext uri="{FF2B5EF4-FFF2-40B4-BE49-F238E27FC236}">
                    <a16:creationId xmlns:a16="http://schemas.microsoft.com/office/drawing/2014/main" id="{D58934D2-0713-DECD-4389-EFB34ECBA5D2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839" name="타원 1838">
                  <a:extLst>
                    <a:ext uri="{FF2B5EF4-FFF2-40B4-BE49-F238E27FC236}">
                      <a16:creationId xmlns:a16="http://schemas.microsoft.com/office/drawing/2014/main" id="{70960664-4EF3-A2FB-044C-3220FAF1CFC6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0" name="TextBox 1839">
                  <a:extLst>
                    <a:ext uri="{FF2B5EF4-FFF2-40B4-BE49-F238E27FC236}">
                      <a16:creationId xmlns:a16="http://schemas.microsoft.com/office/drawing/2014/main" id="{63F876F3-45D4-75B4-07E5-1830FD3DDF81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7" name="그룹 1826">
                <a:extLst>
                  <a:ext uri="{FF2B5EF4-FFF2-40B4-BE49-F238E27FC236}">
                    <a16:creationId xmlns:a16="http://schemas.microsoft.com/office/drawing/2014/main" id="{5CFF9599-531F-BCEE-E20A-581F5591DE95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837" name="타원 1836">
                  <a:extLst>
                    <a:ext uri="{FF2B5EF4-FFF2-40B4-BE49-F238E27FC236}">
                      <a16:creationId xmlns:a16="http://schemas.microsoft.com/office/drawing/2014/main" id="{E3ACA8D8-ED76-DDB0-1F8D-6376760E246F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8" name="TextBox 1837">
                  <a:extLst>
                    <a:ext uri="{FF2B5EF4-FFF2-40B4-BE49-F238E27FC236}">
                      <a16:creationId xmlns:a16="http://schemas.microsoft.com/office/drawing/2014/main" id="{9C8B2684-42A2-4692-30AC-1A765759FCE1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28" name="그룹 1827">
                <a:extLst>
                  <a:ext uri="{FF2B5EF4-FFF2-40B4-BE49-F238E27FC236}">
                    <a16:creationId xmlns:a16="http://schemas.microsoft.com/office/drawing/2014/main" id="{F07EF5F0-3F04-EB32-4DF9-A019B5AA9395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835" name="타원 1834">
                  <a:extLst>
                    <a:ext uri="{FF2B5EF4-FFF2-40B4-BE49-F238E27FC236}">
                      <a16:creationId xmlns:a16="http://schemas.microsoft.com/office/drawing/2014/main" id="{AFF9E363-9E23-2B9C-F9F2-14868350B366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6" name="TextBox 1835">
                  <a:extLst>
                    <a:ext uri="{FF2B5EF4-FFF2-40B4-BE49-F238E27FC236}">
                      <a16:creationId xmlns:a16="http://schemas.microsoft.com/office/drawing/2014/main" id="{D058A0B5-DC37-86F6-0CBD-2CD4FE5B0E46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9" name="그룹 1828">
                <a:extLst>
                  <a:ext uri="{FF2B5EF4-FFF2-40B4-BE49-F238E27FC236}">
                    <a16:creationId xmlns:a16="http://schemas.microsoft.com/office/drawing/2014/main" id="{99901797-6076-391B-F867-96960907F960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833" name="타원 1832">
                  <a:extLst>
                    <a:ext uri="{FF2B5EF4-FFF2-40B4-BE49-F238E27FC236}">
                      <a16:creationId xmlns:a16="http://schemas.microsoft.com/office/drawing/2014/main" id="{9991B14C-6CDB-F060-4D21-6537503307D6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4" name="TextBox 1833">
                  <a:extLst>
                    <a:ext uri="{FF2B5EF4-FFF2-40B4-BE49-F238E27FC236}">
                      <a16:creationId xmlns:a16="http://schemas.microsoft.com/office/drawing/2014/main" id="{D27F6B12-226A-69AF-439E-9D949CB0A0D7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30" name="타원 1829">
                <a:extLst>
                  <a:ext uri="{FF2B5EF4-FFF2-40B4-BE49-F238E27FC236}">
                    <a16:creationId xmlns:a16="http://schemas.microsoft.com/office/drawing/2014/main" id="{2DEBCF26-1BA3-4BD3-A4E9-57AF6616228F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1" name="타원 1830">
                <a:extLst>
                  <a:ext uri="{FF2B5EF4-FFF2-40B4-BE49-F238E27FC236}">
                    <a16:creationId xmlns:a16="http://schemas.microsoft.com/office/drawing/2014/main" id="{6C691DD3-199C-777A-B050-116FAADD7778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2" name="타원 1831">
                <a:extLst>
                  <a:ext uri="{FF2B5EF4-FFF2-40B4-BE49-F238E27FC236}">
                    <a16:creationId xmlns:a16="http://schemas.microsoft.com/office/drawing/2014/main" id="{8EE0DE64-D12C-D40B-D025-AD7E51FB6E80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47" name="그룹 1846">
            <a:extLst>
              <a:ext uri="{FF2B5EF4-FFF2-40B4-BE49-F238E27FC236}">
                <a16:creationId xmlns:a16="http://schemas.microsoft.com/office/drawing/2014/main" id="{76975492-39EB-B725-E9B9-0E6A4D2A383F}"/>
              </a:ext>
            </a:extLst>
          </p:cNvPr>
          <p:cNvGrpSpPr/>
          <p:nvPr/>
        </p:nvGrpSpPr>
        <p:grpSpPr>
          <a:xfrm>
            <a:off x="2433982" y="3746699"/>
            <a:ext cx="1631005" cy="1727858"/>
            <a:chOff x="71774" y="591927"/>
            <a:chExt cx="1662593" cy="1761321"/>
          </a:xfrm>
        </p:grpSpPr>
        <p:grpSp>
          <p:nvGrpSpPr>
            <p:cNvPr id="1848" name="그룹 1847">
              <a:extLst>
                <a:ext uri="{FF2B5EF4-FFF2-40B4-BE49-F238E27FC236}">
                  <a16:creationId xmlns:a16="http://schemas.microsoft.com/office/drawing/2014/main" id="{7FD884B8-644F-7D87-75F8-58AA9D4C48FB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1850" name="타원 1849">
                <a:extLst>
                  <a:ext uri="{FF2B5EF4-FFF2-40B4-BE49-F238E27FC236}">
                    <a16:creationId xmlns:a16="http://schemas.microsoft.com/office/drawing/2014/main" id="{0BE391C0-3F7F-AF6B-8A01-F97C6264793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51" name="TextBox 1850">
                <a:extLst>
                  <a:ext uri="{FF2B5EF4-FFF2-40B4-BE49-F238E27FC236}">
                    <a16:creationId xmlns:a16="http://schemas.microsoft.com/office/drawing/2014/main" id="{D99A6E0F-0C86-F4D7-8DB1-54DF5DC1A668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1852" name="그룹 1851">
                <a:extLst>
                  <a:ext uri="{FF2B5EF4-FFF2-40B4-BE49-F238E27FC236}">
                    <a16:creationId xmlns:a16="http://schemas.microsoft.com/office/drawing/2014/main" id="{5CEDAD8A-4626-0649-06CF-8776D9EC08B3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1869" name="타원 1868">
                  <a:extLst>
                    <a:ext uri="{FF2B5EF4-FFF2-40B4-BE49-F238E27FC236}">
                      <a16:creationId xmlns:a16="http://schemas.microsoft.com/office/drawing/2014/main" id="{5A9852A9-320B-B025-4ACC-1DBC98E02A4E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0" name="TextBox 1869">
                  <a:extLst>
                    <a:ext uri="{FF2B5EF4-FFF2-40B4-BE49-F238E27FC236}">
                      <a16:creationId xmlns:a16="http://schemas.microsoft.com/office/drawing/2014/main" id="{991E059D-DC2F-1F4A-8476-99DCAD986A55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71" name="타원 1870">
                  <a:extLst>
                    <a:ext uri="{FF2B5EF4-FFF2-40B4-BE49-F238E27FC236}">
                      <a16:creationId xmlns:a16="http://schemas.microsoft.com/office/drawing/2014/main" id="{9DE7504A-D891-391E-67F7-E40EB2BBC943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53" name="그룹 1852">
                <a:extLst>
                  <a:ext uri="{FF2B5EF4-FFF2-40B4-BE49-F238E27FC236}">
                    <a16:creationId xmlns:a16="http://schemas.microsoft.com/office/drawing/2014/main" id="{88113E71-FAB9-CADB-63D2-32BAA410FAC5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1867" name="타원 1866">
                  <a:extLst>
                    <a:ext uri="{FF2B5EF4-FFF2-40B4-BE49-F238E27FC236}">
                      <a16:creationId xmlns:a16="http://schemas.microsoft.com/office/drawing/2014/main" id="{39D36673-E908-E256-B6AC-291B08A71C82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68" name="TextBox 1867">
                  <a:extLst>
                    <a:ext uri="{FF2B5EF4-FFF2-40B4-BE49-F238E27FC236}">
                      <a16:creationId xmlns:a16="http://schemas.microsoft.com/office/drawing/2014/main" id="{89853A16-F0FC-6B22-4C8E-CCC95BABA64B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4" name="그룹 1853">
                <a:extLst>
                  <a:ext uri="{FF2B5EF4-FFF2-40B4-BE49-F238E27FC236}">
                    <a16:creationId xmlns:a16="http://schemas.microsoft.com/office/drawing/2014/main" id="{FFF44816-A502-4338-31D4-4B4BD2B20331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1865" name="타원 1864">
                  <a:extLst>
                    <a:ext uri="{FF2B5EF4-FFF2-40B4-BE49-F238E27FC236}">
                      <a16:creationId xmlns:a16="http://schemas.microsoft.com/office/drawing/2014/main" id="{B415D486-A0E1-D6E1-06AF-39BFDB1183DD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6" name="TextBox 1865">
                  <a:extLst>
                    <a:ext uri="{FF2B5EF4-FFF2-40B4-BE49-F238E27FC236}">
                      <a16:creationId xmlns:a16="http://schemas.microsoft.com/office/drawing/2014/main" id="{C2620624-5E04-2335-9689-A6914ED1324C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5" name="타원 1854">
                <a:extLst>
                  <a:ext uri="{FF2B5EF4-FFF2-40B4-BE49-F238E27FC236}">
                    <a16:creationId xmlns:a16="http://schemas.microsoft.com/office/drawing/2014/main" id="{0A82AE72-9597-EE62-6D11-46FB1F9CE264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56" name="그룹 1855">
                <a:extLst>
                  <a:ext uri="{FF2B5EF4-FFF2-40B4-BE49-F238E27FC236}">
                    <a16:creationId xmlns:a16="http://schemas.microsoft.com/office/drawing/2014/main" id="{3AC2DFD1-14C1-E303-BB36-64E9FEA55DCA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1863" name="타원 1862">
                  <a:extLst>
                    <a:ext uri="{FF2B5EF4-FFF2-40B4-BE49-F238E27FC236}">
                      <a16:creationId xmlns:a16="http://schemas.microsoft.com/office/drawing/2014/main" id="{79D1BFDE-710A-4932-15EF-AE7A251654EA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4" name="TextBox 1863">
                  <a:extLst>
                    <a:ext uri="{FF2B5EF4-FFF2-40B4-BE49-F238E27FC236}">
                      <a16:creationId xmlns:a16="http://schemas.microsoft.com/office/drawing/2014/main" id="{B9E35E81-1A47-AC60-828B-070A9AB48A21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7" name="그룹 1856">
                <a:extLst>
                  <a:ext uri="{FF2B5EF4-FFF2-40B4-BE49-F238E27FC236}">
                    <a16:creationId xmlns:a16="http://schemas.microsoft.com/office/drawing/2014/main" id="{B4CEBFC3-DB20-53F5-D741-46C13F3D451C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1861" name="타원 1860">
                  <a:extLst>
                    <a:ext uri="{FF2B5EF4-FFF2-40B4-BE49-F238E27FC236}">
                      <a16:creationId xmlns:a16="http://schemas.microsoft.com/office/drawing/2014/main" id="{1A6883F7-8CE0-B1D1-D2EA-27B47973841E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2" name="TextBox 1861">
                  <a:extLst>
                    <a:ext uri="{FF2B5EF4-FFF2-40B4-BE49-F238E27FC236}">
                      <a16:creationId xmlns:a16="http://schemas.microsoft.com/office/drawing/2014/main" id="{1ED4FA7F-F527-7DB4-6D34-18C5096DA707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8" name="타원 1857">
                <a:extLst>
                  <a:ext uri="{FF2B5EF4-FFF2-40B4-BE49-F238E27FC236}">
                    <a16:creationId xmlns:a16="http://schemas.microsoft.com/office/drawing/2014/main" id="{757B901F-EEE6-265D-EE95-7AAAB9A1B4A8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9" name="타원 1858">
                <a:extLst>
                  <a:ext uri="{FF2B5EF4-FFF2-40B4-BE49-F238E27FC236}">
                    <a16:creationId xmlns:a16="http://schemas.microsoft.com/office/drawing/2014/main" id="{0383E62D-E440-5B50-4815-DDE16783574D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0" name="타원 1859">
                <a:extLst>
                  <a:ext uri="{FF2B5EF4-FFF2-40B4-BE49-F238E27FC236}">
                    <a16:creationId xmlns:a16="http://schemas.microsoft.com/office/drawing/2014/main" id="{6FAAA142-B0FC-C77A-0470-0680626FFDCF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3D383624-DFB3-0674-BD74-AF8C902E7381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1872" name="그룹 1871">
            <a:extLst>
              <a:ext uri="{FF2B5EF4-FFF2-40B4-BE49-F238E27FC236}">
                <a16:creationId xmlns:a16="http://schemas.microsoft.com/office/drawing/2014/main" id="{AA651F31-9A1D-572C-1A14-136267611392}"/>
              </a:ext>
            </a:extLst>
          </p:cNvPr>
          <p:cNvGrpSpPr/>
          <p:nvPr/>
        </p:nvGrpSpPr>
        <p:grpSpPr>
          <a:xfrm>
            <a:off x="8256514" y="993689"/>
            <a:ext cx="1634192" cy="1823884"/>
            <a:chOff x="2129302" y="890897"/>
            <a:chExt cx="1634192" cy="1823884"/>
          </a:xfrm>
        </p:grpSpPr>
        <p:grpSp>
          <p:nvGrpSpPr>
            <p:cNvPr id="1873" name="그룹 1872">
              <a:extLst>
                <a:ext uri="{FF2B5EF4-FFF2-40B4-BE49-F238E27FC236}">
                  <a16:creationId xmlns:a16="http://schemas.microsoft.com/office/drawing/2014/main" id="{1F0DB14E-74B7-9B2D-17A6-3436AD37999D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1875" name="타원 1874">
                <a:extLst>
                  <a:ext uri="{FF2B5EF4-FFF2-40B4-BE49-F238E27FC236}">
                    <a16:creationId xmlns:a16="http://schemas.microsoft.com/office/drawing/2014/main" id="{18EE317B-2D8C-C4C7-FCB6-B7FC72715D2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76" name="타원 1875">
                <a:extLst>
                  <a:ext uri="{FF2B5EF4-FFF2-40B4-BE49-F238E27FC236}">
                    <a16:creationId xmlns:a16="http://schemas.microsoft.com/office/drawing/2014/main" id="{C98A9668-3164-4339-059E-FBB4016ED59B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77" name="그룹 1876">
                <a:extLst>
                  <a:ext uri="{FF2B5EF4-FFF2-40B4-BE49-F238E27FC236}">
                    <a16:creationId xmlns:a16="http://schemas.microsoft.com/office/drawing/2014/main" id="{54AE20EF-EF18-D75C-2DA2-CC559BCEA92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894" name="타원 1893">
                  <a:extLst>
                    <a:ext uri="{FF2B5EF4-FFF2-40B4-BE49-F238E27FC236}">
                      <a16:creationId xmlns:a16="http://schemas.microsoft.com/office/drawing/2014/main" id="{FAA6EAF6-5E6F-DA3E-EBCA-DB506EA5253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5" name="TextBox 1894">
                  <a:extLst>
                    <a:ext uri="{FF2B5EF4-FFF2-40B4-BE49-F238E27FC236}">
                      <a16:creationId xmlns:a16="http://schemas.microsoft.com/office/drawing/2014/main" id="{7C0AA62A-5759-4B85-9A51-CCE01E64F28D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8" name="그룹 1877">
                <a:extLst>
                  <a:ext uri="{FF2B5EF4-FFF2-40B4-BE49-F238E27FC236}">
                    <a16:creationId xmlns:a16="http://schemas.microsoft.com/office/drawing/2014/main" id="{8A9217E0-A17B-2968-8F0C-85C776EF86E0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892" name="타원 1891">
                  <a:extLst>
                    <a:ext uri="{FF2B5EF4-FFF2-40B4-BE49-F238E27FC236}">
                      <a16:creationId xmlns:a16="http://schemas.microsoft.com/office/drawing/2014/main" id="{B8C71097-CB4D-4CDC-5906-99B2A69FC12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3" name="TextBox 1892">
                  <a:extLst>
                    <a:ext uri="{FF2B5EF4-FFF2-40B4-BE49-F238E27FC236}">
                      <a16:creationId xmlns:a16="http://schemas.microsoft.com/office/drawing/2014/main" id="{754E4DF5-775B-EA5E-2F00-C3A177628D3E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9" name="그룹 1878">
                <a:extLst>
                  <a:ext uri="{FF2B5EF4-FFF2-40B4-BE49-F238E27FC236}">
                    <a16:creationId xmlns:a16="http://schemas.microsoft.com/office/drawing/2014/main" id="{2C4126E3-7E46-98FF-88C1-165E7488E589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890" name="타원 1889">
                  <a:extLst>
                    <a:ext uri="{FF2B5EF4-FFF2-40B4-BE49-F238E27FC236}">
                      <a16:creationId xmlns:a16="http://schemas.microsoft.com/office/drawing/2014/main" id="{4DDA47BE-32FB-143B-CE9D-19CEFAABB905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1" name="TextBox 1890">
                  <a:extLst>
                    <a:ext uri="{FF2B5EF4-FFF2-40B4-BE49-F238E27FC236}">
                      <a16:creationId xmlns:a16="http://schemas.microsoft.com/office/drawing/2014/main" id="{9A9852B2-7C6A-360C-2035-B0ABD766ECA2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80" name="그룹 1879">
                <a:extLst>
                  <a:ext uri="{FF2B5EF4-FFF2-40B4-BE49-F238E27FC236}">
                    <a16:creationId xmlns:a16="http://schemas.microsoft.com/office/drawing/2014/main" id="{ABCC2EB5-66C3-DFF9-CD1A-98F681DAD267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888" name="타원 1887">
                  <a:extLst>
                    <a:ext uri="{FF2B5EF4-FFF2-40B4-BE49-F238E27FC236}">
                      <a16:creationId xmlns:a16="http://schemas.microsoft.com/office/drawing/2014/main" id="{0FF372B1-C136-5FEE-8BCA-6FA91CB5C3D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9" name="TextBox 1888">
                  <a:extLst>
                    <a:ext uri="{FF2B5EF4-FFF2-40B4-BE49-F238E27FC236}">
                      <a16:creationId xmlns:a16="http://schemas.microsoft.com/office/drawing/2014/main" id="{596047E6-614D-5101-95B6-BFFCE3C45C49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81" name="그룹 1880">
                <a:extLst>
                  <a:ext uri="{FF2B5EF4-FFF2-40B4-BE49-F238E27FC236}">
                    <a16:creationId xmlns:a16="http://schemas.microsoft.com/office/drawing/2014/main" id="{67601027-DBDB-3822-D034-E8C9173F081A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886" name="타원 1885">
                  <a:extLst>
                    <a:ext uri="{FF2B5EF4-FFF2-40B4-BE49-F238E27FC236}">
                      <a16:creationId xmlns:a16="http://schemas.microsoft.com/office/drawing/2014/main" id="{44306BC2-616A-CE7D-6313-8F1EBABB900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87" name="TextBox 1886">
                  <a:extLst>
                    <a:ext uri="{FF2B5EF4-FFF2-40B4-BE49-F238E27FC236}">
                      <a16:creationId xmlns:a16="http://schemas.microsoft.com/office/drawing/2014/main" id="{E9186B48-0816-310E-72A9-98FF30995390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2C4EE307-5B3F-6326-13B5-43D860F0A1EC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3" name="타원 1882">
                <a:extLst>
                  <a:ext uri="{FF2B5EF4-FFF2-40B4-BE49-F238E27FC236}">
                    <a16:creationId xmlns:a16="http://schemas.microsoft.com/office/drawing/2014/main" id="{EC137581-C538-1236-1FD0-88577F9F8518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C2E2913A-F9A0-14E8-688C-2F34201FD669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5" name="타원 1884">
                <a:extLst>
                  <a:ext uri="{FF2B5EF4-FFF2-40B4-BE49-F238E27FC236}">
                    <a16:creationId xmlns:a16="http://schemas.microsoft.com/office/drawing/2014/main" id="{DBA23E5B-7CD5-ECC5-3103-7704774B49CD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74" name="TextBox 1873">
              <a:extLst>
                <a:ext uri="{FF2B5EF4-FFF2-40B4-BE49-F238E27FC236}">
                  <a16:creationId xmlns:a16="http://schemas.microsoft.com/office/drawing/2014/main" id="{F8C35A16-FB66-99BC-68FA-03C5833B7825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1896" name="그룹 1895">
            <a:extLst>
              <a:ext uri="{FF2B5EF4-FFF2-40B4-BE49-F238E27FC236}">
                <a16:creationId xmlns:a16="http://schemas.microsoft.com/office/drawing/2014/main" id="{11DA125B-8873-9B9E-BC5E-98F2AD02BBCC}"/>
              </a:ext>
            </a:extLst>
          </p:cNvPr>
          <p:cNvGrpSpPr/>
          <p:nvPr/>
        </p:nvGrpSpPr>
        <p:grpSpPr>
          <a:xfrm>
            <a:off x="6481554" y="3731241"/>
            <a:ext cx="1587295" cy="1739333"/>
            <a:chOff x="2185243" y="3210132"/>
            <a:chExt cx="1587295" cy="1739333"/>
          </a:xfrm>
        </p:grpSpPr>
        <p:grpSp>
          <p:nvGrpSpPr>
            <p:cNvPr id="1897" name="그룹 1896">
              <a:extLst>
                <a:ext uri="{FF2B5EF4-FFF2-40B4-BE49-F238E27FC236}">
                  <a16:creationId xmlns:a16="http://schemas.microsoft.com/office/drawing/2014/main" id="{79347642-E4F7-3BEE-D40C-0EE364ED2B62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1899" name="TextBox 1898">
                <a:extLst>
                  <a:ext uri="{FF2B5EF4-FFF2-40B4-BE49-F238E27FC236}">
                    <a16:creationId xmlns:a16="http://schemas.microsoft.com/office/drawing/2014/main" id="{B025C64B-80C4-0AF3-4CD7-B6C790B9B5BA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1900" name="그룹 1899">
                <a:extLst>
                  <a:ext uri="{FF2B5EF4-FFF2-40B4-BE49-F238E27FC236}">
                    <a16:creationId xmlns:a16="http://schemas.microsoft.com/office/drawing/2014/main" id="{462DE6A0-74F4-231F-70E5-C8D5082BD81C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1901" name="타원 1900">
                  <a:extLst>
                    <a:ext uri="{FF2B5EF4-FFF2-40B4-BE49-F238E27FC236}">
                      <a16:creationId xmlns:a16="http://schemas.microsoft.com/office/drawing/2014/main" id="{95E98BD9-62A5-F891-4314-8E451627A52C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02" name="그룹 1901">
                  <a:extLst>
                    <a:ext uri="{FF2B5EF4-FFF2-40B4-BE49-F238E27FC236}">
                      <a16:creationId xmlns:a16="http://schemas.microsoft.com/office/drawing/2014/main" id="{145F3D69-16CE-4AE3-3C25-5A4C537087C5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21" name="TextBox 1920">
                    <a:extLst>
                      <a:ext uri="{FF2B5EF4-FFF2-40B4-BE49-F238E27FC236}">
                        <a16:creationId xmlns:a16="http://schemas.microsoft.com/office/drawing/2014/main" id="{EFB01144-F2EA-7033-BA79-ED8A4B2C19B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22" name="타원 1921">
                    <a:extLst>
                      <a:ext uri="{FF2B5EF4-FFF2-40B4-BE49-F238E27FC236}">
                        <a16:creationId xmlns:a16="http://schemas.microsoft.com/office/drawing/2014/main" id="{4ACA9FEE-1650-163E-7E1E-34EFACE22294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03" name="그룹 1902">
                  <a:extLst>
                    <a:ext uri="{FF2B5EF4-FFF2-40B4-BE49-F238E27FC236}">
                      <a16:creationId xmlns:a16="http://schemas.microsoft.com/office/drawing/2014/main" id="{98FDCA20-A44A-4168-96A5-DB2F2B16ECA6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919" name="타원 1918">
                    <a:extLst>
                      <a:ext uri="{FF2B5EF4-FFF2-40B4-BE49-F238E27FC236}">
                        <a16:creationId xmlns:a16="http://schemas.microsoft.com/office/drawing/2014/main" id="{D7C38A68-CF69-D75B-9D6C-065DB71F0A7F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0" name="TextBox 1919">
                    <a:extLst>
                      <a:ext uri="{FF2B5EF4-FFF2-40B4-BE49-F238E27FC236}">
                        <a16:creationId xmlns:a16="http://schemas.microsoft.com/office/drawing/2014/main" id="{04614469-C8C8-AFCC-30B7-7CF0BEEE8B9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4" name="그룹 1903">
                  <a:extLst>
                    <a:ext uri="{FF2B5EF4-FFF2-40B4-BE49-F238E27FC236}">
                      <a16:creationId xmlns:a16="http://schemas.microsoft.com/office/drawing/2014/main" id="{2885FE2F-C333-3FFD-D387-F6733FADC16D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917" name="타원 1916">
                    <a:extLst>
                      <a:ext uri="{FF2B5EF4-FFF2-40B4-BE49-F238E27FC236}">
                        <a16:creationId xmlns:a16="http://schemas.microsoft.com/office/drawing/2014/main" id="{511E5A4B-E0C6-BE8B-F60B-D9139BB2CEBB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8" name="TextBox 1917">
                    <a:extLst>
                      <a:ext uri="{FF2B5EF4-FFF2-40B4-BE49-F238E27FC236}">
                        <a16:creationId xmlns:a16="http://schemas.microsoft.com/office/drawing/2014/main" id="{99179FE4-97DF-08BF-1143-921C27118CA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5" name="그룹 1904">
                  <a:extLst>
                    <a:ext uri="{FF2B5EF4-FFF2-40B4-BE49-F238E27FC236}">
                      <a16:creationId xmlns:a16="http://schemas.microsoft.com/office/drawing/2014/main" id="{9DE22C88-E7C4-B0D9-94DB-2D5C1938B635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15" name="타원 1914">
                    <a:extLst>
                      <a:ext uri="{FF2B5EF4-FFF2-40B4-BE49-F238E27FC236}">
                        <a16:creationId xmlns:a16="http://schemas.microsoft.com/office/drawing/2014/main" id="{751F93FC-5D4F-2716-5596-E3C084EAD17C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916" name="TextBox 1915">
                    <a:extLst>
                      <a:ext uri="{FF2B5EF4-FFF2-40B4-BE49-F238E27FC236}">
                        <a16:creationId xmlns:a16="http://schemas.microsoft.com/office/drawing/2014/main" id="{BF4B6057-6CEF-A6E1-62DE-701DD24E831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6" name="그룹 1905">
                  <a:extLst>
                    <a:ext uri="{FF2B5EF4-FFF2-40B4-BE49-F238E27FC236}">
                      <a16:creationId xmlns:a16="http://schemas.microsoft.com/office/drawing/2014/main" id="{A52FA2E1-128C-BBC5-A944-FCC8B97FA78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13" name="타원 1912">
                    <a:extLst>
                      <a:ext uri="{FF2B5EF4-FFF2-40B4-BE49-F238E27FC236}">
                        <a16:creationId xmlns:a16="http://schemas.microsoft.com/office/drawing/2014/main" id="{7F5B6E70-CF1F-B57F-7707-3D8919A1448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4" name="TextBox 1913">
                    <a:extLst>
                      <a:ext uri="{FF2B5EF4-FFF2-40B4-BE49-F238E27FC236}">
                        <a16:creationId xmlns:a16="http://schemas.microsoft.com/office/drawing/2014/main" id="{D133FFF2-8707-9CB6-C98A-1EF08D4F2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07" name="그룹 1906">
                  <a:extLst>
                    <a:ext uri="{FF2B5EF4-FFF2-40B4-BE49-F238E27FC236}">
                      <a16:creationId xmlns:a16="http://schemas.microsoft.com/office/drawing/2014/main" id="{55FF46AE-A8B5-D8B7-84EF-0D33F3ECD5B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11" name="타원 1910">
                    <a:extLst>
                      <a:ext uri="{FF2B5EF4-FFF2-40B4-BE49-F238E27FC236}">
                        <a16:creationId xmlns:a16="http://schemas.microsoft.com/office/drawing/2014/main" id="{CF78ACB3-CB25-7114-28D3-86352D036230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2" name="TextBox 1911">
                    <a:extLst>
                      <a:ext uri="{FF2B5EF4-FFF2-40B4-BE49-F238E27FC236}">
                        <a16:creationId xmlns:a16="http://schemas.microsoft.com/office/drawing/2014/main" id="{19B69E03-F119-3CBB-21C4-04E9B9F240E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08" name="타원 1907">
                  <a:extLst>
                    <a:ext uri="{FF2B5EF4-FFF2-40B4-BE49-F238E27FC236}">
                      <a16:creationId xmlns:a16="http://schemas.microsoft.com/office/drawing/2014/main" id="{A8A314D4-CB42-21F0-A63F-C18CF143712C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9" name="타원 1908">
                  <a:extLst>
                    <a:ext uri="{FF2B5EF4-FFF2-40B4-BE49-F238E27FC236}">
                      <a16:creationId xmlns:a16="http://schemas.microsoft.com/office/drawing/2014/main" id="{EF592FAE-5976-55CD-98FD-5AAD80B13674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10" name="타원 1909">
                  <a:extLst>
                    <a:ext uri="{FF2B5EF4-FFF2-40B4-BE49-F238E27FC236}">
                      <a16:creationId xmlns:a16="http://schemas.microsoft.com/office/drawing/2014/main" id="{70F36249-3639-4C46-AC71-766B8FBA70AC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898" name="타원 1897">
              <a:extLst>
                <a:ext uri="{FF2B5EF4-FFF2-40B4-BE49-F238E27FC236}">
                  <a16:creationId xmlns:a16="http://schemas.microsoft.com/office/drawing/2014/main" id="{1799811A-9DC6-121B-EE53-C05F4CB6776B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23" name="그룹 1922">
            <a:extLst>
              <a:ext uri="{FF2B5EF4-FFF2-40B4-BE49-F238E27FC236}">
                <a16:creationId xmlns:a16="http://schemas.microsoft.com/office/drawing/2014/main" id="{9DCED6FC-6C61-873F-C3EF-3A2423E45311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924" name="그룹 1923">
              <a:extLst>
                <a:ext uri="{FF2B5EF4-FFF2-40B4-BE49-F238E27FC236}">
                  <a16:creationId xmlns:a16="http://schemas.microsoft.com/office/drawing/2014/main" id="{436C118D-FE31-6D7D-4938-29AAFEF29F61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926" name="TextBox 1925">
                <a:extLst>
                  <a:ext uri="{FF2B5EF4-FFF2-40B4-BE49-F238E27FC236}">
                    <a16:creationId xmlns:a16="http://schemas.microsoft.com/office/drawing/2014/main" id="{75EA1CB1-18DF-004F-BBBB-0D1861B8BA9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1927" name="그룹 1926">
                <a:extLst>
                  <a:ext uri="{FF2B5EF4-FFF2-40B4-BE49-F238E27FC236}">
                    <a16:creationId xmlns:a16="http://schemas.microsoft.com/office/drawing/2014/main" id="{C4883CDD-904E-6A6E-7572-D98AC0271DDC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28" name="타원 1927">
                  <a:extLst>
                    <a:ext uri="{FF2B5EF4-FFF2-40B4-BE49-F238E27FC236}">
                      <a16:creationId xmlns:a16="http://schemas.microsoft.com/office/drawing/2014/main" id="{1B7DA09E-A0FF-D89F-3A37-5FFF464F93E5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29" name="그룹 1928">
                  <a:extLst>
                    <a:ext uri="{FF2B5EF4-FFF2-40B4-BE49-F238E27FC236}">
                      <a16:creationId xmlns:a16="http://schemas.microsoft.com/office/drawing/2014/main" id="{06B6A665-7E37-FF5B-4BDD-FDD2C8C5DE2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49" name="TextBox 1948">
                    <a:extLst>
                      <a:ext uri="{FF2B5EF4-FFF2-40B4-BE49-F238E27FC236}">
                        <a16:creationId xmlns:a16="http://schemas.microsoft.com/office/drawing/2014/main" id="{1113AAA7-360D-D5F6-5431-43F9DCA1A8D1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50" name="타원 1949">
                    <a:extLst>
                      <a:ext uri="{FF2B5EF4-FFF2-40B4-BE49-F238E27FC236}">
                        <a16:creationId xmlns:a16="http://schemas.microsoft.com/office/drawing/2014/main" id="{842AC878-3667-3F36-0ED0-DF164B52D73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30" name="그룹 1929">
                  <a:extLst>
                    <a:ext uri="{FF2B5EF4-FFF2-40B4-BE49-F238E27FC236}">
                      <a16:creationId xmlns:a16="http://schemas.microsoft.com/office/drawing/2014/main" id="{D490348B-2AE1-42AB-CC24-9A4F10C125FB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47" name="타원 1946">
                    <a:extLst>
                      <a:ext uri="{FF2B5EF4-FFF2-40B4-BE49-F238E27FC236}">
                        <a16:creationId xmlns:a16="http://schemas.microsoft.com/office/drawing/2014/main" id="{6D4380A3-2935-A1A2-EA19-81A89E911159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8" name="TextBox 1947">
                    <a:extLst>
                      <a:ext uri="{FF2B5EF4-FFF2-40B4-BE49-F238E27FC236}">
                        <a16:creationId xmlns:a16="http://schemas.microsoft.com/office/drawing/2014/main" id="{161B2684-D4B1-9899-822D-59F5A62E1B5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1" name="그룹 1930">
                  <a:extLst>
                    <a:ext uri="{FF2B5EF4-FFF2-40B4-BE49-F238E27FC236}">
                      <a16:creationId xmlns:a16="http://schemas.microsoft.com/office/drawing/2014/main" id="{2A86A023-3E38-E518-7D77-AF928C5F979E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45" name="타원 1944">
                    <a:extLst>
                      <a:ext uri="{FF2B5EF4-FFF2-40B4-BE49-F238E27FC236}">
                        <a16:creationId xmlns:a16="http://schemas.microsoft.com/office/drawing/2014/main" id="{5854CF50-5844-10B4-E751-FB047C2EA9E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6" name="TextBox 1945">
                    <a:extLst>
                      <a:ext uri="{FF2B5EF4-FFF2-40B4-BE49-F238E27FC236}">
                        <a16:creationId xmlns:a16="http://schemas.microsoft.com/office/drawing/2014/main" id="{8DB044E9-B673-BE1C-E0BC-3A0CEBA6187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2" name="그룹 1931">
                  <a:extLst>
                    <a:ext uri="{FF2B5EF4-FFF2-40B4-BE49-F238E27FC236}">
                      <a16:creationId xmlns:a16="http://schemas.microsoft.com/office/drawing/2014/main" id="{F9D6D394-590F-74C1-4233-235946143EA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43" name="타원 1942">
                    <a:extLst>
                      <a:ext uri="{FF2B5EF4-FFF2-40B4-BE49-F238E27FC236}">
                        <a16:creationId xmlns:a16="http://schemas.microsoft.com/office/drawing/2014/main" id="{E58F94DA-9F06-00E0-FE79-AA1193BD4CF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4" name="TextBox 1943">
                    <a:extLst>
                      <a:ext uri="{FF2B5EF4-FFF2-40B4-BE49-F238E27FC236}">
                        <a16:creationId xmlns:a16="http://schemas.microsoft.com/office/drawing/2014/main" id="{12E5586A-40FB-E424-7F57-747D54BA8C1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3" name="그룹 1932">
                  <a:extLst>
                    <a:ext uri="{FF2B5EF4-FFF2-40B4-BE49-F238E27FC236}">
                      <a16:creationId xmlns:a16="http://schemas.microsoft.com/office/drawing/2014/main" id="{741074BE-B53D-5510-59E4-729DA684E25F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41" name="타원 1940">
                    <a:extLst>
                      <a:ext uri="{FF2B5EF4-FFF2-40B4-BE49-F238E27FC236}">
                        <a16:creationId xmlns:a16="http://schemas.microsoft.com/office/drawing/2014/main" id="{59770F06-AF0D-AF81-D4FF-240E783BBFD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2" name="TextBox 1941">
                    <a:extLst>
                      <a:ext uri="{FF2B5EF4-FFF2-40B4-BE49-F238E27FC236}">
                        <a16:creationId xmlns:a16="http://schemas.microsoft.com/office/drawing/2014/main" id="{C6FF809F-3EA1-606F-8DE9-CCD17F2B55C9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34" name="그룹 1933">
                  <a:extLst>
                    <a:ext uri="{FF2B5EF4-FFF2-40B4-BE49-F238E27FC236}">
                      <a16:creationId xmlns:a16="http://schemas.microsoft.com/office/drawing/2014/main" id="{6DD91C8F-F11D-CE6E-E13D-05A316CB0E7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39" name="타원 1938">
                    <a:extLst>
                      <a:ext uri="{FF2B5EF4-FFF2-40B4-BE49-F238E27FC236}">
                        <a16:creationId xmlns:a16="http://schemas.microsoft.com/office/drawing/2014/main" id="{C2BB0A6D-0978-1ACB-77EB-DA452237EF10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0" name="TextBox 1939">
                    <a:extLst>
                      <a:ext uri="{FF2B5EF4-FFF2-40B4-BE49-F238E27FC236}">
                        <a16:creationId xmlns:a16="http://schemas.microsoft.com/office/drawing/2014/main" id="{EB5CD323-1524-782A-35AF-8F3166121BE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35" name="타원 1934">
                  <a:extLst>
                    <a:ext uri="{FF2B5EF4-FFF2-40B4-BE49-F238E27FC236}">
                      <a16:creationId xmlns:a16="http://schemas.microsoft.com/office/drawing/2014/main" id="{D9CC7F0B-7DC0-95AD-AAEC-8A0803F9DBE7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6" name="타원 1935">
                  <a:extLst>
                    <a:ext uri="{FF2B5EF4-FFF2-40B4-BE49-F238E27FC236}">
                      <a16:creationId xmlns:a16="http://schemas.microsoft.com/office/drawing/2014/main" id="{BAA8FC81-0C58-9334-F028-D94F6E9EB60A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7" name="타원 1936">
                  <a:extLst>
                    <a:ext uri="{FF2B5EF4-FFF2-40B4-BE49-F238E27FC236}">
                      <a16:creationId xmlns:a16="http://schemas.microsoft.com/office/drawing/2014/main" id="{D2BF4E2B-3B36-3B91-F37D-FCC433C454D5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8" name="타원 1937">
                  <a:extLst>
                    <a:ext uri="{FF2B5EF4-FFF2-40B4-BE49-F238E27FC236}">
                      <a16:creationId xmlns:a16="http://schemas.microsoft.com/office/drawing/2014/main" id="{B78B0725-D38D-E1A2-2AA6-794240390AC8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25" name="타원 1924">
              <a:extLst>
                <a:ext uri="{FF2B5EF4-FFF2-40B4-BE49-F238E27FC236}">
                  <a16:creationId xmlns:a16="http://schemas.microsoft.com/office/drawing/2014/main" id="{8D66D120-2851-4E2C-E82E-1EC7AA77B62E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51" name="그룹 1950">
            <a:extLst>
              <a:ext uri="{FF2B5EF4-FFF2-40B4-BE49-F238E27FC236}">
                <a16:creationId xmlns:a16="http://schemas.microsoft.com/office/drawing/2014/main" id="{0A473698-32E6-1FCD-2F23-3DA01AED76ED}"/>
              </a:ext>
            </a:extLst>
          </p:cNvPr>
          <p:cNvGrpSpPr/>
          <p:nvPr/>
        </p:nvGrpSpPr>
        <p:grpSpPr>
          <a:xfrm>
            <a:off x="6232800" y="1020239"/>
            <a:ext cx="1587294" cy="1790314"/>
            <a:chOff x="5982700" y="3210132"/>
            <a:chExt cx="1587294" cy="1790314"/>
          </a:xfrm>
        </p:grpSpPr>
        <p:grpSp>
          <p:nvGrpSpPr>
            <p:cNvPr id="1952" name="그룹 1951">
              <a:extLst>
                <a:ext uri="{FF2B5EF4-FFF2-40B4-BE49-F238E27FC236}">
                  <a16:creationId xmlns:a16="http://schemas.microsoft.com/office/drawing/2014/main" id="{1B544A71-1623-74B9-6827-585389A7287E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1954" name="TextBox 1953">
                <a:extLst>
                  <a:ext uri="{FF2B5EF4-FFF2-40B4-BE49-F238E27FC236}">
                    <a16:creationId xmlns:a16="http://schemas.microsoft.com/office/drawing/2014/main" id="{91F17FF6-6BF0-1A36-365F-19A9EA4F9E1C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1955" name="그룹 1954">
                <a:extLst>
                  <a:ext uri="{FF2B5EF4-FFF2-40B4-BE49-F238E27FC236}">
                    <a16:creationId xmlns:a16="http://schemas.microsoft.com/office/drawing/2014/main" id="{98575D26-496A-72DE-1E48-CFB6B4583DBD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1956" name="타원 1955">
                  <a:extLst>
                    <a:ext uri="{FF2B5EF4-FFF2-40B4-BE49-F238E27FC236}">
                      <a16:creationId xmlns:a16="http://schemas.microsoft.com/office/drawing/2014/main" id="{83349445-86AA-E46A-47E2-7E535C4385A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57" name="그룹 1956">
                  <a:extLst>
                    <a:ext uri="{FF2B5EF4-FFF2-40B4-BE49-F238E27FC236}">
                      <a16:creationId xmlns:a16="http://schemas.microsoft.com/office/drawing/2014/main" id="{31D0B9B6-80F4-668A-15D8-23102D883C52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77" name="TextBox 1976">
                    <a:extLst>
                      <a:ext uri="{FF2B5EF4-FFF2-40B4-BE49-F238E27FC236}">
                        <a16:creationId xmlns:a16="http://schemas.microsoft.com/office/drawing/2014/main" id="{1BACDF78-BEF2-5D41-3900-C8CC739CB99D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78" name="타원 1977">
                    <a:extLst>
                      <a:ext uri="{FF2B5EF4-FFF2-40B4-BE49-F238E27FC236}">
                        <a16:creationId xmlns:a16="http://schemas.microsoft.com/office/drawing/2014/main" id="{4ADC457E-4492-348E-E387-5779E00413B3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58" name="그룹 1957">
                  <a:extLst>
                    <a:ext uri="{FF2B5EF4-FFF2-40B4-BE49-F238E27FC236}">
                      <a16:creationId xmlns:a16="http://schemas.microsoft.com/office/drawing/2014/main" id="{E18A8BD5-3FEE-D527-0642-5776A67AD0C7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75" name="타원 1974">
                    <a:extLst>
                      <a:ext uri="{FF2B5EF4-FFF2-40B4-BE49-F238E27FC236}">
                        <a16:creationId xmlns:a16="http://schemas.microsoft.com/office/drawing/2014/main" id="{F0166619-4D42-0B2E-482D-4F58CB464DFA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6" name="TextBox 1975">
                    <a:extLst>
                      <a:ext uri="{FF2B5EF4-FFF2-40B4-BE49-F238E27FC236}">
                        <a16:creationId xmlns:a16="http://schemas.microsoft.com/office/drawing/2014/main" id="{EB59DC56-7030-330A-708A-1212A8AC064C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59" name="그룹 1958">
                  <a:extLst>
                    <a:ext uri="{FF2B5EF4-FFF2-40B4-BE49-F238E27FC236}">
                      <a16:creationId xmlns:a16="http://schemas.microsoft.com/office/drawing/2014/main" id="{C7B094CB-83E7-C784-C4D7-74E8EEAFD9FA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73" name="타원 1972">
                    <a:extLst>
                      <a:ext uri="{FF2B5EF4-FFF2-40B4-BE49-F238E27FC236}">
                        <a16:creationId xmlns:a16="http://schemas.microsoft.com/office/drawing/2014/main" id="{E2DE64FC-29F7-EB2C-3730-568BDB185D75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4" name="TextBox 1973">
                    <a:extLst>
                      <a:ext uri="{FF2B5EF4-FFF2-40B4-BE49-F238E27FC236}">
                        <a16:creationId xmlns:a16="http://schemas.microsoft.com/office/drawing/2014/main" id="{3E7DB562-F4C9-EE95-54ED-C39A0291745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0" name="그룹 1959">
                  <a:extLst>
                    <a:ext uri="{FF2B5EF4-FFF2-40B4-BE49-F238E27FC236}">
                      <a16:creationId xmlns:a16="http://schemas.microsoft.com/office/drawing/2014/main" id="{FA1EEFC8-4FF9-66B8-E577-4881B530A530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71" name="타원 1970">
                    <a:extLst>
                      <a:ext uri="{FF2B5EF4-FFF2-40B4-BE49-F238E27FC236}">
                        <a16:creationId xmlns:a16="http://schemas.microsoft.com/office/drawing/2014/main" id="{9E5BE2D9-7E1F-C32D-7B15-A16578E9C3C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2" name="TextBox 1971">
                    <a:extLst>
                      <a:ext uri="{FF2B5EF4-FFF2-40B4-BE49-F238E27FC236}">
                        <a16:creationId xmlns:a16="http://schemas.microsoft.com/office/drawing/2014/main" id="{5CF9770A-0322-E465-18D9-A6A3C8D4626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1" name="그룹 1960">
                  <a:extLst>
                    <a:ext uri="{FF2B5EF4-FFF2-40B4-BE49-F238E27FC236}">
                      <a16:creationId xmlns:a16="http://schemas.microsoft.com/office/drawing/2014/main" id="{2D720B24-4C63-AD0B-7B82-52332654E73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69" name="타원 1968">
                    <a:extLst>
                      <a:ext uri="{FF2B5EF4-FFF2-40B4-BE49-F238E27FC236}">
                        <a16:creationId xmlns:a16="http://schemas.microsoft.com/office/drawing/2014/main" id="{E9BB1B86-4516-97E5-3F3C-3F40A88C9B15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0" name="TextBox 1969">
                    <a:extLst>
                      <a:ext uri="{FF2B5EF4-FFF2-40B4-BE49-F238E27FC236}">
                        <a16:creationId xmlns:a16="http://schemas.microsoft.com/office/drawing/2014/main" id="{A7C2A3F3-0961-7564-C692-3647A8C8E01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62" name="그룹 1961">
                  <a:extLst>
                    <a:ext uri="{FF2B5EF4-FFF2-40B4-BE49-F238E27FC236}">
                      <a16:creationId xmlns:a16="http://schemas.microsoft.com/office/drawing/2014/main" id="{69D48FD7-E7DA-DFF6-A1A6-25E1C7688C3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67" name="타원 1966">
                    <a:extLst>
                      <a:ext uri="{FF2B5EF4-FFF2-40B4-BE49-F238E27FC236}">
                        <a16:creationId xmlns:a16="http://schemas.microsoft.com/office/drawing/2014/main" id="{9E797AC2-92C0-F398-A93F-9C2DBE7CFC01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68" name="TextBox 1967">
                    <a:extLst>
                      <a:ext uri="{FF2B5EF4-FFF2-40B4-BE49-F238E27FC236}">
                        <a16:creationId xmlns:a16="http://schemas.microsoft.com/office/drawing/2014/main" id="{C465B54E-DA54-B18B-BFB9-420EE93B830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63" name="타원 1962">
                  <a:extLst>
                    <a:ext uri="{FF2B5EF4-FFF2-40B4-BE49-F238E27FC236}">
                      <a16:creationId xmlns:a16="http://schemas.microsoft.com/office/drawing/2014/main" id="{231F2F0D-F39B-B914-BCC9-AA93F4AF509E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4" name="타원 1963">
                  <a:extLst>
                    <a:ext uri="{FF2B5EF4-FFF2-40B4-BE49-F238E27FC236}">
                      <a16:creationId xmlns:a16="http://schemas.microsoft.com/office/drawing/2014/main" id="{BBEE4E50-4BF2-7928-80DB-E6F56FC2B1C2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5" name="타원 1964">
                  <a:extLst>
                    <a:ext uri="{FF2B5EF4-FFF2-40B4-BE49-F238E27FC236}">
                      <a16:creationId xmlns:a16="http://schemas.microsoft.com/office/drawing/2014/main" id="{FCC9BF75-1704-256D-DB0F-5D7DF8DCC7DD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6" name="타원 1965">
                  <a:extLst>
                    <a:ext uri="{FF2B5EF4-FFF2-40B4-BE49-F238E27FC236}">
                      <a16:creationId xmlns:a16="http://schemas.microsoft.com/office/drawing/2014/main" id="{722669E0-CAF3-7CB9-6E56-D7257EE639A2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53" name="타원 1952">
              <a:extLst>
                <a:ext uri="{FF2B5EF4-FFF2-40B4-BE49-F238E27FC236}">
                  <a16:creationId xmlns:a16="http://schemas.microsoft.com/office/drawing/2014/main" id="{66D27231-5950-1D45-09F5-22DF21847DF8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79" name="그룹 1978">
            <a:extLst>
              <a:ext uri="{FF2B5EF4-FFF2-40B4-BE49-F238E27FC236}">
                <a16:creationId xmlns:a16="http://schemas.microsoft.com/office/drawing/2014/main" id="{D241F073-6F18-E966-0E01-E42720599A6A}"/>
              </a:ext>
            </a:extLst>
          </p:cNvPr>
          <p:cNvGrpSpPr/>
          <p:nvPr/>
        </p:nvGrpSpPr>
        <p:grpSpPr>
          <a:xfrm>
            <a:off x="4308396" y="3706127"/>
            <a:ext cx="1643081" cy="1712683"/>
            <a:chOff x="7864758" y="3210132"/>
            <a:chExt cx="1643081" cy="1712683"/>
          </a:xfrm>
        </p:grpSpPr>
        <p:grpSp>
          <p:nvGrpSpPr>
            <p:cNvPr id="1982" name="그룹 1981">
              <a:extLst>
                <a:ext uri="{FF2B5EF4-FFF2-40B4-BE49-F238E27FC236}">
                  <a16:creationId xmlns:a16="http://schemas.microsoft.com/office/drawing/2014/main" id="{48CD2025-8397-9480-68DE-F427A57A9FD3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1984" name="TextBox 1983">
                <a:extLst>
                  <a:ext uri="{FF2B5EF4-FFF2-40B4-BE49-F238E27FC236}">
                    <a16:creationId xmlns:a16="http://schemas.microsoft.com/office/drawing/2014/main" id="{EEF54A9C-52ED-795C-1450-0322D4EFEFDE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1985" name="그룹 1984">
                <a:extLst>
                  <a:ext uri="{FF2B5EF4-FFF2-40B4-BE49-F238E27FC236}">
                    <a16:creationId xmlns:a16="http://schemas.microsoft.com/office/drawing/2014/main" id="{B9378640-2862-5DBA-0D83-3AC385CE6748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86" name="타원 1985">
                  <a:extLst>
                    <a:ext uri="{FF2B5EF4-FFF2-40B4-BE49-F238E27FC236}">
                      <a16:creationId xmlns:a16="http://schemas.microsoft.com/office/drawing/2014/main" id="{5C1D7BF5-AAF9-8397-6C89-1002EE253F2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87" name="그룹 1986">
                  <a:extLst>
                    <a:ext uri="{FF2B5EF4-FFF2-40B4-BE49-F238E27FC236}">
                      <a16:creationId xmlns:a16="http://schemas.microsoft.com/office/drawing/2014/main" id="{8394E49C-60C7-92A3-7DAB-915E898A1D9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2006" name="TextBox 2005">
                    <a:extLst>
                      <a:ext uri="{FF2B5EF4-FFF2-40B4-BE49-F238E27FC236}">
                        <a16:creationId xmlns:a16="http://schemas.microsoft.com/office/drawing/2014/main" id="{431B497E-F424-A8EC-04EA-E35D4AF8168A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2007" name="타원 2006">
                    <a:extLst>
                      <a:ext uri="{FF2B5EF4-FFF2-40B4-BE49-F238E27FC236}">
                        <a16:creationId xmlns:a16="http://schemas.microsoft.com/office/drawing/2014/main" id="{1817D031-37EF-5F85-B3D3-18A7DEEA16CD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88" name="그룹 1987">
                  <a:extLst>
                    <a:ext uri="{FF2B5EF4-FFF2-40B4-BE49-F238E27FC236}">
                      <a16:creationId xmlns:a16="http://schemas.microsoft.com/office/drawing/2014/main" id="{47A70227-1156-848F-447F-661788C62EEC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2004" name="타원 2003">
                    <a:extLst>
                      <a:ext uri="{FF2B5EF4-FFF2-40B4-BE49-F238E27FC236}">
                        <a16:creationId xmlns:a16="http://schemas.microsoft.com/office/drawing/2014/main" id="{BBE5E4A9-9681-2B77-2596-DDE1BBFD2EB2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5" name="TextBox 2004">
                    <a:extLst>
                      <a:ext uri="{FF2B5EF4-FFF2-40B4-BE49-F238E27FC236}">
                        <a16:creationId xmlns:a16="http://schemas.microsoft.com/office/drawing/2014/main" id="{57F523FC-CE79-7B01-F442-4049622BFC4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89" name="그룹 1988">
                  <a:extLst>
                    <a:ext uri="{FF2B5EF4-FFF2-40B4-BE49-F238E27FC236}">
                      <a16:creationId xmlns:a16="http://schemas.microsoft.com/office/drawing/2014/main" id="{39746BFB-31C9-EEB1-9C4E-AD50B9739869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2002" name="타원 2001">
                    <a:extLst>
                      <a:ext uri="{FF2B5EF4-FFF2-40B4-BE49-F238E27FC236}">
                        <a16:creationId xmlns:a16="http://schemas.microsoft.com/office/drawing/2014/main" id="{DF0DEE4D-FE29-5119-A34D-BE198B2EC9C4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3" name="TextBox 2002">
                    <a:extLst>
                      <a:ext uri="{FF2B5EF4-FFF2-40B4-BE49-F238E27FC236}">
                        <a16:creationId xmlns:a16="http://schemas.microsoft.com/office/drawing/2014/main" id="{213ED0F6-51E6-3ADF-CC92-648233AEA465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0" name="그룹 1989">
                  <a:extLst>
                    <a:ext uri="{FF2B5EF4-FFF2-40B4-BE49-F238E27FC236}">
                      <a16:creationId xmlns:a16="http://schemas.microsoft.com/office/drawing/2014/main" id="{DF9C7EDC-6BB1-6358-9319-7969DA2626F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2000" name="타원 1999">
                    <a:extLst>
                      <a:ext uri="{FF2B5EF4-FFF2-40B4-BE49-F238E27FC236}">
                        <a16:creationId xmlns:a16="http://schemas.microsoft.com/office/drawing/2014/main" id="{CB41A2C6-552E-6B2E-FEA8-415AC2F73324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1" name="TextBox 2000">
                    <a:extLst>
                      <a:ext uri="{FF2B5EF4-FFF2-40B4-BE49-F238E27FC236}">
                        <a16:creationId xmlns:a16="http://schemas.microsoft.com/office/drawing/2014/main" id="{418935FE-5BAB-2B51-1696-8157643F1C7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1" name="그룹 1990">
                  <a:extLst>
                    <a:ext uri="{FF2B5EF4-FFF2-40B4-BE49-F238E27FC236}">
                      <a16:creationId xmlns:a16="http://schemas.microsoft.com/office/drawing/2014/main" id="{655461BB-7FFD-47D8-EB78-F979426BAFD3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98" name="타원 1997">
                    <a:extLst>
                      <a:ext uri="{FF2B5EF4-FFF2-40B4-BE49-F238E27FC236}">
                        <a16:creationId xmlns:a16="http://schemas.microsoft.com/office/drawing/2014/main" id="{109808B3-4BEF-4CC6-48C9-5CF86230362E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9" name="TextBox 1998">
                    <a:extLst>
                      <a:ext uri="{FF2B5EF4-FFF2-40B4-BE49-F238E27FC236}">
                        <a16:creationId xmlns:a16="http://schemas.microsoft.com/office/drawing/2014/main" id="{7F6AB7AE-816C-8B63-0629-265DB310D2AD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92" name="그룹 1991">
                  <a:extLst>
                    <a:ext uri="{FF2B5EF4-FFF2-40B4-BE49-F238E27FC236}">
                      <a16:creationId xmlns:a16="http://schemas.microsoft.com/office/drawing/2014/main" id="{AD6F3198-4B88-6A7F-EF7D-6B4DC0901FE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96" name="타원 1995">
                    <a:extLst>
                      <a:ext uri="{FF2B5EF4-FFF2-40B4-BE49-F238E27FC236}">
                        <a16:creationId xmlns:a16="http://schemas.microsoft.com/office/drawing/2014/main" id="{69CAD57A-1FA9-18F7-E4EB-500CA7EE28C5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7" name="TextBox 1996">
                    <a:extLst>
                      <a:ext uri="{FF2B5EF4-FFF2-40B4-BE49-F238E27FC236}">
                        <a16:creationId xmlns:a16="http://schemas.microsoft.com/office/drawing/2014/main" id="{A0C70897-CEFB-428D-9FA0-C4B2C6714A2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93" name="타원 1992">
                  <a:extLst>
                    <a:ext uri="{FF2B5EF4-FFF2-40B4-BE49-F238E27FC236}">
                      <a16:creationId xmlns:a16="http://schemas.microsoft.com/office/drawing/2014/main" id="{43C4CCFA-A39A-F106-D2C2-485A43E35DBE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94" name="타원 1993">
                  <a:extLst>
                    <a:ext uri="{FF2B5EF4-FFF2-40B4-BE49-F238E27FC236}">
                      <a16:creationId xmlns:a16="http://schemas.microsoft.com/office/drawing/2014/main" id="{D01AA6F1-CA14-1F84-909A-6A0FFED18C0A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5" name="타원 1994">
                  <a:extLst>
                    <a:ext uri="{FF2B5EF4-FFF2-40B4-BE49-F238E27FC236}">
                      <a16:creationId xmlns:a16="http://schemas.microsoft.com/office/drawing/2014/main" id="{CD601EA8-3938-2AE6-2AB6-E2F288C77555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81" name="타원 1980">
              <a:extLst>
                <a:ext uri="{FF2B5EF4-FFF2-40B4-BE49-F238E27FC236}">
                  <a16:creationId xmlns:a16="http://schemas.microsoft.com/office/drawing/2014/main" id="{2413AFCB-433F-310C-837B-23654CD96BB0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08" name="연결선: 구부러짐 225">
            <a:extLst>
              <a:ext uri="{FF2B5EF4-FFF2-40B4-BE49-F238E27FC236}">
                <a16:creationId xmlns:a16="http://schemas.microsoft.com/office/drawing/2014/main" id="{34A9E459-E6AA-DD1F-F340-B85F127B1DDD}"/>
              </a:ext>
            </a:extLst>
          </p:cNvPr>
          <p:cNvCxnSpPr>
            <a:cxnSpLocks/>
            <a:stCxn id="1741" idx="3"/>
            <a:endCxn id="1954" idx="2"/>
          </p:cNvCxnSpPr>
          <p:nvPr/>
        </p:nvCxnSpPr>
        <p:spPr>
          <a:xfrm rot="16200000" flipH="1">
            <a:off x="3998213" y="-217682"/>
            <a:ext cx="249281" cy="5807187"/>
          </a:xfrm>
          <a:prstGeom prst="curvedConnector3">
            <a:avLst>
              <a:gd name="adj1" fmla="val 19170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35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3D20-F45C-1218-9E9A-B353DF2F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TextBox 1725">
            <a:extLst>
              <a:ext uri="{FF2B5EF4-FFF2-40B4-BE49-F238E27FC236}">
                <a16:creationId xmlns:a16="http://schemas.microsoft.com/office/drawing/2014/main" id="{A2900F2A-4313-4A70-5457-36F05E3DF36B}"/>
              </a:ext>
            </a:extLst>
          </p:cNvPr>
          <p:cNvSpPr txBox="1"/>
          <p:nvPr/>
        </p:nvSpPr>
        <p:spPr>
          <a:xfrm>
            <a:off x="9998921" y="119064"/>
            <a:ext cx="1957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BC7F1FEA-226A-EA53-7ABD-B405387177CF}"/>
              </a:ext>
            </a:extLst>
          </p:cNvPr>
          <p:cNvSpPr txBox="1"/>
          <p:nvPr/>
        </p:nvSpPr>
        <p:spPr>
          <a:xfrm>
            <a:off x="-145460" y="208485"/>
            <a:ext cx="1413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br>
              <a:rPr lang="en-US" altLang="ko-KR" sz="1000" b="1" dirty="0">
                <a:solidFill>
                  <a:srgbClr val="FF0000"/>
                </a:solidFill>
              </a:rPr>
            </a:br>
            <a:r>
              <a:rPr lang="en-US" altLang="ko-KR" sz="1000" b="1" dirty="0">
                <a:solidFill>
                  <a:srgbClr val="FF0000"/>
                </a:solidFill>
              </a:rPr>
              <a:t>(127.0.0.1:6003)</a:t>
            </a:r>
          </a:p>
        </p:txBody>
      </p:sp>
      <p:cxnSp>
        <p:nvCxnSpPr>
          <p:cNvPr id="1728" name="연결선: 구부러짐 225">
            <a:extLst>
              <a:ext uri="{FF2B5EF4-FFF2-40B4-BE49-F238E27FC236}">
                <a16:creationId xmlns:a16="http://schemas.microsoft.com/office/drawing/2014/main" id="{996D4A52-639D-A9BA-0FA4-8CB0D2F69E2C}"/>
              </a:ext>
            </a:extLst>
          </p:cNvPr>
          <p:cNvCxnSpPr>
            <a:cxnSpLocks/>
            <a:stCxn id="1727" idx="2"/>
            <a:endCxn id="1759" idx="0"/>
          </p:cNvCxnSpPr>
          <p:nvPr/>
        </p:nvCxnSpPr>
        <p:spPr>
          <a:xfrm rot="16200000" flipH="1">
            <a:off x="711240" y="458649"/>
            <a:ext cx="427295" cy="72718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9" name="TextBox 1728">
            <a:extLst>
              <a:ext uri="{FF2B5EF4-FFF2-40B4-BE49-F238E27FC236}">
                <a16:creationId xmlns:a16="http://schemas.microsoft.com/office/drawing/2014/main" id="{908D3D2B-B51C-0071-30A3-9EBE78BF1BA7}"/>
              </a:ext>
            </a:extLst>
          </p:cNvPr>
          <p:cNvSpPr txBox="1"/>
          <p:nvPr/>
        </p:nvSpPr>
        <p:spPr>
          <a:xfrm>
            <a:off x="1171200" y="196853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876 → 906 (</a:t>
            </a:r>
            <a:r>
              <a:rPr lang="ko-KR" altLang="en-US" dirty="0"/>
              <a:t>성공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730" name="그룹 1729">
            <a:extLst>
              <a:ext uri="{FF2B5EF4-FFF2-40B4-BE49-F238E27FC236}">
                <a16:creationId xmlns:a16="http://schemas.microsoft.com/office/drawing/2014/main" id="{71BB4FF2-58C9-5D8E-50A4-64E531FCFA2F}"/>
              </a:ext>
            </a:extLst>
          </p:cNvPr>
          <p:cNvGrpSpPr/>
          <p:nvPr/>
        </p:nvGrpSpPr>
        <p:grpSpPr>
          <a:xfrm>
            <a:off x="483084" y="1035890"/>
            <a:ext cx="1843591" cy="1774663"/>
            <a:chOff x="483084" y="1035890"/>
            <a:chExt cx="1843591" cy="1774663"/>
          </a:xfrm>
        </p:grpSpPr>
        <p:sp>
          <p:nvSpPr>
            <p:cNvPr id="1731" name="TextBox 1730">
              <a:extLst>
                <a:ext uri="{FF2B5EF4-FFF2-40B4-BE49-F238E27FC236}">
                  <a16:creationId xmlns:a16="http://schemas.microsoft.com/office/drawing/2014/main" id="{2E00196F-37E6-3247-1C06-36BDE903D5B5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1732" name="그룹 1731">
              <a:extLst>
                <a:ext uri="{FF2B5EF4-FFF2-40B4-BE49-F238E27FC236}">
                  <a16:creationId xmlns:a16="http://schemas.microsoft.com/office/drawing/2014/main" id="{26B4FDF7-D5E5-2CB2-C20B-08FE64D48A6F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1735" name="타원 1734">
                <a:extLst>
                  <a:ext uri="{FF2B5EF4-FFF2-40B4-BE49-F238E27FC236}">
                    <a16:creationId xmlns:a16="http://schemas.microsoft.com/office/drawing/2014/main" id="{CD066F76-071E-F265-3DB9-B6E48AFAB14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36" name="그룹 1735">
                <a:extLst>
                  <a:ext uri="{FF2B5EF4-FFF2-40B4-BE49-F238E27FC236}">
                    <a16:creationId xmlns:a16="http://schemas.microsoft.com/office/drawing/2014/main" id="{D5BBBDE9-650F-BCB9-B329-40194B9E22E8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1758" name="TextBox 1757">
                  <a:extLst>
                    <a:ext uri="{FF2B5EF4-FFF2-40B4-BE49-F238E27FC236}">
                      <a16:creationId xmlns:a16="http://schemas.microsoft.com/office/drawing/2014/main" id="{9A0B367C-E917-8A8D-DF2B-26BDE27BEA72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59" name="타원 1758">
                  <a:extLst>
                    <a:ext uri="{FF2B5EF4-FFF2-40B4-BE49-F238E27FC236}">
                      <a16:creationId xmlns:a16="http://schemas.microsoft.com/office/drawing/2014/main" id="{B650AB9E-C140-7807-3903-A7B37AC0D66D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37" name="그룹 1736">
                <a:extLst>
                  <a:ext uri="{FF2B5EF4-FFF2-40B4-BE49-F238E27FC236}">
                    <a16:creationId xmlns:a16="http://schemas.microsoft.com/office/drawing/2014/main" id="{2BE5F191-44CF-B516-9C98-962013D6026F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1756" name="타원 1755">
                  <a:extLst>
                    <a:ext uri="{FF2B5EF4-FFF2-40B4-BE49-F238E27FC236}">
                      <a16:creationId xmlns:a16="http://schemas.microsoft.com/office/drawing/2014/main" id="{E91CFD63-A6D0-D1B8-86D4-E5883C5FDD0F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7" name="TextBox 1756">
                  <a:extLst>
                    <a:ext uri="{FF2B5EF4-FFF2-40B4-BE49-F238E27FC236}">
                      <a16:creationId xmlns:a16="http://schemas.microsoft.com/office/drawing/2014/main" id="{2F6B7F17-0A52-325B-973E-37C41056E1F8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8" name="그룹 1737">
                <a:extLst>
                  <a:ext uri="{FF2B5EF4-FFF2-40B4-BE49-F238E27FC236}">
                    <a16:creationId xmlns:a16="http://schemas.microsoft.com/office/drawing/2014/main" id="{1C6DF354-8449-2A91-21BB-8C32D44E4718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1754" name="타원 1753">
                  <a:extLst>
                    <a:ext uri="{FF2B5EF4-FFF2-40B4-BE49-F238E27FC236}">
                      <a16:creationId xmlns:a16="http://schemas.microsoft.com/office/drawing/2014/main" id="{359C49EB-C6A7-774E-A740-F99FEE506CD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5" name="TextBox 1754">
                  <a:extLst>
                    <a:ext uri="{FF2B5EF4-FFF2-40B4-BE49-F238E27FC236}">
                      <a16:creationId xmlns:a16="http://schemas.microsoft.com/office/drawing/2014/main" id="{E86DC237-480D-6A45-09CB-93B3FF8EC18F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39" name="그룹 1738">
                <a:extLst>
                  <a:ext uri="{FF2B5EF4-FFF2-40B4-BE49-F238E27FC236}">
                    <a16:creationId xmlns:a16="http://schemas.microsoft.com/office/drawing/2014/main" id="{EA8BECA1-A0ED-3B58-CE64-7F2911F8FEE7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1752" name="타원 1751">
                  <a:extLst>
                    <a:ext uri="{FF2B5EF4-FFF2-40B4-BE49-F238E27FC236}">
                      <a16:creationId xmlns:a16="http://schemas.microsoft.com/office/drawing/2014/main" id="{F455052A-048F-331F-F1C2-4E1CCA81A1FE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3" name="TextBox 1752">
                  <a:extLst>
                    <a:ext uri="{FF2B5EF4-FFF2-40B4-BE49-F238E27FC236}">
                      <a16:creationId xmlns:a16="http://schemas.microsoft.com/office/drawing/2014/main" id="{AC4192D7-7C24-6102-AAB3-78EF8DBBE69D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40" name="TextBox 1739">
                <a:extLst>
                  <a:ext uri="{FF2B5EF4-FFF2-40B4-BE49-F238E27FC236}">
                    <a16:creationId xmlns:a16="http://schemas.microsoft.com/office/drawing/2014/main" id="{F161BF41-0E2C-6827-D46A-889674AD1E71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1741" name="타원 1740">
                <a:extLst>
                  <a:ext uri="{FF2B5EF4-FFF2-40B4-BE49-F238E27FC236}">
                    <a16:creationId xmlns:a16="http://schemas.microsoft.com/office/drawing/2014/main" id="{0F53E0D7-FBE3-BCCF-2FAA-43C4EBA39421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742" name="그룹 1741">
                <a:extLst>
                  <a:ext uri="{FF2B5EF4-FFF2-40B4-BE49-F238E27FC236}">
                    <a16:creationId xmlns:a16="http://schemas.microsoft.com/office/drawing/2014/main" id="{8B22A3D0-97FC-7883-6756-B407177FF433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1750" name="타원 1749">
                  <a:extLst>
                    <a:ext uri="{FF2B5EF4-FFF2-40B4-BE49-F238E27FC236}">
                      <a16:creationId xmlns:a16="http://schemas.microsoft.com/office/drawing/2014/main" id="{8090CC1D-CBDD-439D-56B0-7B280968229A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1" name="TextBox 1750">
                  <a:extLst>
                    <a:ext uri="{FF2B5EF4-FFF2-40B4-BE49-F238E27FC236}">
                      <a16:creationId xmlns:a16="http://schemas.microsoft.com/office/drawing/2014/main" id="{527B7779-B58E-349B-E16A-93E8D1261DBF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3" name="그룹 1742">
                <a:extLst>
                  <a:ext uri="{FF2B5EF4-FFF2-40B4-BE49-F238E27FC236}">
                    <a16:creationId xmlns:a16="http://schemas.microsoft.com/office/drawing/2014/main" id="{24FD89D7-16A4-5DEB-00B7-E8982C4761D2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1748" name="타원 1747">
                  <a:extLst>
                    <a:ext uri="{FF2B5EF4-FFF2-40B4-BE49-F238E27FC236}">
                      <a16:creationId xmlns:a16="http://schemas.microsoft.com/office/drawing/2014/main" id="{B07B7D4E-BE9C-BEFB-1F57-142261204999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9" name="TextBox 1748">
                  <a:extLst>
                    <a:ext uri="{FF2B5EF4-FFF2-40B4-BE49-F238E27FC236}">
                      <a16:creationId xmlns:a16="http://schemas.microsoft.com/office/drawing/2014/main" id="{EEF63399-1ECC-908F-BEFD-861773871E46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44" name="그룹 1743">
                <a:extLst>
                  <a:ext uri="{FF2B5EF4-FFF2-40B4-BE49-F238E27FC236}">
                    <a16:creationId xmlns:a16="http://schemas.microsoft.com/office/drawing/2014/main" id="{4FA13DB1-DF64-80A5-BE31-B46AD891844A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1746" name="타원 1745">
                  <a:extLst>
                    <a:ext uri="{FF2B5EF4-FFF2-40B4-BE49-F238E27FC236}">
                      <a16:creationId xmlns:a16="http://schemas.microsoft.com/office/drawing/2014/main" id="{344FA5F6-96EA-07EE-8A87-AD2D75E22D88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7" name="TextBox 1746">
                  <a:extLst>
                    <a:ext uri="{FF2B5EF4-FFF2-40B4-BE49-F238E27FC236}">
                      <a16:creationId xmlns:a16="http://schemas.microsoft.com/office/drawing/2014/main" id="{B9797C38-555C-53F7-D957-D31D61BEA4A4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1745" name="타원 1744">
                <a:extLst>
                  <a:ext uri="{FF2B5EF4-FFF2-40B4-BE49-F238E27FC236}">
                    <a16:creationId xmlns:a16="http://schemas.microsoft.com/office/drawing/2014/main" id="{1CAE06EC-AADB-1115-290C-63148D378404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733" name="연결선: 구부러짐 70">
              <a:extLst>
                <a:ext uri="{FF2B5EF4-FFF2-40B4-BE49-F238E27FC236}">
                  <a16:creationId xmlns:a16="http://schemas.microsoft.com/office/drawing/2014/main" id="{171C7885-937D-CD4D-FCE9-5A5F7A49A981}"/>
                </a:ext>
              </a:extLst>
            </p:cNvPr>
            <p:cNvCxnSpPr>
              <a:cxnSpLocks/>
              <a:stCxn id="1759" idx="5"/>
              <a:endCxn id="1741" idx="0"/>
            </p:cNvCxnSpPr>
            <p:nvPr/>
          </p:nvCxnSpPr>
          <p:spPr>
            <a:xfrm rot="5400000">
              <a:off x="665003" y="1763971"/>
              <a:ext cx="1279558" cy="6922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4" name="타원 1733">
              <a:extLst>
                <a:ext uri="{FF2B5EF4-FFF2-40B4-BE49-F238E27FC236}">
                  <a16:creationId xmlns:a16="http://schemas.microsoft.com/office/drawing/2014/main" id="{EE0A8803-FDD4-44B8-E1EF-66D545CF90F2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760" name="TextBox 1759">
            <a:extLst>
              <a:ext uri="{FF2B5EF4-FFF2-40B4-BE49-F238E27FC236}">
                <a16:creationId xmlns:a16="http://schemas.microsoft.com/office/drawing/2014/main" id="{51515674-8D8C-6684-33EE-964B2BCBD5B6}"/>
              </a:ext>
            </a:extLst>
          </p:cNvPr>
          <p:cNvSpPr txBox="1"/>
          <p:nvPr/>
        </p:nvSpPr>
        <p:spPr>
          <a:xfrm>
            <a:off x="6848399" y="-826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1761" name="타원 1760">
            <a:extLst>
              <a:ext uri="{FF2B5EF4-FFF2-40B4-BE49-F238E27FC236}">
                <a16:creationId xmlns:a16="http://schemas.microsoft.com/office/drawing/2014/main" id="{5EE9F8E1-BB96-7221-F375-D04325C11172}"/>
              </a:ext>
            </a:extLst>
          </p:cNvPr>
          <p:cNvSpPr/>
          <p:nvPr/>
        </p:nvSpPr>
        <p:spPr>
          <a:xfrm>
            <a:off x="5544349" y="38045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762" name="TextBox 1761">
            <a:extLst>
              <a:ext uri="{FF2B5EF4-FFF2-40B4-BE49-F238E27FC236}">
                <a16:creationId xmlns:a16="http://schemas.microsoft.com/office/drawing/2014/main" id="{00D162DF-5ACD-5FB1-AE9E-EF729765A8C4}"/>
              </a:ext>
            </a:extLst>
          </p:cNvPr>
          <p:cNvSpPr txBox="1"/>
          <p:nvPr/>
        </p:nvSpPr>
        <p:spPr>
          <a:xfrm>
            <a:off x="5710960" y="-39039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1763" name="그룹 1762">
            <a:extLst>
              <a:ext uri="{FF2B5EF4-FFF2-40B4-BE49-F238E27FC236}">
                <a16:creationId xmlns:a16="http://schemas.microsoft.com/office/drawing/2014/main" id="{7A65B263-80EE-8CEC-BD4D-58C3C8D596DC}"/>
              </a:ext>
            </a:extLst>
          </p:cNvPr>
          <p:cNvGrpSpPr/>
          <p:nvPr/>
        </p:nvGrpSpPr>
        <p:grpSpPr>
          <a:xfrm>
            <a:off x="8275846" y="3665450"/>
            <a:ext cx="1660788" cy="1859969"/>
            <a:chOff x="840041" y="1033768"/>
            <a:chExt cx="2312914" cy="2590306"/>
          </a:xfrm>
        </p:grpSpPr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A48B00E6-DAEC-0904-384E-B59CB825A371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1765" name="그룹 1764">
              <a:extLst>
                <a:ext uri="{FF2B5EF4-FFF2-40B4-BE49-F238E27FC236}">
                  <a16:creationId xmlns:a16="http://schemas.microsoft.com/office/drawing/2014/main" id="{1D45A84C-C060-8EFC-8EE8-F118A24CFC88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1766" name="타원 1765">
                <a:extLst>
                  <a:ext uri="{FF2B5EF4-FFF2-40B4-BE49-F238E27FC236}">
                    <a16:creationId xmlns:a16="http://schemas.microsoft.com/office/drawing/2014/main" id="{3AFC6000-178D-3B5F-80BB-4D1EF16E1E1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67" name="그룹 1766">
                <a:extLst>
                  <a:ext uri="{FF2B5EF4-FFF2-40B4-BE49-F238E27FC236}">
                    <a16:creationId xmlns:a16="http://schemas.microsoft.com/office/drawing/2014/main" id="{6D0C448F-8EFD-98A6-F7C0-31424EB7912A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1787" name="TextBox 1786">
                  <a:extLst>
                    <a:ext uri="{FF2B5EF4-FFF2-40B4-BE49-F238E27FC236}">
                      <a16:creationId xmlns:a16="http://schemas.microsoft.com/office/drawing/2014/main" id="{B7E65255-D88F-6FC6-2E97-C69393EE6D46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788" name="타원 1787">
                  <a:extLst>
                    <a:ext uri="{FF2B5EF4-FFF2-40B4-BE49-F238E27FC236}">
                      <a16:creationId xmlns:a16="http://schemas.microsoft.com/office/drawing/2014/main" id="{5E7B6C80-5F35-F6AF-8B19-07020587E92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68" name="그룹 1767">
                <a:extLst>
                  <a:ext uri="{FF2B5EF4-FFF2-40B4-BE49-F238E27FC236}">
                    <a16:creationId xmlns:a16="http://schemas.microsoft.com/office/drawing/2014/main" id="{C2CF8851-7553-031B-0DB4-E52D5BA2F4B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1785" name="타원 1784">
                  <a:extLst>
                    <a:ext uri="{FF2B5EF4-FFF2-40B4-BE49-F238E27FC236}">
                      <a16:creationId xmlns:a16="http://schemas.microsoft.com/office/drawing/2014/main" id="{BF3736D5-2D93-AD9B-A3A8-6B47D2A7FC9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6" name="TextBox 1785">
                  <a:extLst>
                    <a:ext uri="{FF2B5EF4-FFF2-40B4-BE49-F238E27FC236}">
                      <a16:creationId xmlns:a16="http://schemas.microsoft.com/office/drawing/2014/main" id="{C46E4E83-E05F-CDCD-82FD-064B4F4E039F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69" name="그룹 1768">
                <a:extLst>
                  <a:ext uri="{FF2B5EF4-FFF2-40B4-BE49-F238E27FC236}">
                    <a16:creationId xmlns:a16="http://schemas.microsoft.com/office/drawing/2014/main" id="{54C8B6F1-05B8-97B4-E044-CA29501A140B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1783" name="타원 1782">
                  <a:extLst>
                    <a:ext uri="{FF2B5EF4-FFF2-40B4-BE49-F238E27FC236}">
                      <a16:creationId xmlns:a16="http://schemas.microsoft.com/office/drawing/2014/main" id="{CBD28060-4374-E8C2-4CDE-30339A6F1C5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4" name="TextBox 1783">
                  <a:extLst>
                    <a:ext uri="{FF2B5EF4-FFF2-40B4-BE49-F238E27FC236}">
                      <a16:creationId xmlns:a16="http://schemas.microsoft.com/office/drawing/2014/main" id="{58C09A3E-CDC7-1835-7BCD-824C1F8F1E85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70" name="그룹 1769">
                <a:extLst>
                  <a:ext uri="{FF2B5EF4-FFF2-40B4-BE49-F238E27FC236}">
                    <a16:creationId xmlns:a16="http://schemas.microsoft.com/office/drawing/2014/main" id="{4086F156-8555-6C69-C848-D9BEBBCF099C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1781" name="타원 1780">
                  <a:extLst>
                    <a:ext uri="{FF2B5EF4-FFF2-40B4-BE49-F238E27FC236}">
                      <a16:creationId xmlns:a16="http://schemas.microsoft.com/office/drawing/2014/main" id="{4BDD71A8-E540-3E18-E7C9-A81148B3ACF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2" name="TextBox 1781">
                  <a:extLst>
                    <a:ext uri="{FF2B5EF4-FFF2-40B4-BE49-F238E27FC236}">
                      <a16:creationId xmlns:a16="http://schemas.microsoft.com/office/drawing/2014/main" id="{BC8DC88B-230E-1F65-00BD-95D067227141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771" name="타원 1770">
                <a:extLst>
                  <a:ext uri="{FF2B5EF4-FFF2-40B4-BE49-F238E27FC236}">
                    <a16:creationId xmlns:a16="http://schemas.microsoft.com/office/drawing/2014/main" id="{C11078C1-FE70-2FD4-8DC1-E1AFDB4CF866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72" name="그룹 1771">
                <a:extLst>
                  <a:ext uri="{FF2B5EF4-FFF2-40B4-BE49-F238E27FC236}">
                    <a16:creationId xmlns:a16="http://schemas.microsoft.com/office/drawing/2014/main" id="{31B26AE0-159E-DF9E-FB91-B5D36B3EF148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1779" name="타원 1778">
                  <a:extLst>
                    <a:ext uri="{FF2B5EF4-FFF2-40B4-BE49-F238E27FC236}">
                      <a16:creationId xmlns:a16="http://schemas.microsoft.com/office/drawing/2014/main" id="{25D8E767-CB4F-76DB-5635-F6E8358B2D9B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0" name="TextBox 1779">
                  <a:extLst>
                    <a:ext uri="{FF2B5EF4-FFF2-40B4-BE49-F238E27FC236}">
                      <a16:creationId xmlns:a16="http://schemas.microsoft.com/office/drawing/2014/main" id="{58DA6AEE-907C-67A2-AB08-5E6FB2A679F3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1773" name="그룹 1772">
                <a:extLst>
                  <a:ext uri="{FF2B5EF4-FFF2-40B4-BE49-F238E27FC236}">
                    <a16:creationId xmlns:a16="http://schemas.microsoft.com/office/drawing/2014/main" id="{5BEEFB0D-D9DB-CB8A-2B39-59913DEFB63C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1777" name="타원 1776">
                  <a:extLst>
                    <a:ext uri="{FF2B5EF4-FFF2-40B4-BE49-F238E27FC236}">
                      <a16:creationId xmlns:a16="http://schemas.microsoft.com/office/drawing/2014/main" id="{9A5C0FAC-B4EE-09A2-59A0-0454683DF04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778" name="TextBox 1777">
                  <a:extLst>
                    <a:ext uri="{FF2B5EF4-FFF2-40B4-BE49-F238E27FC236}">
                      <a16:creationId xmlns:a16="http://schemas.microsoft.com/office/drawing/2014/main" id="{D80CE667-5330-6B16-925C-1A710AA76166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774" name="타원 1773">
                <a:extLst>
                  <a:ext uri="{FF2B5EF4-FFF2-40B4-BE49-F238E27FC236}">
                    <a16:creationId xmlns:a16="http://schemas.microsoft.com/office/drawing/2014/main" id="{14D595B4-F47D-77E8-0AA0-09B5D9F1A47B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5" name="타원 1774">
                <a:extLst>
                  <a:ext uri="{FF2B5EF4-FFF2-40B4-BE49-F238E27FC236}">
                    <a16:creationId xmlns:a16="http://schemas.microsoft.com/office/drawing/2014/main" id="{9506DC48-D72C-1A9B-E86A-FF6BD4ADF408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6" name="타원 1775">
                <a:extLst>
                  <a:ext uri="{FF2B5EF4-FFF2-40B4-BE49-F238E27FC236}">
                    <a16:creationId xmlns:a16="http://schemas.microsoft.com/office/drawing/2014/main" id="{79101DD5-392B-4187-0B46-38CB4A0F3B01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89" name="그룹 1788">
            <a:extLst>
              <a:ext uri="{FF2B5EF4-FFF2-40B4-BE49-F238E27FC236}">
                <a16:creationId xmlns:a16="http://schemas.microsoft.com/office/drawing/2014/main" id="{38F1F56C-CF22-639A-422F-C8A1E99FB8F7}"/>
              </a:ext>
            </a:extLst>
          </p:cNvPr>
          <p:cNvGrpSpPr/>
          <p:nvPr/>
        </p:nvGrpSpPr>
        <p:grpSpPr>
          <a:xfrm>
            <a:off x="2404515" y="1045194"/>
            <a:ext cx="1598360" cy="1772379"/>
            <a:chOff x="857121" y="1033768"/>
            <a:chExt cx="2230646" cy="2473503"/>
          </a:xfrm>
        </p:grpSpPr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A69939F-8DA1-6132-836E-F2A03171982E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1791" name="그룹 1790">
              <a:extLst>
                <a:ext uri="{FF2B5EF4-FFF2-40B4-BE49-F238E27FC236}">
                  <a16:creationId xmlns:a16="http://schemas.microsoft.com/office/drawing/2014/main" id="{E3003D63-BF46-410D-C4E3-8AF382F852E6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1792" name="타원 1791">
                <a:extLst>
                  <a:ext uri="{FF2B5EF4-FFF2-40B4-BE49-F238E27FC236}">
                    <a16:creationId xmlns:a16="http://schemas.microsoft.com/office/drawing/2014/main" id="{0E041E47-F56C-6635-CF93-DD69EC53B8E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93" name="그룹 1792">
                <a:extLst>
                  <a:ext uri="{FF2B5EF4-FFF2-40B4-BE49-F238E27FC236}">
                    <a16:creationId xmlns:a16="http://schemas.microsoft.com/office/drawing/2014/main" id="{6F0FC45D-659B-7FC5-25AB-9A0B26ABE2BF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1817" name="TextBox 1816">
                  <a:extLst>
                    <a:ext uri="{FF2B5EF4-FFF2-40B4-BE49-F238E27FC236}">
                      <a16:creationId xmlns:a16="http://schemas.microsoft.com/office/drawing/2014/main" id="{A21BD746-D923-2959-1A7F-786774208962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18" name="타원 1817">
                  <a:extLst>
                    <a:ext uri="{FF2B5EF4-FFF2-40B4-BE49-F238E27FC236}">
                      <a16:creationId xmlns:a16="http://schemas.microsoft.com/office/drawing/2014/main" id="{0DDF8507-7234-367E-B02A-2D8E85A4967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94" name="그룹 1793">
                <a:extLst>
                  <a:ext uri="{FF2B5EF4-FFF2-40B4-BE49-F238E27FC236}">
                    <a16:creationId xmlns:a16="http://schemas.microsoft.com/office/drawing/2014/main" id="{88D68849-BDEF-17D8-696B-C13749AC0830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1815" name="타원 1814">
                  <a:extLst>
                    <a:ext uri="{FF2B5EF4-FFF2-40B4-BE49-F238E27FC236}">
                      <a16:creationId xmlns:a16="http://schemas.microsoft.com/office/drawing/2014/main" id="{E530775C-381F-C1E8-DEBC-E58C41D03744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6" name="TextBox 1815">
                  <a:extLst>
                    <a:ext uri="{FF2B5EF4-FFF2-40B4-BE49-F238E27FC236}">
                      <a16:creationId xmlns:a16="http://schemas.microsoft.com/office/drawing/2014/main" id="{E76628B8-CE38-0A4A-083E-3CA473F479A1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5" name="그룹 1794">
                <a:extLst>
                  <a:ext uri="{FF2B5EF4-FFF2-40B4-BE49-F238E27FC236}">
                    <a16:creationId xmlns:a16="http://schemas.microsoft.com/office/drawing/2014/main" id="{C8BB3DCC-7236-281D-FAE6-E7085ABF0EF5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1813" name="타원 1812">
                  <a:extLst>
                    <a:ext uri="{FF2B5EF4-FFF2-40B4-BE49-F238E27FC236}">
                      <a16:creationId xmlns:a16="http://schemas.microsoft.com/office/drawing/2014/main" id="{22B785F2-4C0A-FE17-75CE-07DD98A642C9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4" name="TextBox 1813">
                  <a:extLst>
                    <a:ext uri="{FF2B5EF4-FFF2-40B4-BE49-F238E27FC236}">
                      <a16:creationId xmlns:a16="http://schemas.microsoft.com/office/drawing/2014/main" id="{1152D7D8-4FFD-6941-2698-48C193A04302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6" name="그룹 1795">
                <a:extLst>
                  <a:ext uri="{FF2B5EF4-FFF2-40B4-BE49-F238E27FC236}">
                    <a16:creationId xmlns:a16="http://schemas.microsoft.com/office/drawing/2014/main" id="{65BFD768-9B1C-3100-1F06-0DED4E790A51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1811" name="타원 1810">
                  <a:extLst>
                    <a:ext uri="{FF2B5EF4-FFF2-40B4-BE49-F238E27FC236}">
                      <a16:creationId xmlns:a16="http://schemas.microsoft.com/office/drawing/2014/main" id="{AF14C39D-CEA8-DC17-4DB8-C78D948A073F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2" name="TextBox 1811">
                  <a:extLst>
                    <a:ext uri="{FF2B5EF4-FFF2-40B4-BE49-F238E27FC236}">
                      <a16:creationId xmlns:a16="http://schemas.microsoft.com/office/drawing/2014/main" id="{8A1AF717-C1FF-19C1-BE56-9A18AFF048E8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7" name="그룹 1796">
                <a:extLst>
                  <a:ext uri="{FF2B5EF4-FFF2-40B4-BE49-F238E27FC236}">
                    <a16:creationId xmlns:a16="http://schemas.microsoft.com/office/drawing/2014/main" id="{05F04D8C-5371-9DA3-16E3-7722105C85F7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1809" name="타원 1808">
                  <a:extLst>
                    <a:ext uri="{FF2B5EF4-FFF2-40B4-BE49-F238E27FC236}">
                      <a16:creationId xmlns:a16="http://schemas.microsoft.com/office/drawing/2014/main" id="{809D72FD-9459-8988-357F-BE2723EC94D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0" name="TextBox 1809">
                  <a:extLst>
                    <a:ext uri="{FF2B5EF4-FFF2-40B4-BE49-F238E27FC236}">
                      <a16:creationId xmlns:a16="http://schemas.microsoft.com/office/drawing/2014/main" id="{C174D8AF-50A3-CF5F-37DB-7B4E46CA24A9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798" name="그룹 1797">
                <a:extLst>
                  <a:ext uri="{FF2B5EF4-FFF2-40B4-BE49-F238E27FC236}">
                    <a16:creationId xmlns:a16="http://schemas.microsoft.com/office/drawing/2014/main" id="{E2500DD5-C9A6-2011-8947-4F3857EBBCA4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1807" name="타원 1806">
                  <a:extLst>
                    <a:ext uri="{FF2B5EF4-FFF2-40B4-BE49-F238E27FC236}">
                      <a16:creationId xmlns:a16="http://schemas.microsoft.com/office/drawing/2014/main" id="{6B947D31-9EC5-5D02-A97B-158704B93F13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8" name="TextBox 1807">
                  <a:extLst>
                    <a:ext uri="{FF2B5EF4-FFF2-40B4-BE49-F238E27FC236}">
                      <a16:creationId xmlns:a16="http://schemas.microsoft.com/office/drawing/2014/main" id="{91C0680D-76DF-46BD-3186-7BA3FD600DAA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799" name="그룹 1798">
                <a:extLst>
                  <a:ext uri="{FF2B5EF4-FFF2-40B4-BE49-F238E27FC236}">
                    <a16:creationId xmlns:a16="http://schemas.microsoft.com/office/drawing/2014/main" id="{370381B8-2D06-0623-1C86-487974DFB1FA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1805" name="타원 1804">
                  <a:extLst>
                    <a:ext uri="{FF2B5EF4-FFF2-40B4-BE49-F238E27FC236}">
                      <a16:creationId xmlns:a16="http://schemas.microsoft.com/office/drawing/2014/main" id="{6F726592-208D-B4BC-6C6F-18CAEB8BF294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6" name="TextBox 1805">
                  <a:extLst>
                    <a:ext uri="{FF2B5EF4-FFF2-40B4-BE49-F238E27FC236}">
                      <a16:creationId xmlns:a16="http://schemas.microsoft.com/office/drawing/2014/main" id="{FCC116D9-9BD6-1E61-FE5C-015646817539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00" name="그룹 1799">
                <a:extLst>
                  <a:ext uri="{FF2B5EF4-FFF2-40B4-BE49-F238E27FC236}">
                    <a16:creationId xmlns:a16="http://schemas.microsoft.com/office/drawing/2014/main" id="{6862C677-86FB-857B-5AB6-357DFDE920B0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1803" name="타원 1802">
                  <a:extLst>
                    <a:ext uri="{FF2B5EF4-FFF2-40B4-BE49-F238E27FC236}">
                      <a16:creationId xmlns:a16="http://schemas.microsoft.com/office/drawing/2014/main" id="{E6529B14-0A54-EF16-BC57-8E48457B1181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04" name="TextBox 1803">
                  <a:extLst>
                    <a:ext uri="{FF2B5EF4-FFF2-40B4-BE49-F238E27FC236}">
                      <a16:creationId xmlns:a16="http://schemas.microsoft.com/office/drawing/2014/main" id="{6FCB2DE8-388B-135C-F004-9B7950798DA7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01" name="타원 1800">
                <a:extLst>
                  <a:ext uri="{FF2B5EF4-FFF2-40B4-BE49-F238E27FC236}">
                    <a16:creationId xmlns:a16="http://schemas.microsoft.com/office/drawing/2014/main" id="{5DFA936B-6DD3-224B-2F2A-0135162844F0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2" name="타원 1801">
                <a:extLst>
                  <a:ext uri="{FF2B5EF4-FFF2-40B4-BE49-F238E27FC236}">
                    <a16:creationId xmlns:a16="http://schemas.microsoft.com/office/drawing/2014/main" id="{BB750D5D-C8BF-69B6-3A05-B8858E72FFA0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19" name="그룹 1818">
            <a:extLst>
              <a:ext uri="{FF2B5EF4-FFF2-40B4-BE49-F238E27FC236}">
                <a16:creationId xmlns:a16="http://schemas.microsoft.com/office/drawing/2014/main" id="{B043AE35-A8FF-8554-4A20-6E6A2062A987}"/>
              </a:ext>
            </a:extLst>
          </p:cNvPr>
          <p:cNvGrpSpPr/>
          <p:nvPr/>
        </p:nvGrpSpPr>
        <p:grpSpPr>
          <a:xfrm>
            <a:off x="426313" y="3682889"/>
            <a:ext cx="1587294" cy="1764233"/>
            <a:chOff x="836343" y="1033768"/>
            <a:chExt cx="2259797" cy="2511697"/>
          </a:xfrm>
        </p:grpSpPr>
        <p:sp>
          <p:nvSpPr>
            <p:cNvPr id="1820" name="TextBox 1819">
              <a:extLst>
                <a:ext uri="{FF2B5EF4-FFF2-40B4-BE49-F238E27FC236}">
                  <a16:creationId xmlns:a16="http://schemas.microsoft.com/office/drawing/2014/main" id="{A0099CDF-3E95-E0E5-E166-85706F8E745D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821" name="그룹 1820">
              <a:extLst>
                <a:ext uri="{FF2B5EF4-FFF2-40B4-BE49-F238E27FC236}">
                  <a16:creationId xmlns:a16="http://schemas.microsoft.com/office/drawing/2014/main" id="{42EE3193-5162-9AA4-5898-A0B27B39AEA6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822" name="타원 1821">
                <a:extLst>
                  <a:ext uri="{FF2B5EF4-FFF2-40B4-BE49-F238E27FC236}">
                    <a16:creationId xmlns:a16="http://schemas.microsoft.com/office/drawing/2014/main" id="{08D8249A-7174-2A0B-E1B9-3937D0A4798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23" name="그룹 1822">
                <a:extLst>
                  <a:ext uri="{FF2B5EF4-FFF2-40B4-BE49-F238E27FC236}">
                    <a16:creationId xmlns:a16="http://schemas.microsoft.com/office/drawing/2014/main" id="{6DC56836-53AB-C33C-641C-5DA6D4528712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845" name="TextBox 1844">
                  <a:extLst>
                    <a:ext uri="{FF2B5EF4-FFF2-40B4-BE49-F238E27FC236}">
                      <a16:creationId xmlns:a16="http://schemas.microsoft.com/office/drawing/2014/main" id="{A04BCA2A-9A6F-1DB9-2BB6-77F8ED14FFC1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46" name="타원 1845">
                  <a:extLst>
                    <a:ext uri="{FF2B5EF4-FFF2-40B4-BE49-F238E27FC236}">
                      <a16:creationId xmlns:a16="http://schemas.microsoft.com/office/drawing/2014/main" id="{613E1DB5-5DCE-7E4B-3D15-96DBF5A8BE13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24" name="그룹 1823">
                <a:extLst>
                  <a:ext uri="{FF2B5EF4-FFF2-40B4-BE49-F238E27FC236}">
                    <a16:creationId xmlns:a16="http://schemas.microsoft.com/office/drawing/2014/main" id="{84BA84BF-3226-140D-F248-EED7EACF9294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843" name="타원 1842">
                  <a:extLst>
                    <a:ext uri="{FF2B5EF4-FFF2-40B4-BE49-F238E27FC236}">
                      <a16:creationId xmlns:a16="http://schemas.microsoft.com/office/drawing/2014/main" id="{6479EF96-2AED-BEFC-1881-CEF8CE86014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4" name="TextBox 1843">
                  <a:extLst>
                    <a:ext uri="{FF2B5EF4-FFF2-40B4-BE49-F238E27FC236}">
                      <a16:creationId xmlns:a16="http://schemas.microsoft.com/office/drawing/2014/main" id="{D9BEA443-C368-E332-D09D-B32CD26EFAC0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5" name="그룹 1824">
                <a:extLst>
                  <a:ext uri="{FF2B5EF4-FFF2-40B4-BE49-F238E27FC236}">
                    <a16:creationId xmlns:a16="http://schemas.microsoft.com/office/drawing/2014/main" id="{03C48F22-6428-8B0F-3487-0888FA5582C7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841" name="타원 1840">
                  <a:extLst>
                    <a:ext uri="{FF2B5EF4-FFF2-40B4-BE49-F238E27FC236}">
                      <a16:creationId xmlns:a16="http://schemas.microsoft.com/office/drawing/2014/main" id="{30D4FF99-863B-B010-26A8-E8235ECBF577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2" name="TextBox 1841">
                  <a:extLst>
                    <a:ext uri="{FF2B5EF4-FFF2-40B4-BE49-F238E27FC236}">
                      <a16:creationId xmlns:a16="http://schemas.microsoft.com/office/drawing/2014/main" id="{72D0645E-C9E8-D19E-5FAA-5682594F9263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6" name="그룹 1825">
                <a:extLst>
                  <a:ext uri="{FF2B5EF4-FFF2-40B4-BE49-F238E27FC236}">
                    <a16:creationId xmlns:a16="http://schemas.microsoft.com/office/drawing/2014/main" id="{317D8398-9E80-03AC-7BEF-45978BB196F6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839" name="타원 1838">
                  <a:extLst>
                    <a:ext uri="{FF2B5EF4-FFF2-40B4-BE49-F238E27FC236}">
                      <a16:creationId xmlns:a16="http://schemas.microsoft.com/office/drawing/2014/main" id="{D43881BF-0916-0B99-FB1D-CA46CDC262A6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0" name="TextBox 1839">
                  <a:extLst>
                    <a:ext uri="{FF2B5EF4-FFF2-40B4-BE49-F238E27FC236}">
                      <a16:creationId xmlns:a16="http://schemas.microsoft.com/office/drawing/2014/main" id="{7D25611E-4834-049B-7856-3501F20FDC61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7" name="그룹 1826">
                <a:extLst>
                  <a:ext uri="{FF2B5EF4-FFF2-40B4-BE49-F238E27FC236}">
                    <a16:creationId xmlns:a16="http://schemas.microsoft.com/office/drawing/2014/main" id="{A0563761-F351-0C2A-4C48-F8FD1B58F1ED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837" name="타원 1836">
                  <a:extLst>
                    <a:ext uri="{FF2B5EF4-FFF2-40B4-BE49-F238E27FC236}">
                      <a16:creationId xmlns:a16="http://schemas.microsoft.com/office/drawing/2014/main" id="{FE084DA8-3EB5-5A49-5D4F-97BD5DBB7AB5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8" name="TextBox 1837">
                  <a:extLst>
                    <a:ext uri="{FF2B5EF4-FFF2-40B4-BE49-F238E27FC236}">
                      <a16:creationId xmlns:a16="http://schemas.microsoft.com/office/drawing/2014/main" id="{F22C7C0C-CA90-FB21-FA38-159FA3F6486A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28" name="그룹 1827">
                <a:extLst>
                  <a:ext uri="{FF2B5EF4-FFF2-40B4-BE49-F238E27FC236}">
                    <a16:creationId xmlns:a16="http://schemas.microsoft.com/office/drawing/2014/main" id="{81B52035-9998-43D7-55BF-5E14F8A20194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835" name="타원 1834">
                  <a:extLst>
                    <a:ext uri="{FF2B5EF4-FFF2-40B4-BE49-F238E27FC236}">
                      <a16:creationId xmlns:a16="http://schemas.microsoft.com/office/drawing/2014/main" id="{0E29244D-9A66-30BB-453D-20E2D9167F33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6" name="TextBox 1835">
                  <a:extLst>
                    <a:ext uri="{FF2B5EF4-FFF2-40B4-BE49-F238E27FC236}">
                      <a16:creationId xmlns:a16="http://schemas.microsoft.com/office/drawing/2014/main" id="{0E89B80D-7917-30B4-B3EA-AE5BA0FFC009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29" name="그룹 1828">
                <a:extLst>
                  <a:ext uri="{FF2B5EF4-FFF2-40B4-BE49-F238E27FC236}">
                    <a16:creationId xmlns:a16="http://schemas.microsoft.com/office/drawing/2014/main" id="{0409976C-B2CC-3521-8E20-646D903A9166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833" name="타원 1832">
                  <a:extLst>
                    <a:ext uri="{FF2B5EF4-FFF2-40B4-BE49-F238E27FC236}">
                      <a16:creationId xmlns:a16="http://schemas.microsoft.com/office/drawing/2014/main" id="{2E783180-F2B5-0CF2-C3F9-798F469067EE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4" name="TextBox 1833">
                  <a:extLst>
                    <a:ext uri="{FF2B5EF4-FFF2-40B4-BE49-F238E27FC236}">
                      <a16:creationId xmlns:a16="http://schemas.microsoft.com/office/drawing/2014/main" id="{15DC3013-A265-3901-12C6-6C3B4D8BF940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830" name="타원 1829">
                <a:extLst>
                  <a:ext uri="{FF2B5EF4-FFF2-40B4-BE49-F238E27FC236}">
                    <a16:creationId xmlns:a16="http://schemas.microsoft.com/office/drawing/2014/main" id="{43D63592-9F4E-8DEA-C9B0-7D306C63478C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1" name="타원 1830">
                <a:extLst>
                  <a:ext uri="{FF2B5EF4-FFF2-40B4-BE49-F238E27FC236}">
                    <a16:creationId xmlns:a16="http://schemas.microsoft.com/office/drawing/2014/main" id="{6959C30B-3B7F-8D8C-BDB2-7ACEE481E55B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2" name="타원 1831">
                <a:extLst>
                  <a:ext uri="{FF2B5EF4-FFF2-40B4-BE49-F238E27FC236}">
                    <a16:creationId xmlns:a16="http://schemas.microsoft.com/office/drawing/2014/main" id="{57469198-7C17-8EBE-1C76-6F33FC116CE3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47" name="그룹 1846">
            <a:extLst>
              <a:ext uri="{FF2B5EF4-FFF2-40B4-BE49-F238E27FC236}">
                <a16:creationId xmlns:a16="http://schemas.microsoft.com/office/drawing/2014/main" id="{1D352887-0553-6C97-C9FB-532E97E80874}"/>
              </a:ext>
            </a:extLst>
          </p:cNvPr>
          <p:cNvGrpSpPr/>
          <p:nvPr/>
        </p:nvGrpSpPr>
        <p:grpSpPr>
          <a:xfrm>
            <a:off x="2433982" y="3746699"/>
            <a:ext cx="1631005" cy="1727858"/>
            <a:chOff x="71774" y="591927"/>
            <a:chExt cx="1662593" cy="1761321"/>
          </a:xfrm>
        </p:grpSpPr>
        <p:grpSp>
          <p:nvGrpSpPr>
            <p:cNvPr id="1848" name="그룹 1847">
              <a:extLst>
                <a:ext uri="{FF2B5EF4-FFF2-40B4-BE49-F238E27FC236}">
                  <a16:creationId xmlns:a16="http://schemas.microsoft.com/office/drawing/2014/main" id="{5198C616-AE29-11C7-BAA2-18C569E0328A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1850" name="타원 1849">
                <a:extLst>
                  <a:ext uri="{FF2B5EF4-FFF2-40B4-BE49-F238E27FC236}">
                    <a16:creationId xmlns:a16="http://schemas.microsoft.com/office/drawing/2014/main" id="{ABF27D8D-10CF-81BC-242A-16BCB16BF9E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51" name="TextBox 1850">
                <a:extLst>
                  <a:ext uri="{FF2B5EF4-FFF2-40B4-BE49-F238E27FC236}">
                    <a16:creationId xmlns:a16="http://schemas.microsoft.com/office/drawing/2014/main" id="{DBC780BE-DDA4-D641-1EDB-A835249E152D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1852" name="그룹 1851">
                <a:extLst>
                  <a:ext uri="{FF2B5EF4-FFF2-40B4-BE49-F238E27FC236}">
                    <a16:creationId xmlns:a16="http://schemas.microsoft.com/office/drawing/2014/main" id="{FE2D555D-3D67-76C2-7CF6-BD46B8861EBA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1869" name="타원 1868">
                  <a:extLst>
                    <a:ext uri="{FF2B5EF4-FFF2-40B4-BE49-F238E27FC236}">
                      <a16:creationId xmlns:a16="http://schemas.microsoft.com/office/drawing/2014/main" id="{A1C3AFE9-81C2-9220-A44D-E667243C6272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0" name="TextBox 1869">
                  <a:extLst>
                    <a:ext uri="{FF2B5EF4-FFF2-40B4-BE49-F238E27FC236}">
                      <a16:creationId xmlns:a16="http://schemas.microsoft.com/office/drawing/2014/main" id="{68F84A31-BF54-EE6C-AB83-AB06C80AA995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871" name="타원 1870">
                  <a:extLst>
                    <a:ext uri="{FF2B5EF4-FFF2-40B4-BE49-F238E27FC236}">
                      <a16:creationId xmlns:a16="http://schemas.microsoft.com/office/drawing/2014/main" id="{FDF06F93-1AB8-A17A-8AA7-831CE51E5673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53" name="그룹 1852">
                <a:extLst>
                  <a:ext uri="{FF2B5EF4-FFF2-40B4-BE49-F238E27FC236}">
                    <a16:creationId xmlns:a16="http://schemas.microsoft.com/office/drawing/2014/main" id="{EF4EA21E-50BB-342F-D260-3BEFCDA639DC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1867" name="타원 1866">
                  <a:extLst>
                    <a:ext uri="{FF2B5EF4-FFF2-40B4-BE49-F238E27FC236}">
                      <a16:creationId xmlns:a16="http://schemas.microsoft.com/office/drawing/2014/main" id="{DD4D8EF3-6566-6594-A7D8-B5FDDF7504CF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68" name="TextBox 1867">
                  <a:extLst>
                    <a:ext uri="{FF2B5EF4-FFF2-40B4-BE49-F238E27FC236}">
                      <a16:creationId xmlns:a16="http://schemas.microsoft.com/office/drawing/2014/main" id="{9EAF6D43-6A22-BCFB-27F4-D344A0BC15A8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4" name="그룹 1853">
                <a:extLst>
                  <a:ext uri="{FF2B5EF4-FFF2-40B4-BE49-F238E27FC236}">
                    <a16:creationId xmlns:a16="http://schemas.microsoft.com/office/drawing/2014/main" id="{6ECE3736-3067-E55A-CF69-9E1F44C5011F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1865" name="타원 1864">
                  <a:extLst>
                    <a:ext uri="{FF2B5EF4-FFF2-40B4-BE49-F238E27FC236}">
                      <a16:creationId xmlns:a16="http://schemas.microsoft.com/office/drawing/2014/main" id="{4879A4AD-1608-26EE-AD96-B6861F2D986E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6" name="TextBox 1865">
                  <a:extLst>
                    <a:ext uri="{FF2B5EF4-FFF2-40B4-BE49-F238E27FC236}">
                      <a16:creationId xmlns:a16="http://schemas.microsoft.com/office/drawing/2014/main" id="{BCFB47D4-0730-6DDC-4C85-5EB8EAA1684B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5" name="타원 1854">
                <a:extLst>
                  <a:ext uri="{FF2B5EF4-FFF2-40B4-BE49-F238E27FC236}">
                    <a16:creationId xmlns:a16="http://schemas.microsoft.com/office/drawing/2014/main" id="{247503A6-80C1-8447-906A-42A57D269BBF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56" name="그룹 1855">
                <a:extLst>
                  <a:ext uri="{FF2B5EF4-FFF2-40B4-BE49-F238E27FC236}">
                    <a16:creationId xmlns:a16="http://schemas.microsoft.com/office/drawing/2014/main" id="{31A223FD-C5E2-EC0F-3DBB-5A59A2CC05BF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1863" name="타원 1862">
                  <a:extLst>
                    <a:ext uri="{FF2B5EF4-FFF2-40B4-BE49-F238E27FC236}">
                      <a16:creationId xmlns:a16="http://schemas.microsoft.com/office/drawing/2014/main" id="{B6A017EB-D176-BE43-512B-5F5EA3D72B78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4" name="TextBox 1863">
                  <a:extLst>
                    <a:ext uri="{FF2B5EF4-FFF2-40B4-BE49-F238E27FC236}">
                      <a16:creationId xmlns:a16="http://schemas.microsoft.com/office/drawing/2014/main" id="{D7DD2F00-58AD-AB1D-645B-FA858B178AA3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57" name="그룹 1856">
                <a:extLst>
                  <a:ext uri="{FF2B5EF4-FFF2-40B4-BE49-F238E27FC236}">
                    <a16:creationId xmlns:a16="http://schemas.microsoft.com/office/drawing/2014/main" id="{BCEE2E5B-20FF-A599-2B3A-DA9291232064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1861" name="타원 1860">
                  <a:extLst>
                    <a:ext uri="{FF2B5EF4-FFF2-40B4-BE49-F238E27FC236}">
                      <a16:creationId xmlns:a16="http://schemas.microsoft.com/office/drawing/2014/main" id="{2672AD02-A5FC-73FD-6C3B-1EEE838638DF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2" name="TextBox 1861">
                  <a:extLst>
                    <a:ext uri="{FF2B5EF4-FFF2-40B4-BE49-F238E27FC236}">
                      <a16:creationId xmlns:a16="http://schemas.microsoft.com/office/drawing/2014/main" id="{217F22C7-63F3-8165-3505-502FB646232E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58" name="타원 1857">
                <a:extLst>
                  <a:ext uri="{FF2B5EF4-FFF2-40B4-BE49-F238E27FC236}">
                    <a16:creationId xmlns:a16="http://schemas.microsoft.com/office/drawing/2014/main" id="{9886AFCA-26F6-1F66-D789-DD3AABB64234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9" name="타원 1858">
                <a:extLst>
                  <a:ext uri="{FF2B5EF4-FFF2-40B4-BE49-F238E27FC236}">
                    <a16:creationId xmlns:a16="http://schemas.microsoft.com/office/drawing/2014/main" id="{38395BFD-5E2B-3448-7019-D68CDF8CF2AE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0" name="타원 1859">
                <a:extLst>
                  <a:ext uri="{FF2B5EF4-FFF2-40B4-BE49-F238E27FC236}">
                    <a16:creationId xmlns:a16="http://schemas.microsoft.com/office/drawing/2014/main" id="{E3D33E99-4384-97C3-B5EC-AD5158FD4DA2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D2DFC83D-E40C-F9E8-DC87-E45737A13FB1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1872" name="그룹 1871">
            <a:extLst>
              <a:ext uri="{FF2B5EF4-FFF2-40B4-BE49-F238E27FC236}">
                <a16:creationId xmlns:a16="http://schemas.microsoft.com/office/drawing/2014/main" id="{5CC6795D-451C-77AB-B58F-7EC81CBF8158}"/>
              </a:ext>
            </a:extLst>
          </p:cNvPr>
          <p:cNvGrpSpPr/>
          <p:nvPr/>
        </p:nvGrpSpPr>
        <p:grpSpPr>
          <a:xfrm>
            <a:off x="8256514" y="993689"/>
            <a:ext cx="1634192" cy="1823884"/>
            <a:chOff x="2129302" y="890897"/>
            <a:chExt cx="1634192" cy="1823884"/>
          </a:xfrm>
        </p:grpSpPr>
        <p:grpSp>
          <p:nvGrpSpPr>
            <p:cNvPr id="1873" name="그룹 1872">
              <a:extLst>
                <a:ext uri="{FF2B5EF4-FFF2-40B4-BE49-F238E27FC236}">
                  <a16:creationId xmlns:a16="http://schemas.microsoft.com/office/drawing/2014/main" id="{1525177F-8445-7927-3879-3EEB6017B354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1875" name="타원 1874">
                <a:extLst>
                  <a:ext uri="{FF2B5EF4-FFF2-40B4-BE49-F238E27FC236}">
                    <a16:creationId xmlns:a16="http://schemas.microsoft.com/office/drawing/2014/main" id="{5EF622F2-7879-E5C9-64C5-6FFAC121D30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76" name="타원 1875">
                <a:extLst>
                  <a:ext uri="{FF2B5EF4-FFF2-40B4-BE49-F238E27FC236}">
                    <a16:creationId xmlns:a16="http://schemas.microsoft.com/office/drawing/2014/main" id="{3EFCE00A-0F71-B492-28FD-0D83993ECCCD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77" name="그룹 1876">
                <a:extLst>
                  <a:ext uri="{FF2B5EF4-FFF2-40B4-BE49-F238E27FC236}">
                    <a16:creationId xmlns:a16="http://schemas.microsoft.com/office/drawing/2014/main" id="{4343E15E-6715-04E1-4BDE-8B558055245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1894" name="타원 1893">
                  <a:extLst>
                    <a:ext uri="{FF2B5EF4-FFF2-40B4-BE49-F238E27FC236}">
                      <a16:creationId xmlns:a16="http://schemas.microsoft.com/office/drawing/2014/main" id="{26548987-270A-E031-2FD3-EE833636A7C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5" name="TextBox 1894">
                  <a:extLst>
                    <a:ext uri="{FF2B5EF4-FFF2-40B4-BE49-F238E27FC236}">
                      <a16:creationId xmlns:a16="http://schemas.microsoft.com/office/drawing/2014/main" id="{A3992A91-7B26-82AF-20F9-68F04E6ABBCD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8" name="그룹 1877">
                <a:extLst>
                  <a:ext uri="{FF2B5EF4-FFF2-40B4-BE49-F238E27FC236}">
                    <a16:creationId xmlns:a16="http://schemas.microsoft.com/office/drawing/2014/main" id="{1EB680AA-B4DB-40AC-2547-AFF08E3489DC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1892" name="타원 1891">
                  <a:extLst>
                    <a:ext uri="{FF2B5EF4-FFF2-40B4-BE49-F238E27FC236}">
                      <a16:creationId xmlns:a16="http://schemas.microsoft.com/office/drawing/2014/main" id="{803FAA3C-6845-759E-51C1-6D876C9A281A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3" name="TextBox 1892">
                  <a:extLst>
                    <a:ext uri="{FF2B5EF4-FFF2-40B4-BE49-F238E27FC236}">
                      <a16:creationId xmlns:a16="http://schemas.microsoft.com/office/drawing/2014/main" id="{E6788ABB-A69F-61DB-A80A-716D2825F760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79" name="그룹 1878">
                <a:extLst>
                  <a:ext uri="{FF2B5EF4-FFF2-40B4-BE49-F238E27FC236}">
                    <a16:creationId xmlns:a16="http://schemas.microsoft.com/office/drawing/2014/main" id="{08B41FC0-E7FB-47EA-55AF-B54CECBEE892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1890" name="타원 1889">
                  <a:extLst>
                    <a:ext uri="{FF2B5EF4-FFF2-40B4-BE49-F238E27FC236}">
                      <a16:creationId xmlns:a16="http://schemas.microsoft.com/office/drawing/2014/main" id="{9405FEFC-D36F-C11B-2120-85A1F8CCB608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1" name="TextBox 1890">
                  <a:extLst>
                    <a:ext uri="{FF2B5EF4-FFF2-40B4-BE49-F238E27FC236}">
                      <a16:creationId xmlns:a16="http://schemas.microsoft.com/office/drawing/2014/main" id="{CFAE0D4A-6BAC-BBB5-6D92-51E8F17BEBCC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880" name="그룹 1879">
                <a:extLst>
                  <a:ext uri="{FF2B5EF4-FFF2-40B4-BE49-F238E27FC236}">
                    <a16:creationId xmlns:a16="http://schemas.microsoft.com/office/drawing/2014/main" id="{47819F03-C7D4-37C1-76CB-6ADE33880A0B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1888" name="타원 1887">
                  <a:extLst>
                    <a:ext uri="{FF2B5EF4-FFF2-40B4-BE49-F238E27FC236}">
                      <a16:creationId xmlns:a16="http://schemas.microsoft.com/office/drawing/2014/main" id="{C10348D3-7D5A-2667-0E49-378F694791C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9" name="TextBox 1888">
                  <a:extLst>
                    <a:ext uri="{FF2B5EF4-FFF2-40B4-BE49-F238E27FC236}">
                      <a16:creationId xmlns:a16="http://schemas.microsoft.com/office/drawing/2014/main" id="{E83B9EEB-9A57-FB30-BF76-390A7A828ADB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881" name="그룹 1880">
                <a:extLst>
                  <a:ext uri="{FF2B5EF4-FFF2-40B4-BE49-F238E27FC236}">
                    <a16:creationId xmlns:a16="http://schemas.microsoft.com/office/drawing/2014/main" id="{8D9050A2-73A3-CBBA-CE17-0AB8CEE7A5FF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1886" name="타원 1885">
                  <a:extLst>
                    <a:ext uri="{FF2B5EF4-FFF2-40B4-BE49-F238E27FC236}">
                      <a16:creationId xmlns:a16="http://schemas.microsoft.com/office/drawing/2014/main" id="{34FA3ADB-35D6-336C-4B18-EE83C50176FC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87" name="TextBox 1886">
                  <a:extLst>
                    <a:ext uri="{FF2B5EF4-FFF2-40B4-BE49-F238E27FC236}">
                      <a16:creationId xmlns:a16="http://schemas.microsoft.com/office/drawing/2014/main" id="{1A3D71A9-49AE-C64E-1F81-7274C6E1DED2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1882" name="타원 1881">
                <a:extLst>
                  <a:ext uri="{FF2B5EF4-FFF2-40B4-BE49-F238E27FC236}">
                    <a16:creationId xmlns:a16="http://schemas.microsoft.com/office/drawing/2014/main" id="{9338F1DD-B0EE-64CB-944A-0C0DB6991607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3" name="타원 1882">
                <a:extLst>
                  <a:ext uri="{FF2B5EF4-FFF2-40B4-BE49-F238E27FC236}">
                    <a16:creationId xmlns:a16="http://schemas.microsoft.com/office/drawing/2014/main" id="{02789021-C3D2-A269-0F7A-66BB771E83F0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4" name="타원 1883">
                <a:extLst>
                  <a:ext uri="{FF2B5EF4-FFF2-40B4-BE49-F238E27FC236}">
                    <a16:creationId xmlns:a16="http://schemas.microsoft.com/office/drawing/2014/main" id="{843F2398-BF5E-D478-98E2-71803C8BCADC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5" name="타원 1884">
                <a:extLst>
                  <a:ext uri="{FF2B5EF4-FFF2-40B4-BE49-F238E27FC236}">
                    <a16:creationId xmlns:a16="http://schemas.microsoft.com/office/drawing/2014/main" id="{F06317B6-316B-F33F-CA18-C4F8DCE6A558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74" name="TextBox 1873">
              <a:extLst>
                <a:ext uri="{FF2B5EF4-FFF2-40B4-BE49-F238E27FC236}">
                  <a16:creationId xmlns:a16="http://schemas.microsoft.com/office/drawing/2014/main" id="{7A899AE8-F13A-6493-FFE4-83DB1B5ECE5A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1896" name="그룹 1895">
            <a:extLst>
              <a:ext uri="{FF2B5EF4-FFF2-40B4-BE49-F238E27FC236}">
                <a16:creationId xmlns:a16="http://schemas.microsoft.com/office/drawing/2014/main" id="{5D288BDD-F6F3-B2EF-2809-3DDCECACB8AD}"/>
              </a:ext>
            </a:extLst>
          </p:cNvPr>
          <p:cNvGrpSpPr/>
          <p:nvPr/>
        </p:nvGrpSpPr>
        <p:grpSpPr>
          <a:xfrm>
            <a:off x="6481554" y="3731241"/>
            <a:ext cx="1587295" cy="1739333"/>
            <a:chOff x="2185243" y="3210132"/>
            <a:chExt cx="1587295" cy="1739333"/>
          </a:xfrm>
        </p:grpSpPr>
        <p:grpSp>
          <p:nvGrpSpPr>
            <p:cNvPr id="1897" name="그룹 1896">
              <a:extLst>
                <a:ext uri="{FF2B5EF4-FFF2-40B4-BE49-F238E27FC236}">
                  <a16:creationId xmlns:a16="http://schemas.microsoft.com/office/drawing/2014/main" id="{22521893-45CC-9300-6EED-8AE0654DC9DE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1899" name="TextBox 1898">
                <a:extLst>
                  <a:ext uri="{FF2B5EF4-FFF2-40B4-BE49-F238E27FC236}">
                    <a16:creationId xmlns:a16="http://schemas.microsoft.com/office/drawing/2014/main" id="{9DACE41E-0134-4663-7BDB-CFA5220C8325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1900" name="그룹 1899">
                <a:extLst>
                  <a:ext uri="{FF2B5EF4-FFF2-40B4-BE49-F238E27FC236}">
                    <a16:creationId xmlns:a16="http://schemas.microsoft.com/office/drawing/2014/main" id="{1FDFC329-E84D-0448-2141-DBCCFF9923B1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1901" name="타원 1900">
                  <a:extLst>
                    <a:ext uri="{FF2B5EF4-FFF2-40B4-BE49-F238E27FC236}">
                      <a16:creationId xmlns:a16="http://schemas.microsoft.com/office/drawing/2014/main" id="{1E7FD29D-D1E6-CFE5-2AEE-5054F2F8BAF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02" name="그룹 1901">
                  <a:extLst>
                    <a:ext uri="{FF2B5EF4-FFF2-40B4-BE49-F238E27FC236}">
                      <a16:creationId xmlns:a16="http://schemas.microsoft.com/office/drawing/2014/main" id="{A01CB66D-8260-9AE7-9977-408CBF993AED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21" name="TextBox 1920">
                    <a:extLst>
                      <a:ext uri="{FF2B5EF4-FFF2-40B4-BE49-F238E27FC236}">
                        <a16:creationId xmlns:a16="http://schemas.microsoft.com/office/drawing/2014/main" id="{8CA1995F-4B5A-7F22-E681-EA006ED0DE7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22" name="타원 1921">
                    <a:extLst>
                      <a:ext uri="{FF2B5EF4-FFF2-40B4-BE49-F238E27FC236}">
                        <a16:creationId xmlns:a16="http://schemas.microsoft.com/office/drawing/2014/main" id="{A8058210-F8A8-EDD3-85D8-0CFFA541105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03" name="그룹 1902">
                  <a:extLst>
                    <a:ext uri="{FF2B5EF4-FFF2-40B4-BE49-F238E27FC236}">
                      <a16:creationId xmlns:a16="http://schemas.microsoft.com/office/drawing/2014/main" id="{D37BE1B6-9976-BEC6-497A-A8F6FFE7E48F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1919" name="타원 1918">
                    <a:extLst>
                      <a:ext uri="{FF2B5EF4-FFF2-40B4-BE49-F238E27FC236}">
                        <a16:creationId xmlns:a16="http://schemas.microsoft.com/office/drawing/2014/main" id="{19336A52-D35E-E55C-C05B-24F4FBC4CE8E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0" name="TextBox 1919">
                    <a:extLst>
                      <a:ext uri="{FF2B5EF4-FFF2-40B4-BE49-F238E27FC236}">
                        <a16:creationId xmlns:a16="http://schemas.microsoft.com/office/drawing/2014/main" id="{629F9E47-A909-F454-4EF3-BBE0F49DFC6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4" name="그룹 1903">
                  <a:extLst>
                    <a:ext uri="{FF2B5EF4-FFF2-40B4-BE49-F238E27FC236}">
                      <a16:creationId xmlns:a16="http://schemas.microsoft.com/office/drawing/2014/main" id="{75E9EED4-5BE9-ACB9-8081-AB839ABB5B76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1917" name="타원 1916">
                    <a:extLst>
                      <a:ext uri="{FF2B5EF4-FFF2-40B4-BE49-F238E27FC236}">
                        <a16:creationId xmlns:a16="http://schemas.microsoft.com/office/drawing/2014/main" id="{300D6E89-3C16-5775-A2D5-183AFB5D93E8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8" name="TextBox 1917">
                    <a:extLst>
                      <a:ext uri="{FF2B5EF4-FFF2-40B4-BE49-F238E27FC236}">
                        <a16:creationId xmlns:a16="http://schemas.microsoft.com/office/drawing/2014/main" id="{6C98D0F4-044B-4A58-99FF-4DC1835E78F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5" name="그룹 1904">
                  <a:extLst>
                    <a:ext uri="{FF2B5EF4-FFF2-40B4-BE49-F238E27FC236}">
                      <a16:creationId xmlns:a16="http://schemas.microsoft.com/office/drawing/2014/main" id="{178C03ED-27BB-562E-C7EA-3943C2D2AB1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15" name="타원 1914">
                    <a:extLst>
                      <a:ext uri="{FF2B5EF4-FFF2-40B4-BE49-F238E27FC236}">
                        <a16:creationId xmlns:a16="http://schemas.microsoft.com/office/drawing/2014/main" id="{02DF76A7-9ADB-D269-03C1-266372280BB8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916" name="TextBox 1915">
                    <a:extLst>
                      <a:ext uri="{FF2B5EF4-FFF2-40B4-BE49-F238E27FC236}">
                        <a16:creationId xmlns:a16="http://schemas.microsoft.com/office/drawing/2014/main" id="{B801B26E-1826-FFAD-5FCF-EEA3CBC6AE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06" name="그룹 1905">
                  <a:extLst>
                    <a:ext uri="{FF2B5EF4-FFF2-40B4-BE49-F238E27FC236}">
                      <a16:creationId xmlns:a16="http://schemas.microsoft.com/office/drawing/2014/main" id="{24C72218-2E5A-A81C-03F3-CF5351B62416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13" name="타원 1912">
                    <a:extLst>
                      <a:ext uri="{FF2B5EF4-FFF2-40B4-BE49-F238E27FC236}">
                        <a16:creationId xmlns:a16="http://schemas.microsoft.com/office/drawing/2014/main" id="{B46237A9-EAC7-3331-02F6-EC0D557F878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4" name="TextBox 1913">
                    <a:extLst>
                      <a:ext uri="{FF2B5EF4-FFF2-40B4-BE49-F238E27FC236}">
                        <a16:creationId xmlns:a16="http://schemas.microsoft.com/office/drawing/2014/main" id="{AC055BF5-FBD8-D1F1-E6E9-8E89A200E7B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07" name="그룹 1906">
                  <a:extLst>
                    <a:ext uri="{FF2B5EF4-FFF2-40B4-BE49-F238E27FC236}">
                      <a16:creationId xmlns:a16="http://schemas.microsoft.com/office/drawing/2014/main" id="{F086446F-7DF8-A7AE-65CF-812755F1CC0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11" name="타원 1910">
                    <a:extLst>
                      <a:ext uri="{FF2B5EF4-FFF2-40B4-BE49-F238E27FC236}">
                        <a16:creationId xmlns:a16="http://schemas.microsoft.com/office/drawing/2014/main" id="{96468671-123E-EB48-05D3-BF3B611E3FFE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12" name="TextBox 1911">
                    <a:extLst>
                      <a:ext uri="{FF2B5EF4-FFF2-40B4-BE49-F238E27FC236}">
                        <a16:creationId xmlns:a16="http://schemas.microsoft.com/office/drawing/2014/main" id="{7EA18370-053E-AAFD-676B-CFBB11BD0A2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08" name="타원 1907">
                  <a:extLst>
                    <a:ext uri="{FF2B5EF4-FFF2-40B4-BE49-F238E27FC236}">
                      <a16:creationId xmlns:a16="http://schemas.microsoft.com/office/drawing/2014/main" id="{B1858DC4-01D6-C166-0485-536031D47480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9" name="타원 1908">
                  <a:extLst>
                    <a:ext uri="{FF2B5EF4-FFF2-40B4-BE49-F238E27FC236}">
                      <a16:creationId xmlns:a16="http://schemas.microsoft.com/office/drawing/2014/main" id="{63A132FA-D79C-5BB9-A8EF-587FF25F272C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10" name="타원 1909">
                  <a:extLst>
                    <a:ext uri="{FF2B5EF4-FFF2-40B4-BE49-F238E27FC236}">
                      <a16:creationId xmlns:a16="http://schemas.microsoft.com/office/drawing/2014/main" id="{F0B5F282-9C5B-E8CF-794F-A0264D2E0C07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898" name="타원 1897">
              <a:extLst>
                <a:ext uri="{FF2B5EF4-FFF2-40B4-BE49-F238E27FC236}">
                  <a16:creationId xmlns:a16="http://schemas.microsoft.com/office/drawing/2014/main" id="{5EB83E3F-7CB4-FB1E-B69D-D4DA92AB8C66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23" name="그룹 1922">
            <a:extLst>
              <a:ext uri="{FF2B5EF4-FFF2-40B4-BE49-F238E27FC236}">
                <a16:creationId xmlns:a16="http://schemas.microsoft.com/office/drawing/2014/main" id="{973BEA55-508F-C940-9F8A-278E607B8F09}"/>
              </a:ext>
            </a:extLst>
          </p:cNvPr>
          <p:cNvGrpSpPr/>
          <p:nvPr/>
        </p:nvGrpSpPr>
        <p:grpSpPr>
          <a:xfrm>
            <a:off x="4241942" y="1022470"/>
            <a:ext cx="1603941" cy="1811418"/>
            <a:chOff x="4062400" y="3210132"/>
            <a:chExt cx="1603941" cy="1811418"/>
          </a:xfrm>
        </p:grpSpPr>
        <p:grpSp>
          <p:nvGrpSpPr>
            <p:cNvPr id="1924" name="그룹 1923">
              <a:extLst>
                <a:ext uri="{FF2B5EF4-FFF2-40B4-BE49-F238E27FC236}">
                  <a16:creationId xmlns:a16="http://schemas.microsoft.com/office/drawing/2014/main" id="{C6B7A374-09B4-B527-DED4-2F7439181FBF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1926" name="TextBox 1925">
                <a:extLst>
                  <a:ext uri="{FF2B5EF4-FFF2-40B4-BE49-F238E27FC236}">
                    <a16:creationId xmlns:a16="http://schemas.microsoft.com/office/drawing/2014/main" id="{E7ED62C3-9978-2C1C-60E4-80DB304CE64A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1927" name="그룹 1926">
                <a:extLst>
                  <a:ext uri="{FF2B5EF4-FFF2-40B4-BE49-F238E27FC236}">
                    <a16:creationId xmlns:a16="http://schemas.microsoft.com/office/drawing/2014/main" id="{5B616717-6974-E56F-82E6-A97122B04394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28" name="타원 1927">
                  <a:extLst>
                    <a:ext uri="{FF2B5EF4-FFF2-40B4-BE49-F238E27FC236}">
                      <a16:creationId xmlns:a16="http://schemas.microsoft.com/office/drawing/2014/main" id="{9C116453-3565-F5BB-8E1A-E2D5BCBD934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29" name="그룹 1928">
                  <a:extLst>
                    <a:ext uri="{FF2B5EF4-FFF2-40B4-BE49-F238E27FC236}">
                      <a16:creationId xmlns:a16="http://schemas.microsoft.com/office/drawing/2014/main" id="{60D17351-F6C6-F294-9623-BC4292370229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49" name="TextBox 1948">
                    <a:extLst>
                      <a:ext uri="{FF2B5EF4-FFF2-40B4-BE49-F238E27FC236}">
                        <a16:creationId xmlns:a16="http://schemas.microsoft.com/office/drawing/2014/main" id="{7F346979-4F60-8692-ADFD-8BFB5D593FA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50" name="타원 1949">
                    <a:extLst>
                      <a:ext uri="{FF2B5EF4-FFF2-40B4-BE49-F238E27FC236}">
                        <a16:creationId xmlns:a16="http://schemas.microsoft.com/office/drawing/2014/main" id="{C353BDA0-78C2-1C9D-194D-49A27CFE2B9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30" name="그룹 1929">
                  <a:extLst>
                    <a:ext uri="{FF2B5EF4-FFF2-40B4-BE49-F238E27FC236}">
                      <a16:creationId xmlns:a16="http://schemas.microsoft.com/office/drawing/2014/main" id="{A2714798-BE13-8760-C078-EFF901C7B8FB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47" name="타원 1946">
                    <a:extLst>
                      <a:ext uri="{FF2B5EF4-FFF2-40B4-BE49-F238E27FC236}">
                        <a16:creationId xmlns:a16="http://schemas.microsoft.com/office/drawing/2014/main" id="{C3FFE15F-0882-F4F6-840B-63FC75CF2C70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8" name="TextBox 1947">
                    <a:extLst>
                      <a:ext uri="{FF2B5EF4-FFF2-40B4-BE49-F238E27FC236}">
                        <a16:creationId xmlns:a16="http://schemas.microsoft.com/office/drawing/2014/main" id="{F9E915DB-6BEB-0A4C-056E-0ADED5C0FF20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1" name="그룹 1930">
                  <a:extLst>
                    <a:ext uri="{FF2B5EF4-FFF2-40B4-BE49-F238E27FC236}">
                      <a16:creationId xmlns:a16="http://schemas.microsoft.com/office/drawing/2014/main" id="{3C7F9503-408E-ADFD-E947-00FBE29B5C8C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45" name="타원 1944">
                    <a:extLst>
                      <a:ext uri="{FF2B5EF4-FFF2-40B4-BE49-F238E27FC236}">
                        <a16:creationId xmlns:a16="http://schemas.microsoft.com/office/drawing/2014/main" id="{50B4F5A5-E909-89C9-1E04-BD4C3856C8B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6" name="TextBox 1945">
                    <a:extLst>
                      <a:ext uri="{FF2B5EF4-FFF2-40B4-BE49-F238E27FC236}">
                        <a16:creationId xmlns:a16="http://schemas.microsoft.com/office/drawing/2014/main" id="{A682892B-336F-1CEF-D1C0-015131F1FC90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2" name="그룹 1931">
                  <a:extLst>
                    <a:ext uri="{FF2B5EF4-FFF2-40B4-BE49-F238E27FC236}">
                      <a16:creationId xmlns:a16="http://schemas.microsoft.com/office/drawing/2014/main" id="{4938CDBD-5539-4D2B-C211-333C6E9A04D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43" name="타원 1942">
                    <a:extLst>
                      <a:ext uri="{FF2B5EF4-FFF2-40B4-BE49-F238E27FC236}">
                        <a16:creationId xmlns:a16="http://schemas.microsoft.com/office/drawing/2014/main" id="{E44C60D4-B4F8-9A1F-CA94-C6D5CB69ED8F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4" name="TextBox 1943">
                    <a:extLst>
                      <a:ext uri="{FF2B5EF4-FFF2-40B4-BE49-F238E27FC236}">
                        <a16:creationId xmlns:a16="http://schemas.microsoft.com/office/drawing/2014/main" id="{1A43266E-3A85-CB61-61ED-149DB8C1BCB2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33" name="그룹 1932">
                  <a:extLst>
                    <a:ext uri="{FF2B5EF4-FFF2-40B4-BE49-F238E27FC236}">
                      <a16:creationId xmlns:a16="http://schemas.microsoft.com/office/drawing/2014/main" id="{0C8972DB-2A48-4652-5154-EA14370C349F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41" name="타원 1940">
                    <a:extLst>
                      <a:ext uri="{FF2B5EF4-FFF2-40B4-BE49-F238E27FC236}">
                        <a16:creationId xmlns:a16="http://schemas.microsoft.com/office/drawing/2014/main" id="{89F61697-D714-C593-DB8C-B3E72B421B41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2" name="TextBox 1941">
                    <a:extLst>
                      <a:ext uri="{FF2B5EF4-FFF2-40B4-BE49-F238E27FC236}">
                        <a16:creationId xmlns:a16="http://schemas.microsoft.com/office/drawing/2014/main" id="{228FD4F9-E770-93F5-F274-8DB97225DD4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34" name="그룹 1933">
                  <a:extLst>
                    <a:ext uri="{FF2B5EF4-FFF2-40B4-BE49-F238E27FC236}">
                      <a16:creationId xmlns:a16="http://schemas.microsoft.com/office/drawing/2014/main" id="{7537859C-1D47-DB65-50AE-2E06F046B776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39" name="타원 1938">
                    <a:extLst>
                      <a:ext uri="{FF2B5EF4-FFF2-40B4-BE49-F238E27FC236}">
                        <a16:creationId xmlns:a16="http://schemas.microsoft.com/office/drawing/2014/main" id="{C9FA12DA-ADCF-F0E0-FEB6-6A69D412C1A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40" name="TextBox 1939">
                    <a:extLst>
                      <a:ext uri="{FF2B5EF4-FFF2-40B4-BE49-F238E27FC236}">
                        <a16:creationId xmlns:a16="http://schemas.microsoft.com/office/drawing/2014/main" id="{316C5469-6E62-7126-0E84-EF29CA0B767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35" name="타원 1934">
                  <a:extLst>
                    <a:ext uri="{FF2B5EF4-FFF2-40B4-BE49-F238E27FC236}">
                      <a16:creationId xmlns:a16="http://schemas.microsoft.com/office/drawing/2014/main" id="{D8E2C5FA-346F-CF94-B685-BEC7C7DC958A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6" name="타원 1935">
                  <a:extLst>
                    <a:ext uri="{FF2B5EF4-FFF2-40B4-BE49-F238E27FC236}">
                      <a16:creationId xmlns:a16="http://schemas.microsoft.com/office/drawing/2014/main" id="{F6E6576E-3C62-F039-26DB-1A6A8834EF5A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7" name="타원 1936">
                  <a:extLst>
                    <a:ext uri="{FF2B5EF4-FFF2-40B4-BE49-F238E27FC236}">
                      <a16:creationId xmlns:a16="http://schemas.microsoft.com/office/drawing/2014/main" id="{C9BFE5C9-4643-0B6B-A1E5-8BD7FDE785B7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8" name="타원 1937">
                  <a:extLst>
                    <a:ext uri="{FF2B5EF4-FFF2-40B4-BE49-F238E27FC236}">
                      <a16:creationId xmlns:a16="http://schemas.microsoft.com/office/drawing/2014/main" id="{486F6890-F816-A5B7-5767-8FEAC89B3E99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25" name="타원 1924">
              <a:extLst>
                <a:ext uri="{FF2B5EF4-FFF2-40B4-BE49-F238E27FC236}">
                  <a16:creationId xmlns:a16="http://schemas.microsoft.com/office/drawing/2014/main" id="{326953B0-DCBE-D978-C55D-178899ACF15F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51" name="그룹 1950">
            <a:extLst>
              <a:ext uri="{FF2B5EF4-FFF2-40B4-BE49-F238E27FC236}">
                <a16:creationId xmlns:a16="http://schemas.microsoft.com/office/drawing/2014/main" id="{8BB39F92-61D5-18CF-077C-DFEAFEF90825}"/>
              </a:ext>
            </a:extLst>
          </p:cNvPr>
          <p:cNvGrpSpPr/>
          <p:nvPr/>
        </p:nvGrpSpPr>
        <p:grpSpPr>
          <a:xfrm>
            <a:off x="6232800" y="1020239"/>
            <a:ext cx="1587294" cy="1790314"/>
            <a:chOff x="5982700" y="3210132"/>
            <a:chExt cx="1587294" cy="1790314"/>
          </a:xfrm>
        </p:grpSpPr>
        <p:grpSp>
          <p:nvGrpSpPr>
            <p:cNvPr id="1952" name="그룹 1951">
              <a:extLst>
                <a:ext uri="{FF2B5EF4-FFF2-40B4-BE49-F238E27FC236}">
                  <a16:creationId xmlns:a16="http://schemas.microsoft.com/office/drawing/2014/main" id="{3FE8A529-CEF3-4D27-396B-A8928B4DD69F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1954" name="TextBox 1953">
                <a:extLst>
                  <a:ext uri="{FF2B5EF4-FFF2-40B4-BE49-F238E27FC236}">
                    <a16:creationId xmlns:a16="http://schemas.microsoft.com/office/drawing/2014/main" id="{9F7B192F-E68D-2B2F-4A51-627628EC1A0A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1955" name="그룹 1954">
                <a:extLst>
                  <a:ext uri="{FF2B5EF4-FFF2-40B4-BE49-F238E27FC236}">
                    <a16:creationId xmlns:a16="http://schemas.microsoft.com/office/drawing/2014/main" id="{F968B70F-CC45-3870-8475-5415DB761D07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1956" name="타원 1955">
                  <a:extLst>
                    <a:ext uri="{FF2B5EF4-FFF2-40B4-BE49-F238E27FC236}">
                      <a16:creationId xmlns:a16="http://schemas.microsoft.com/office/drawing/2014/main" id="{29A59A38-1EC1-A115-A604-D0E2D6F08A40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57" name="그룹 1956">
                  <a:extLst>
                    <a:ext uri="{FF2B5EF4-FFF2-40B4-BE49-F238E27FC236}">
                      <a16:creationId xmlns:a16="http://schemas.microsoft.com/office/drawing/2014/main" id="{66D5A60E-140F-0677-3076-386065AB5F38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1977" name="TextBox 1976">
                    <a:extLst>
                      <a:ext uri="{FF2B5EF4-FFF2-40B4-BE49-F238E27FC236}">
                        <a16:creationId xmlns:a16="http://schemas.microsoft.com/office/drawing/2014/main" id="{D8B77AC6-31BA-0694-3718-5F012FB98C7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1978" name="타원 1977">
                    <a:extLst>
                      <a:ext uri="{FF2B5EF4-FFF2-40B4-BE49-F238E27FC236}">
                        <a16:creationId xmlns:a16="http://schemas.microsoft.com/office/drawing/2014/main" id="{CC14B5AC-C1C4-19AE-CBA3-C7EEC175AB8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58" name="그룹 1957">
                  <a:extLst>
                    <a:ext uri="{FF2B5EF4-FFF2-40B4-BE49-F238E27FC236}">
                      <a16:creationId xmlns:a16="http://schemas.microsoft.com/office/drawing/2014/main" id="{7DB2BE12-D247-BB48-9004-AB76449685A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1975" name="타원 1974">
                    <a:extLst>
                      <a:ext uri="{FF2B5EF4-FFF2-40B4-BE49-F238E27FC236}">
                        <a16:creationId xmlns:a16="http://schemas.microsoft.com/office/drawing/2014/main" id="{B8182E5F-630E-7C1E-DC0F-4CEDBC313FA5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6" name="TextBox 1975">
                    <a:extLst>
                      <a:ext uri="{FF2B5EF4-FFF2-40B4-BE49-F238E27FC236}">
                        <a16:creationId xmlns:a16="http://schemas.microsoft.com/office/drawing/2014/main" id="{087446D1-D231-B56E-052A-E9035D26621E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59" name="그룹 1958">
                  <a:extLst>
                    <a:ext uri="{FF2B5EF4-FFF2-40B4-BE49-F238E27FC236}">
                      <a16:creationId xmlns:a16="http://schemas.microsoft.com/office/drawing/2014/main" id="{C37581D1-C91C-FD07-B9E9-0175A90F6086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1973" name="타원 1972">
                    <a:extLst>
                      <a:ext uri="{FF2B5EF4-FFF2-40B4-BE49-F238E27FC236}">
                        <a16:creationId xmlns:a16="http://schemas.microsoft.com/office/drawing/2014/main" id="{D481A324-0C5C-074E-2109-4E49EB8DC586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4" name="TextBox 1973">
                    <a:extLst>
                      <a:ext uri="{FF2B5EF4-FFF2-40B4-BE49-F238E27FC236}">
                        <a16:creationId xmlns:a16="http://schemas.microsoft.com/office/drawing/2014/main" id="{E25AF48A-9E4D-18CD-D55D-054EB88F4C25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0" name="그룹 1959">
                  <a:extLst>
                    <a:ext uri="{FF2B5EF4-FFF2-40B4-BE49-F238E27FC236}">
                      <a16:creationId xmlns:a16="http://schemas.microsoft.com/office/drawing/2014/main" id="{D0C50AD6-09FD-46A2-457A-7C04B8B2119C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1971" name="타원 1970">
                    <a:extLst>
                      <a:ext uri="{FF2B5EF4-FFF2-40B4-BE49-F238E27FC236}">
                        <a16:creationId xmlns:a16="http://schemas.microsoft.com/office/drawing/2014/main" id="{3B88ED0F-9076-B42E-7540-178F04B2D829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2" name="TextBox 1971">
                    <a:extLst>
                      <a:ext uri="{FF2B5EF4-FFF2-40B4-BE49-F238E27FC236}">
                        <a16:creationId xmlns:a16="http://schemas.microsoft.com/office/drawing/2014/main" id="{91B53B46-6F6C-D120-8B76-9A47C8A48879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61" name="그룹 1960">
                  <a:extLst>
                    <a:ext uri="{FF2B5EF4-FFF2-40B4-BE49-F238E27FC236}">
                      <a16:creationId xmlns:a16="http://schemas.microsoft.com/office/drawing/2014/main" id="{6069D24E-CB25-D739-E40C-B2005B70869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69" name="타원 1968">
                    <a:extLst>
                      <a:ext uri="{FF2B5EF4-FFF2-40B4-BE49-F238E27FC236}">
                        <a16:creationId xmlns:a16="http://schemas.microsoft.com/office/drawing/2014/main" id="{C0011319-D618-A8EF-653F-894E1BDCC64C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0" name="TextBox 1969">
                    <a:extLst>
                      <a:ext uri="{FF2B5EF4-FFF2-40B4-BE49-F238E27FC236}">
                        <a16:creationId xmlns:a16="http://schemas.microsoft.com/office/drawing/2014/main" id="{C1E73003-93D9-88BA-0581-4F54446C6AD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62" name="그룹 1961">
                  <a:extLst>
                    <a:ext uri="{FF2B5EF4-FFF2-40B4-BE49-F238E27FC236}">
                      <a16:creationId xmlns:a16="http://schemas.microsoft.com/office/drawing/2014/main" id="{E968213C-172F-92E2-EB2F-4647363E3AD0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67" name="타원 1966">
                    <a:extLst>
                      <a:ext uri="{FF2B5EF4-FFF2-40B4-BE49-F238E27FC236}">
                        <a16:creationId xmlns:a16="http://schemas.microsoft.com/office/drawing/2014/main" id="{F2CDCBF1-E8CA-C09A-87A4-1A24518D03DD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68" name="TextBox 1967">
                    <a:extLst>
                      <a:ext uri="{FF2B5EF4-FFF2-40B4-BE49-F238E27FC236}">
                        <a16:creationId xmlns:a16="http://schemas.microsoft.com/office/drawing/2014/main" id="{E059C92F-1BB6-08BF-96C1-67580436F1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63" name="타원 1962">
                  <a:extLst>
                    <a:ext uri="{FF2B5EF4-FFF2-40B4-BE49-F238E27FC236}">
                      <a16:creationId xmlns:a16="http://schemas.microsoft.com/office/drawing/2014/main" id="{25A08BB3-0BAE-D7B9-BA69-50907E9FE8BD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4" name="타원 1963">
                  <a:extLst>
                    <a:ext uri="{FF2B5EF4-FFF2-40B4-BE49-F238E27FC236}">
                      <a16:creationId xmlns:a16="http://schemas.microsoft.com/office/drawing/2014/main" id="{1A3227B1-FFC6-8EED-34DB-7F77E881639C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5" name="타원 1964">
                  <a:extLst>
                    <a:ext uri="{FF2B5EF4-FFF2-40B4-BE49-F238E27FC236}">
                      <a16:creationId xmlns:a16="http://schemas.microsoft.com/office/drawing/2014/main" id="{32EDB240-D782-9824-3B66-89F3EA129D04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6" name="타원 1965">
                  <a:extLst>
                    <a:ext uri="{FF2B5EF4-FFF2-40B4-BE49-F238E27FC236}">
                      <a16:creationId xmlns:a16="http://schemas.microsoft.com/office/drawing/2014/main" id="{12A142C9-1907-9A94-F18C-8D3FFDCC1825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53" name="타원 1952">
              <a:extLst>
                <a:ext uri="{FF2B5EF4-FFF2-40B4-BE49-F238E27FC236}">
                  <a16:creationId xmlns:a16="http://schemas.microsoft.com/office/drawing/2014/main" id="{F9C2AD11-5A95-32FF-1A64-DFF4DDCAEFD0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79" name="그룹 1978">
            <a:extLst>
              <a:ext uri="{FF2B5EF4-FFF2-40B4-BE49-F238E27FC236}">
                <a16:creationId xmlns:a16="http://schemas.microsoft.com/office/drawing/2014/main" id="{B01C20A2-C1C5-A639-10F5-0666ED9904F5}"/>
              </a:ext>
            </a:extLst>
          </p:cNvPr>
          <p:cNvGrpSpPr/>
          <p:nvPr/>
        </p:nvGrpSpPr>
        <p:grpSpPr>
          <a:xfrm>
            <a:off x="4308396" y="3706127"/>
            <a:ext cx="1643081" cy="1712683"/>
            <a:chOff x="7864758" y="3210132"/>
            <a:chExt cx="1643081" cy="1712683"/>
          </a:xfrm>
        </p:grpSpPr>
        <p:grpSp>
          <p:nvGrpSpPr>
            <p:cNvPr id="1982" name="그룹 1981">
              <a:extLst>
                <a:ext uri="{FF2B5EF4-FFF2-40B4-BE49-F238E27FC236}">
                  <a16:creationId xmlns:a16="http://schemas.microsoft.com/office/drawing/2014/main" id="{EE7CC963-68A7-A212-5425-563BB7108414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1984" name="TextBox 1983">
                <a:extLst>
                  <a:ext uri="{FF2B5EF4-FFF2-40B4-BE49-F238E27FC236}">
                    <a16:creationId xmlns:a16="http://schemas.microsoft.com/office/drawing/2014/main" id="{BDAEBA02-CDDB-3980-7146-80759A1D54B5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1985" name="그룹 1984">
                <a:extLst>
                  <a:ext uri="{FF2B5EF4-FFF2-40B4-BE49-F238E27FC236}">
                    <a16:creationId xmlns:a16="http://schemas.microsoft.com/office/drawing/2014/main" id="{49F43218-474C-0EDE-A231-A05249CDCB90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1986" name="타원 1985">
                  <a:extLst>
                    <a:ext uri="{FF2B5EF4-FFF2-40B4-BE49-F238E27FC236}">
                      <a16:creationId xmlns:a16="http://schemas.microsoft.com/office/drawing/2014/main" id="{89573078-6A57-8531-C7B3-9E75810263CB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87" name="그룹 1986">
                  <a:extLst>
                    <a:ext uri="{FF2B5EF4-FFF2-40B4-BE49-F238E27FC236}">
                      <a16:creationId xmlns:a16="http://schemas.microsoft.com/office/drawing/2014/main" id="{A22DE7DB-B433-CE5A-A0D6-35A12DF38E0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2006" name="TextBox 2005">
                    <a:extLst>
                      <a:ext uri="{FF2B5EF4-FFF2-40B4-BE49-F238E27FC236}">
                        <a16:creationId xmlns:a16="http://schemas.microsoft.com/office/drawing/2014/main" id="{AB337C13-2B46-F9B0-99FA-7BDAEA66E08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2007" name="타원 2006">
                    <a:extLst>
                      <a:ext uri="{FF2B5EF4-FFF2-40B4-BE49-F238E27FC236}">
                        <a16:creationId xmlns:a16="http://schemas.microsoft.com/office/drawing/2014/main" id="{F11BD8AC-CBA6-BEAF-1A71-D6E647AAAC38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88" name="그룹 1987">
                  <a:extLst>
                    <a:ext uri="{FF2B5EF4-FFF2-40B4-BE49-F238E27FC236}">
                      <a16:creationId xmlns:a16="http://schemas.microsoft.com/office/drawing/2014/main" id="{FBCD7648-72B3-4D21-D188-A7547DD4D52D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2004" name="타원 2003">
                    <a:extLst>
                      <a:ext uri="{FF2B5EF4-FFF2-40B4-BE49-F238E27FC236}">
                        <a16:creationId xmlns:a16="http://schemas.microsoft.com/office/drawing/2014/main" id="{D663D73A-795E-6A69-5A93-E61BAE573FE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5" name="TextBox 2004">
                    <a:extLst>
                      <a:ext uri="{FF2B5EF4-FFF2-40B4-BE49-F238E27FC236}">
                        <a16:creationId xmlns:a16="http://schemas.microsoft.com/office/drawing/2014/main" id="{60EA5670-6CF1-12CD-96AC-E177F6B5EEAB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89" name="그룹 1988">
                  <a:extLst>
                    <a:ext uri="{FF2B5EF4-FFF2-40B4-BE49-F238E27FC236}">
                      <a16:creationId xmlns:a16="http://schemas.microsoft.com/office/drawing/2014/main" id="{11B541A5-D6AB-7662-4F0E-77A0F8540397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2002" name="타원 2001">
                    <a:extLst>
                      <a:ext uri="{FF2B5EF4-FFF2-40B4-BE49-F238E27FC236}">
                        <a16:creationId xmlns:a16="http://schemas.microsoft.com/office/drawing/2014/main" id="{E0692CDF-4BA4-16D3-3842-2350DF0B17F4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3" name="TextBox 2002">
                    <a:extLst>
                      <a:ext uri="{FF2B5EF4-FFF2-40B4-BE49-F238E27FC236}">
                        <a16:creationId xmlns:a16="http://schemas.microsoft.com/office/drawing/2014/main" id="{13DADEB6-9FA6-6CDE-40E4-238920019C0C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0" name="그룹 1989">
                  <a:extLst>
                    <a:ext uri="{FF2B5EF4-FFF2-40B4-BE49-F238E27FC236}">
                      <a16:creationId xmlns:a16="http://schemas.microsoft.com/office/drawing/2014/main" id="{89D5C389-44E7-E29C-9AA6-ADB3909B4888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2000" name="타원 1999">
                    <a:extLst>
                      <a:ext uri="{FF2B5EF4-FFF2-40B4-BE49-F238E27FC236}">
                        <a16:creationId xmlns:a16="http://schemas.microsoft.com/office/drawing/2014/main" id="{96D9096D-1FD5-03D7-63B1-08BE84663DD0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01" name="TextBox 2000">
                    <a:extLst>
                      <a:ext uri="{FF2B5EF4-FFF2-40B4-BE49-F238E27FC236}">
                        <a16:creationId xmlns:a16="http://schemas.microsoft.com/office/drawing/2014/main" id="{D25D9F19-D2B1-4540-C561-CDF076582FD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1991" name="그룹 1990">
                  <a:extLst>
                    <a:ext uri="{FF2B5EF4-FFF2-40B4-BE49-F238E27FC236}">
                      <a16:creationId xmlns:a16="http://schemas.microsoft.com/office/drawing/2014/main" id="{BF695CBE-D095-2639-DEB4-999CB6C98C4D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1998" name="타원 1997">
                    <a:extLst>
                      <a:ext uri="{FF2B5EF4-FFF2-40B4-BE49-F238E27FC236}">
                        <a16:creationId xmlns:a16="http://schemas.microsoft.com/office/drawing/2014/main" id="{44E191DC-AF02-D5B3-CC94-00CC338C89F7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9" name="TextBox 1998">
                    <a:extLst>
                      <a:ext uri="{FF2B5EF4-FFF2-40B4-BE49-F238E27FC236}">
                        <a16:creationId xmlns:a16="http://schemas.microsoft.com/office/drawing/2014/main" id="{C9AE7D81-687E-3354-85A3-00C03DEF6F8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1992" name="그룹 1991">
                  <a:extLst>
                    <a:ext uri="{FF2B5EF4-FFF2-40B4-BE49-F238E27FC236}">
                      <a16:creationId xmlns:a16="http://schemas.microsoft.com/office/drawing/2014/main" id="{7C37E4F1-8A23-703D-51AF-FAA2E18BD02D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1996" name="타원 1995">
                    <a:extLst>
                      <a:ext uri="{FF2B5EF4-FFF2-40B4-BE49-F238E27FC236}">
                        <a16:creationId xmlns:a16="http://schemas.microsoft.com/office/drawing/2014/main" id="{9452B327-11C7-7756-B656-52A82B28D4B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7" name="TextBox 1996">
                    <a:extLst>
                      <a:ext uri="{FF2B5EF4-FFF2-40B4-BE49-F238E27FC236}">
                        <a16:creationId xmlns:a16="http://schemas.microsoft.com/office/drawing/2014/main" id="{C311898E-5F2E-DE3E-6801-D326E696ACC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1993" name="타원 1992">
                  <a:extLst>
                    <a:ext uri="{FF2B5EF4-FFF2-40B4-BE49-F238E27FC236}">
                      <a16:creationId xmlns:a16="http://schemas.microsoft.com/office/drawing/2014/main" id="{A396B93E-A418-99D9-9DDC-F5FF7A24951B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94" name="타원 1993">
                  <a:extLst>
                    <a:ext uri="{FF2B5EF4-FFF2-40B4-BE49-F238E27FC236}">
                      <a16:creationId xmlns:a16="http://schemas.microsoft.com/office/drawing/2014/main" id="{FBCA9423-48DD-76E4-C530-DE615B9CD82A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5" name="타원 1994">
                  <a:extLst>
                    <a:ext uri="{FF2B5EF4-FFF2-40B4-BE49-F238E27FC236}">
                      <a16:creationId xmlns:a16="http://schemas.microsoft.com/office/drawing/2014/main" id="{5B407BEE-BF0A-D7D5-F322-298CF8186027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981" name="타원 1980">
              <a:extLst>
                <a:ext uri="{FF2B5EF4-FFF2-40B4-BE49-F238E27FC236}">
                  <a16:creationId xmlns:a16="http://schemas.microsoft.com/office/drawing/2014/main" id="{265AD97A-5537-CFB9-FAB3-E78753F96285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08" name="연결선: 구부러짐 225">
            <a:extLst>
              <a:ext uri="{FF2B5EF4-FFF2-40B4-BE49-F238E27FC236}">
                <a16:creationId xmlns:a16="http://schemas.microsoft.com/office/drawing/2014/main" id="{5A1E6C4A-D572-AD64-1FE2-42713C4BFDBB}"/>
              </a:ext>
            </a:extLst>
          </p:cNvPr>
          <p:cNvCxnSpPr>
            <a:cxnSpLocks/>
            <a:stCxn id="1741" idx="3"/>
            <a:endCxn id="1954" idx="2"/>
          </p:cNvCxnSpPr>
          <p:nvPr/>
        </p:nvCxnSpPr>
        <p:spPr>
          <a:xfrm rot="16200000" flipH="1">
            <a:off x="3998213" y="-217682"/>
            <a:ext cx="249281" cy="5807187"/>
          </a:xfrm>
          <a:prstGeom prst="curvedConnector3">
            <a:avLst>
              <a:gd name="adj1" fmla="val 19170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732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1955-F243-DF4D-A681-D0DF85C5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7FF23720-F79A-4EB1-BBD8-29A8904DBAA2}"/>
              </a:ext>
            </a:extLst>
          </p:cNvPr>
          <p:cNvSpPr txBox="1"/>
          <p:nvPr/>
        </p:nvSpPr>
        <p:spPr>
          <a:xfrm>
            <a:off x="10336800" y="511028"/>
            <a:ext cx="17178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046CF84-F7D7-B5C7-42EB-48F38D9CC5DB}"/>
              </a:ext>
            </a:extLst>
          </p:cNvPr>
          <p:cNvSpPr txBox="1"/>
          <p:nvPr/>
        </p:nvSpPr>
        <p:spPr>
          <a:xfrm>
            <a:off x="6848399" y="47781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F516F337-7376-3DA6-DADD-B9FD58AFAF78}"/>
              </a:ext>
            </a:extLst>
          </p:cNvPr>
          <p:cNvSpPr/>
          <p:nvPr/>
        </p:nvSpPr>
        <p:spPr>
          <a:xfrm>
            <a:off x="5544349" y="524119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F21C0F6A-F67B-0BE6-1B21-9BD0A7513EA2}"/>
              </a:ext>
            </a:extLst>
          </p:cNvPr>
          <p:cNvSpPr txBox="1"/>
          <p:nvPr/>
        </p:nvSpPr>
        <p:spPr>
          <a:xfrm>
            <a:off x="5710960" y="447035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698C53B-EB00-5272-D134-B0339EBD05CC}"/>
              </a:ext>
            </a:extLst>
          </p:cNvPr>
          <p:cNvGrpSpPr/>
          <p:nvPr/>
        </p:nvGrpSpPr>
        <p:grpSpPr>
          <a:xfrm>
            <a:off x="8942727" y="4783831"/>
            <a:ext cx="1660788" cy="1859969"/>
            <a:chOff x="840041" y="1033768"/>
            <a:chExt cx="2312914" cy="25903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CBE1BD-9A67-D035-CF8A-D9BC01D813C7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D93DC25B-0A30-4E3E-A0C7-E0CC57D5F217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E538FE57-3877-56AA-A791-7CB2F1CC88D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8B8A0D8E-441E-8629-865F-F723216C1FE3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CF21F72-7BBD-1DF3-F1C5-AD0E87631DC0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F8E6593-6025-38F3-159E-6AB03C949B05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93C9A95-91D5-ADB3-BCFB-E0514CBB787A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3286C5FB-77F4-4580-FC95-D401D700921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56C79AE-483F-0553-AFC8-5D8E764E51E3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ECFD14C7-61E1-A701-4CF2-3A356025CAE6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0E42569D-157E-22F1-A568-24DA73D2E0E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A23C169-06A7-63F0-0B62-DADE7B24B49C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17FFB0A7-418A-9093-A5A7-3905296726AA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16AFEF3D-584C-0FBE-5204-CEC38EF2FE29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43CB123-199E-8740-EE2A-CF596F352F61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6533850-66C2-7FE3-11D3-66F40022D5E3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4ECC2499-FA90-25ED-02E3-33643C2064CA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716EEAB4-FE3F-EE11-C8C4-433E80D4C894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BE09CA5-637D-A02C-CB9B-E25FA42C609C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0ED5F6EA-183C-0D82-FF9F-3D1233D564F9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4373FE80-D2F9-8CBF-C7F6-5ACFE4678E85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8B6E26C-DC6F-6FA1-55AE-7830630D3305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5D08DF93-70D0-DB2F-4825-296678770184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C739F29D-6EA4-88BE-5136-6ADA1218FFE4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C7127DD-B28E-5ED8-E183-25F996F63C79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229A25D-11F2-39E3-ADD9-1065CF0C9788}"/>
              </a:ext>
            </a:extLst>
          </p:cNvPr>
          <p:cNvGrpSpPr/>
          <p:nvPr/>
        </p:nvGrpSpPr>
        <p:grpSpPr>
          <a:xfrm>
            <a:off x="3192203" y="2693385"/>
            <a:ext cx="1598360" cy="1772379"/>
            <a:chOff x="857121" y="1033768"/>
            <a:chExt cx="2230646" cy="247350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9756413-48B6-0F7A-AD05-4FA886EF0ADF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4B3754B0-19BF-71E1-22CC-DFE63200B0FC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4434939D-A64C-9402-FC12-E1950C842810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4E3F19CA-82FF-1046-9716-1CDB1E5D39A5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B9C2B3A-C62D-301E-EA52-794082A14C44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A9915751-FD5F-39A6-FC57-F1601108DA09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6F50623-74BA-2D79-C217-FEFDE1301537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FE187EF-BB9F-A65F-ACC3-F17A78E2EB96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EAFF677-CF84-746E-8BA4-0AA9A7EC2EC7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AC6FD1C6-D74E-05DD-FB1D-17332424ABB4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4C73A634-6A0A-54DC-6688-EC1F14CBF9BA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4259A120-9AA1-4031-6E1F-F01C36D46578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E76D5CD9-FB4F-3429-99D5-B6D0EEBDED28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C90B444A-FD03-30DE-008D-45F873944BC5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D90975F-4E43-BF50-ECE1-AFD89B8BB434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14C8D0A6-3850-FD2D-790C-CD49071A508A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64C64778-4F1B-930A-5C60-50EF5D06C63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EF14CB7-6B17-921D-01B9-4D92C11CB16C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00E39AD6-2FDE-E541-CD3C-63A3C1049AB1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9EBF055C-9FCB-4DE2-4D1F-B14CC5A29BC4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143AD08-F55D-FE7D-07DF-29C9DB4B0A3A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D9359676-BEF9-3EC0-E1ED-E760623B86D9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E69D8E03-0BFA-4528-8230-8B17FA73554F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26614CA-4D7E-EE8A-DE44-EBF73F01169B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3B306761-EB0F-B105-7A6F-27F393AA05E4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2A1FF92E-701D-70E4-1F8C-80F1A62A3E20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978CAB0-D86E-3461-5B96-EF6B5D06E573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DC7ABA21-6862-D649-A0FC-22A70640DA09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79234B65-D919-7786-FD4A-3D65E6506824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D079677-C70F-ECA8-63B3-CCB03671D0D5}"/>
              </a:ext>
            </a:extLst>
          </p:cNvPr>
          <p:cNvGrpSpPr/>
          <p:nvPr/>
        </p:nvGrpSpPr>
        <p:grpSpPr>
          <a:xfrm>
            <a:off x="1093194" y="4801270"/>
            <a:ext cx="1587294" cy="1764233"/>
            <a:chOff x="836343" y="1033768"/>
            <a:chExt cx="2259797" cy="251169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D7FB262-8CDC-BA58-E34B-1BEA570B4F00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1C6A51DC-91FE-50AB-6B73-8CFEF3F856E8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2DF0AB-8730-D8E3-BFC4-4328CEA91B61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3FF7B486-E52A-B74E-BA18-883040A6AA73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D127CA02-65B0-D84D-66B9-ECF66B480E38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0FA9CDD5-5F21-A844-E81C-CF9CBCF95D14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6837BD0C-AD1F-73C0-C068-56054FA2560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B27D8E15-47ED-AB75-FEBC-911FE92678BB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FD3984B-E47E-F750-3B63-F7139977CED5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72E70247-521C-B907-1DF8-E1F098A17F3B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21" name="타원 120">
                  <a:extLst>
                    <a:ext uri="{FF2B5EF4-FFF2-40B4-BE49-F238E27FC236}">
                      <a16:creationId xmlns:a16="http://schemas.microsoft.com/office/drawing/2014/main" id="{80255821-9A63-1B5E-C983-6A5442987A52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866FF11-E39A-7273-4B1A-4029C4B43893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55C8C562-1B4C-1C0A-77AB-831CC0892FB0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F9FE77C5-F072-6DDC-17AC-0AD56912B5B6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6A1BD71F-C4DF-2999-2BEA-17D9981AC273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318728FD-38D4-C6DE-6858-EED39B7E6696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5C748E7F-3211-4CB3-D684-DF954C965CB0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92AB1E9D-0DFE-B1DF-484E-043DC9973D4D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3BAC1C08-6150-BDE6-3F0B-63474E32E76C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CF60B49D-8CBF-0934-EB3C-E5C8802B5D5F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CF07DF9-6794-2A95-E7BF-79DAC2E392B1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3557EEDE-6D9B-DC5D-8B07-1A8D081988E8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8E473E04-C79A-D36E-6418-EB176A1C6703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E76C1C1-E0F2-661F-2BEB-50CB0F38461D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9F4EF24F-6EA6-6223-B85A-18521A715FA5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BA212D8-BE88-6941-22AA-72999E36E098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80C87748-A7D1-3DED-18EA-AFE56A8282A8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49A140C-F24F-01D0-4CB5-AF75496B490A}"/>
              </a:ext>
            </a:extLst>
          </p:cNvPr>
          <p:cNvGrpSpPr/>
          <p:nvPr/>
        </p:nvGrpSpPr>
        <p:grpSpPr>
          <a:xfrm>
            <a:off x="3100863" y="4865080"/>
            <a:ext cx="1631005" cy="1727858"/>
            <a:chOff x="71774" y="591927"/>
            <a:chExt cx="1662593" cy="1761321"/>
          </a:xfrm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4B255624-B1CF-9465-0257-2DFEA2B58A7D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36DB2015-C1C3-4E38-DDED-08928B15B43D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61689680-8497-2957-82EE-B2B293C08555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580" name="그룹 579">
                <a:extLst>
                  <a:ext uri="{FF2B5EF4-FFF2-40B4-BE49-F238E27FC236}">
                    <a16:creationId xmlns:a16="http://schemas.microsoft.com/office/drawing/2014/main" id="{36599E7B-330C-860F-9719-0C7A1FAEC51C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597" name="타원 596">
                  <a:extLst>
                    <a:ext uri="{FF2B5EF4-FFF2-40B4-BE49-F238E27FC236}">
                      <a16:creationId xmlns:a16="http://schemas.microsoft.com/office/drawing/2014/main" id="{6CAACF9F-4984-98FF-877D-C3EF71D3EA37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7E360B40-D214-0D11-6EAB-35275048867C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599" name="타원 598">
                  <a:extLst>
                    <a:ext uri="{FF2B5EF4-FFF2-40B4-BE49-F238E27FC236}">
                      <a16:creationId xmlns:a16="http://schemas.microsoft.com/office/drawing/2014/main" id="{44DCF424-ACF5-C3FE-C44D-0BA9A3C4B8E2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1" name="그룹 580">
                <a:extLst>
                  <a:ext uri="{FF2B5EF4-FFF2-40B4-BE49-F238E27FC236}">
                    <a16:creationId xmlns:a16="http://schemas.microsoft.com/office/drawing/2014/main" id="{DB13C99E-AC6D-338D-C083-4678A7703C41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595" name="타원 594">
                  <a:extLst>
                    <a:ext uri="{FF2B5EF4-FFF2-40B4-BE49-F238E27FC236}">
                      <a16:creationId xmlns:a16="http://schemas.microsoft.com/office/drawing/2014/main" id="{27C1CD22-9308-1D4F-677B-B461C3A241CD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96D3B9C9-89C1-03C5-FF2A-A1255E1BC143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2" name="그룹 581">
                <a:extLst>
                  <a:ext uri="{FF2B5EF4-FFF2-40B4-BE49-F238E27FC236}">
                    <a16:creationId xmlns:a16="http://schemas.microsoft.com/office/drawing/2014/main" id="{E61BBBD4-CAC1-610C-8FA1-D2A922A9F58A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593" name="타원 592">
                  <a:extLst>
                    <a:ext uri="{FF2B5EF4-FFF2-40B4-BE49-F238E27FC236}">
                      <a16:creationId xmlns:a16="http://schemas.microsoft.com/office/drawing/2014/main" id="{EFC38B96-5B70-0D84-84FB-5ED0C42B8DF2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4" name="TextBox 593">
                  <a:extLst>
                    <a:ext uri="{FF2B5EF4-FFF2-40B4-BE49-F238E27FC236}">
                      <a16:creationId xmlns:a16="http://schemas.microsoft.com/office/drawing/2014/main" id="{FD66C56F-6547-E6D8-34AE-ADB56DDE5D60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11046FDF-7465-EB0D-B5A4-2AB470B66148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84" name="그룹 583">
                <a:extLst>
                  <a:ext uri="{FF2B5EF4-FFF2-40B4-BE49-F238E27FC236}">
                    <a16:creationId xmlns:a16="http://schemas.microsoft.com/office/drawing/2014/main" id="{E5900C28-B13C-A926-DEE2-1909076E8F48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591" name="타원 590">
                  <a:extLst>
                    <a:ext uri="{FF2B5EF4-FFF2-40B4-BE49-F238E27FC236}">
                      <a16:creationId xmlns:a16="http://schemas.microsoft.com/office/drawing/2014/main" id="{82400E55-A089-FC35-4566-0124A52C1718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FFE0CC60-B1BA-B959-C0F7-C57858B2832F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66D8BD68-8203-E551-7549-81875D64BD32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589" name="타원 588">
                  <a:extLst>
                    <a:ext uri="{FF2B5EF4-FFF2-40B4-BE49-F238E27FC236}">
                      <a16:creationId xmlns:a16="http://schemas.microsoft.com/office/drawing/2014/main" id="{781D63F5-1AFB-4A4D-97D4-7F3DCD594252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0" name="TextBox 589">
                  <a:extLst>
                    <a:ext uri="{FF2B5EF4-FFF2-40B4-BE49-F238E27FC236}">
                      <a16:creationId xmlns:a16="http://schemas.microsoft.com/office/drawing/2014/main" id="{3238A145-3948-902B-9DD3-033650BF75B6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6" name="타원 585">
                <a:extLst>
                  <a:ext uri="{FF2B5EF4-FFF2-40B4-BE49-F238E27FC236}">
                    <a16:creationId xmlns:a16="http://schemas.microsoft.com/office/drawing/2014/main" id="{EA7AF6CE-CD18-1817-5054-BFA29B73D6D4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569EA614-196E-08FC-FB96-A2D23F5A358F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8" name="타원 587">
                <a:extLst>
                  <a:ext uri="{FF2B5EF4-FFF2-40B4-BE49-F238E27FC236}">
                    <a16:creationId xmlns:a16="http://schemas.microsoft.com/office/drawing/2014/main" id="{13FCF2DB-2A46-038E-C9FA-6BE1E0ACB295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69EB3A6F-C513-F242-2535-02B78341BE4E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25F02144-F748-3975-A6A0-F202CDB015B7}"/>
              </a:ext>
            </a:extLst>
          </p:cNvPr>
          <p:cNvGrpSpPr/>
          <p:nvPr/>
        </p:nvGrpSpPr>
        <p:grpSpPr>
          <a:xfrm>
            <a:off x="9044202" y="2641880"/>
            <a:ext cx="1634192" cy="1823884"/>
            <a:chOff x="2129302" y="890897"/>
            <a:chExt cx="1634192" cy="1823884"/>
          </a:xfrm>
        </p:grpSpPr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74A7633E-9CBB-8B5B-F0BC-C9D88CB678A4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7FB3628F-C46C-A7EB-B363-73C9C41EDE3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타원 603">
                <a:extLst>
                  <a:ext uri="{FF2B5EF4-FFF2-40B4-BE49-F238E27FC236}">
                    <a16:creationId xmlns:a16="http://schemas.microsoft.com/office/drawing/2014/main" id="{435A1DBE-B141-C061-15C8-6D0131CEE195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5" name="그룹 604">
                <a:extLst>
                  <a:ext uri="{FF2B5EF4-FFF2-40B4-BE49-F238E27FC236}">
                    <a16:creationId xmlns:a16="http://schemas.microsoft.com/office/drawing/2014/main" id="{DC0B9BFF-112D-6E39-450A-FAE2930DCD63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369" name="타원 368">
                  <a:extLst>
                    <a:ext uri="{FF2B5EF4-FFF2-40B4-BE49-F238E27FC236}">
                      <a16:creationId xmlns:a16="http://schemas.microsoft.com/office/drawing/2014/main" id="{8CC08C00-0697-E6F6-09D6-CB4A63D746E8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F2295F7B-9CDD-ED53-7857-95E7937D5E1F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6474A6F8-A8C2-5214-AF7B-FED11129E125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367" name="타원 366">
                  <a:extLst>
                    <a:ext uri="{FF2B5EF4-FFF2-40B4-BE49-F238E27FC236}">
                      <a16:creationId xmlns:a16="http://schemas.microsoft.com/office/drawing/2014/main" id="{F8AB87E1-B79B-7935-4CAF-1A2563FD78A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C32C9723-7693-AC63-3C01-BE2D6EF47B15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7" name="그룹 606">
                <a:extLst>
                  <a:ext uri="{FF2B5EF4-FFF2-40B4-BE49-F238E27FC236}">
                    <a16:creationId xmlns:a16="http://schemas.microsoft.com/office/drawing/2014/main" id="{04FCEA26-3AC2-F2BE-10D6-14AB27A0B464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F94AE92E-960F-E309-712D-AA684385A78E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980E3420-B043-CD4C-73D7-DD19D395C3E4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8" name="그룹 607">
                <a:extLst>
                  <a:ext uri="{FF2B5EF4-FFF2-40B4-BE49-F238E27FC236}">
                    <a16:creationId xmlns:a16="http://schemas.microsoft.com/office/drawing/2014/main" id="{A13A6D5D-0781-11A1-A5C3-D47EDC8B03A1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327" name="타원 326">
                  <a:extLst>
                    <a:ext uri="{FF2B5EF4-FFF2-40B4-BE49-F238E27FC236}">
                      <a16:creationId xmlns:a16="http://schemas.microsoft.com/office/drawing/2014/main" id="{A7E50149-8B3B-3079-2631-7BDD6C17604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8005D11B-CF53-2416-EFEE-4DAF3088A7D7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90824074-25E2-4A91-8EB5-DDA7E79FFCF9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325" name="타원 324">
                  <a:extLst>
                    <a:ext uri="{FF2B5EF4-FFF2-40B4-BE49-F238E27FC236}">
                      <a16:creationId xmlns:a16="http://schemas.microsoft.com/office/drawing/2014/main" id="{F3F918C1-B1B4-3B4E-3A69-0FCFAFCD1248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C5AA0E50-67B5-DA8C-1D43-A9EFC264A5F4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2253DB3E-3717-6C6B-2B12-E4B7BF042761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29E45CD2-BBCD-6989-4D22-9825AE116716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A8E08EC3-10B0-94DF-7CAF-51C4F9E47FDD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86EDA1DE-1AFD-1BBD-B885-7403E920ABB1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F59CE70F-0B3F-7A9B-A9E9-1A1777C16ED7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1FE35ACE-10D8-D558-4FC8-94FBE3A10E1D}"/>
              </a:ext>
            </a:extLst>
          </p:cNvPr>
          <p:cNvGrpSpPr/>
          <p:nvPr/>
        </p:nvGrpSpPr>
        <p:grpSpPr>
          <a:xfrm>
            <a:off x="7148435" y="4849622"/>
            <a:ext cx="1587295" cy="1739333"/>
            <a:chOff x="2185243" y="3210132"/>
            <a:chExt cx="1587295" cy="1739333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E8E966B4-410A-1E2C-DF70-55A9C4C4EFFA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575E371D-8A2C-B29A-E498-8D6C21F66C49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47971A47-100C-BD37-8E8A-F7CFA0F12BD9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376" name="타원 375">
                  <a:extLst>
                    <a:ext uri="{FF2B5EF4-FFF2-40B4-BE49-F238E27FC236}">
                      <a16:creationId xmlns:a16="http://schemas.microsoft.com/office/drawing/2014/main" id="{07C75E21-1C02-E12F-92D5-A9AFB06DBE4B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77" name="그룹 376">
                  <a:extLst>
                    <a:ext uri="{FF2B5EF4-FFF2-40B4-BE49-F238E27FC236}">
                      <a16:creationId xmlns:a16="http://schemas.microsoft.com/office/drawing/2014/main" id="{57A8579A-C62C-E56E-D597-C5D6B644CBB4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67" name="TextBox 866">
                    <a:extLst>
                      <a:ext uri="{FF2B5EF4-FFF2-40B4-BE49-F238E27FC236}">
                        <a16:creationId xmlns:a16="http://schemas.microsoft.com/office/drawing/2014/main" id="{8B8CD0FD-033F-A5EB-F52E-2829DEF6734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68" name="타원 867">
                    <a:extLst>
                      <a:ext uri="{FF2B5EF4-FFF2-40B4-BE49-F238E27FC236}">
                        <a16:creationId xmlns:a16="http://schemas.microsoft.com/office/drawing/2014/main" id="{E90ED4BB-D14F-EB07-412B-D89943B669FA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3DD48D36-AE59-5D19-5F46-4935584A4E2F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865" name="타원 864">
                    <a:extLst>
                      <a:ext uri="{FF2B5EF4-FFF2-40B4-BE49-F238E27FC236}">
                        <a16:creationId xmlns:a16="http://schemas.microsoft.com/office/drawing/2014/main" id="{A072BFD6-B6CE-A754-9E81-62BB7EEAA70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6" name="TextBox 865">
                    <a:extLst>
                      <a:ext uri="{FF2B5EF4-FFF2-40B4-BE49-F238E27FC236}">
                        <a16:creationId xmlns:a16="http://schemas.microsoft.com/office/drawing/2014/main" id="{9B2D9D9F-E24D-B31B-2BF5-3B8CE2600FB2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0148CA40-EC4C-C7F8-AF1C-A901D346EA15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863" name="타원 862">
                    <a:extLst>
                      <a:ext uri="{FF2B5EF4-FFF2-40B4-BE49-F238E27FC236}">
                        <a16:creationId xmlns:a16="http://schemas.microsoft.com/office/drawing/2014/main" id="{747AB12F-7449-6536-D173-F64B3EB5A31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4" name="TextBox 863">
                    <a:extLst>
                      <a:ext uri="{FF2B5EF4-FFF2-40B4-BE49-F238E27FC236}">
                        <a16:creationId xmlns:a16="http://schemas.microsoft.com/office/drawing/2014/main" id="{646F0D8C-89C0-9761-A107-FBB723DFDB49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0" name="그룹 379">
                  <a:extLst>
                    <a:ext uri="{FF2B5EF4-FFF2-40B4-BE49-F238E27FC236}">
                      <a16:creationId xmlns:a16="http://schemas.microsoft.com/office/drawing/2014/main" id="{6A7EF343-19EC-EC59-73A6-8BCA25886F73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61" name="타원 860">
                    <a:extLst>
                      <a:ext uri="{FF2B5EF4-FFF2-40B4-BE49-F238E27FC236}">
                        <a16:creationId xmlns:a16="http://schemas.microsoft.com/office/drawing/2014/main" id="{602389D3-A5B2-682B-6C19-4664E70CE219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862" name="TextBox 861">
                    <a:extLst>
                      <a:ext uri="{FF2B5EF4-FFF2-40B4-BE49-F238E27FC236}">
                        <a16:creationId xmlns:a16="http://schemas.microsoft.com/office/drawing/2014/main" id="{8A6B274F-1AD1-DE3A-98D9-A2F7332507B1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1" name="그룹 380">
                  <a:extLst>
                    <a:ext uri="{FF2B5EF4-FFF2-40B4-BE49-F238E27FC236}">
                      <a16:creationId xmlns:a16="http://schemas.microsoft.com/office/drawing/2014/main" id="{45798A38-AC3B-52C3-96AE-9701E0CCA8B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59" name="타원 858">
                    <a:extLst>
                      <a:ext uri="{FF2B5EF4-FFF2-40B4-BE49-F238E27FC236}">
                        <a16:creationId xmlns:a16="http://schemas.microsoft.com/office/drawing/2014/main" id="{5B5286D2-2A64-F484-F244-0F94C6257F38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0" name="TextBox 859">
                    <a:extLst>
                      <a:ext uri="{FF2B5EF4-FFF2-40B4-BE49-F238E27FC236}">
                        <a16:creationId xmlns:a16="http://schemas.microsoft.com/office/drawing/2014/main" id="{A68A7344-2741-436C-C15A-AE39B23ECEE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1BA6D7B9-78B3-9083-E3E8-35FF80830430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57" name="타원 856">
                    <a:extLst>
                      <a:ext uri="{FF2B5EF4-FFF2-40B4-BE49-F238E27FC236}">
                        <a16:creationId xmlns:a16="http://schemas.microsoft.com/office/drawing/2014/main" id="{B4F37A20-F4A6-23DB-6804-8E8C02ACC00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8" name="TextBox 857">
                    <a:extLst>
                      <a:ext uri="{FF2B5EF4-FFF2-40B4-BE49-F238E27FC236}">
                        <a16:creationId xmlns:a16="http://schemas.microsoft.com/office/drawing/2014/main" id="{0A9E15B1-1C1A-490D-73B5-6C37573017D4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383" name="타원 382">
                  <a:extLst>
                    <a:ext uri="{FF2B5EF4-FFF2-40B4-BE49-F238E27FC236}">
                      <a16:creationId xmlns:a16="http://schemas.microsoft.com/office/drawing/2014/main" id="{C35B4037-7B36-2D09-52D3-B1832D2A4A24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5" name="타원 854">
                  <a:extLst>
                    <a:ext uri="{FF2B5EF4-FFF2-40B4-BE49-F238E27FC236}">
                      <a16:creationId xmlns:a16="http://schemas.microsoft.com/office/drawing/2014/main" id="{9C17BC83-442A-8BA9-C919-A8337F296074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36F7A8AF-5B3A-5AF7-A730-834B736F6863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F420EAB2-B5EE-792C-E38A-D06E0D5AAE59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DF37E449-84EC-39F4-3F9D-3A1B05C7621D}"/>
              </a:ext>
            </a:extLst>
          </p:cNvPr>
          <p:cNvGrpSpPr/>
          <p:nvPr/>
        </p:nvGrpSpPr>
        <p:grpSpPr>
          <a:xfrm>
            <a:off x="5029630" y="2670661"/>
            <a:ext cx="1603941" cy="1811418"/>
            <a:chOff x="4062400" y="3210132"/>
            <a:chExt cx="1603941" cy="1811418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BD7ECA7C-B8B7-C607-66E6-5C0EF98ACC38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0BD66432-F625-D4DB-5DCB-B455BDC061FF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873" name="그룹 872">
                <a:extLst>
                  <a:ext uri="{FF2B5EF4-FFF2-40B4-BE49-F238E27FC236}">
                    <a16:creationId xmlns:a16="http://schemas.microsoft.com/office/drawing/2014/main" id="{4FB4E0A5-3DFF-D011-B546-7071C70967E3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874" name="타원 873">
                  <a:extLst>
                    <a:ext uri="{FF2B5EF4-FFF2-40B4-BE49-F238E27FC236}">
                      <a16:creationId xmlns:a16="http://schemas.microsoft.com/office/drawing/2014/main" id="{9844F745-C8F3-FEE4-96BA-02850A6411D8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75" name="그룹 874">
                  <a:extLst>
                    <a:ext uri="{FF2B5EF4-FFF2-40B4-BE49-F238E27FC236}">
                      <a16:creationId xmlns:a16="http://schemas.microsoft.com/office/drawing/2014/main" id="{73D26A50-A22A-7021-366A-727A865F5911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3452AF76-DC86-111E-C812-13C46EB76917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96" name="타원 895">
                    <a:extLst>
                      <a:ext uri="{FF2B5EF4-FFF2-40B4-BE49-F238E27FC236}">
                        <a16:creationId xmlns:a16="http://schemas.microsoft.com/office/drawing/2014/main" id="{C64F0621-457F-46F2-C7FE-E3D69A8A57E0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76" name="그룹 875">
                  <a:extLst>
                    <a:ext uri="{FF2B5EF4-FFF2-40B4-BE49-F238E27FC236}">
                      <a16:creationId xmlns:a16="http://schemas.microsoft.com/office/drawing/2014/main" id="{1FD3BB36-1226-3975-DC2B-3A6DE27D7AE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893" name="타원 892">
                    <a:extLst>
                      <a:ext uri="{FF2B5EF4-FFF2-40B4-BE49-F238E27FC236}">
                        <a16:creationId xmlns:a16="http://schemas.microsoft.com/office/drawing/2014/main" id="{6C86D595-B45D-CA02-2B62-2B5AB2CF9959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4" name="TextBox 893">
                    <a:extLst>
                      <a:ext uri="{FF2B5EF4-FFF2-40B4-BE49-F238E27FC236}">
                        <a16:creationId xmlns:a16="http://schemas.microsoft.com/office/drawing/2014/main" id="{6CF999BE-5214-8369-21F6-B905AC47CBE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7" name="그룹 876">
                  <a:extLst>
                    <a:ext uri="{FF2B5EF4-FFF2-40B4-BE49-F238E27FC236}">
                      <a16:creationId xmlns:a16="http://schemas.microsoft.com/office/drawing/2014/main" id="{7C4147DC-E0A4-2CD5-F24C-EDFB38F7E546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891" name="타원 890">
                    <a:extLst>
                      <a:ext uri="{FF2B5EF4-FFF2-40B4-BE49-F238E27FC236}">
                        <a16:creationId xmlns:a16="http://schemas.microsoft.com/office/drawing/2014/main" id="{114A2307-D282-3F67-B92A-C902716A0551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1712E5EF-57E4-8D76-604D-87A194374A0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8" name="그룹 877">
                  <a:extLst>
                    <a:ext uri="{FF2B5EF4-FFF2-40B4-BE49-F238E27FC236}">
                      <a16:creationId xmlns:a16="http://schemas.microsoft.com/office/drawing/2014/main" id="{B691CBD0-1FB7-419C-D830-73EF9361000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89" name="타원 888">
                    <a:extLst>
                      <a:ext uri="{FF2B5EF4-FFF2-40B4-BE49-F238E27FC236}">
                        <a16:creationId xmlns:a16="http://schemas.microsoft.com/office/drawing/2014/main" id="{A20B2485-E01D-AEE7-3E24-6FE68E28ACA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AFA9B69D-1E43-BE2E-604F-76AF970988B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9" name="그룹 878">
                  <a:extLst>
                    <a:ext uri="{FF2B5EF4-FFF2-40B4-BE49-F238E27FC236}">
                      <a16:creationId xmlns:a16="http://schemas.microsoft.com/office/drawing/2014/main" id="{829100B8-1C49-9B43-7415-6E798E48508B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87" name="타원 886">
                    <a:extLst>
                      <a:ext uri="{FF2B5EF4-FFF2-40B4-BE49-F238E27FC236}">
                        <a16:creationId xmlns:a16="http://schemas.microsoft.com/office/drawing/2014/main" id="{08E3F81B-8885-318C-9DA5-01824A538B33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E331D8EA-D6A0-B249-F9FF-87B4FF2BA14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880" name="그룹 879">
                  <a:extLst>
                    <a:ext uri="{FF2B5EF4-FFF2-40B4-BE49-F238E27FC236}">
                      <a16:creationId xmlns:a16="http://schemas.microsoft.com/office/drawing/2014/main" id="{C98B285C-BB28-96AB-E34C-8D8F896086F5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85" name="타원 884">
                    <a:extLst>
                      <a:ext uri="{FF2B5EF4-FFF2-40B4-BE49-F238E27FC236}">
                        <a16:creationId xmlns:a16="http://schemas.microsoft.com/office/drawing/2014/main" id="{99FC37BC-C6B9-BBB8-1AD1-C6963716182E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6" name="TextBox 885">
                    <a:extLst>
                      <a:ext uri="{FF2B5EF4-FFF2-40B4-BE49-F238E27FC236}">
                        <a16:creationId xmlns:a16="http://schemas.microsoft.com/office/drawing/2014/main" id="{FED0457E-1CA6-824C-C5E1-8BB8F858F294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881" name="타원 880">
                  <a:extLst>
                    <a:ext uri="{FF2B5EF4-FFF2-40B4-BE49-F238E27FC236}">
                      <a16:creationId xmlns:a16="http://schemas.microsoft.com/office/drawing/2014/main" id="{BC4DE373-E631-E120-3DB9-BD3F80D13D31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2" name="타원 881">
                  <a:extLst>
                    <a:ext uri="{FF2B5EF4-FFF2-40B4-BE49-F238E27FC236}">
                      <a16:creationId xmlns:a16="http://schemas.microsoft.com/office/drawing/2014/main" id="{E0589E10-3B44-6F9E-13B0-062D2F7779A5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3" name="타원 882">
                  <a:extLst>
                    <a:ext uri="{FF2B5EF4-FFF2-40B4-BE49-F238E27FC236}">
                      <a16:creationId xmlns:a16="http://schemas.microsoft.com/office/drawing/2014/main" id="{824E14B3-4F93-5809-6C10-D6A0350C0341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4" name="타원 883">
                  <a:extLst>
                    <a:ext uri="{FF2B5EF4-FFF2-40B4-BE49-F238E27FC236}">
                      <a16:creationId xmlns:a16="http://schemas.microsoft.com/office/drawing/2014/main" id="{A92040A0-0650-AA62-52DA-EBD450895878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71" name="타원 870">
              <a:extLst>
                <a:ext uri="{FF2B5EF4-FFF2-40B4-BE49-F238E27FC236}">
                  <a16:creationId xmlns:a16="http://schemas.microsoft.com/office/drawing/2014/main" id="{68CB8835-1723-A6F6-A93D-9E7214C5587A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7" name="그룹 896">
            <a:extLst>
              <a:ext uri="{FF2B5EF4-FFF2-40B4-BE49-F238E27FC236}">
                <a16:creationId xmlns:a16="http://schemas.microsoft.com/office/drawing/2014/main" id="{1DDBCDC4-8222-D1FC-12BF-0B1BD9DF83F3}"/>
              </a:ext>
            </a:extLst>
          </p:cNvPr>
          <p:cNvGrpSpPr/>
          <p:nvPr/>
        </p:nvGrpSpPr>
        <p:grpSpPr>
          <a:xfrm>
            <a:off x="7020488" y="2668430"/>
            <a:ext cx="1587294" cy="1790314"/>
            <a:chOff x="5982700" y="3210132"/>
            <a:chExt cx="1587294" cy="1790314"/>
          </a:xfrm>
        </p:grpSpPr>
        <p:grpSp>
          <p:nvGrpSpPr>
            <p:cNvPr id="898" name="그룹 897">
              <a:extLst>
                <a:ext uri="{FF2B5EF4-FFF2-40B4-BE49-F238E27FC236}">
                  <a16:creationId xmlns:a16="http://schemas.microsoft.com/office/drawing/2014/main" id="{9F0E9CCE-40EE-772F-F695-4BEF04F80060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900" name="TextBox 899">
                <a:extLst>
                  <a:ext uri="{FF2B5EF4-FFF2-40B4-BE49-F238E27FC236}">
                    <a16:creationId xmlns:a16="http://schemas.microsoft.com/office/drawing/2014/main" id="{90B29B0F-1ECF-0A20-2CF2-876D29E416A3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901" name="그룹 900">
                <a:extLst>
                  <a:ext uri="{FF2B5EF4-FFF2-40B4-BE49-F238E27FC236}">
                    <a16:creationId xmlns:a16="http://schemas.microsoft.com/office/drawing/2014/main" id="{584F618F-C159-802F-9985-D3EA2C4AE7BF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902" name="타원 901">
                  <a:extLst>
                    <a:ext uri="{FF2B5EF4-FFF2-40B4-BE49-F238E27FC236}">
                      <a16:creationId xmlns:a16="http://schemas.microsoft.com/office/drawing/2014/main" id="{DA84802A-90C4-517B-158E-2617D73434B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03" name="그룹 902">
                  <a:extLst>
                    <a:ext uri="{FF2B5EF4-FFF2-40B4-BE49-F238E27FC236}">
                      <a16:creationId xmlns:a16="http://schemas.microsoft.com/office/drawing/2014/main" id="{66FD49D9-388A-8D4F-1F4D-48CDADF5F929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23" name="TextBox 922">
                    <a:extLst>
                      <a:ext uri="{FF2B5EF4-FFF2-40B4-BE49-F238E27FC236}">
                        <a16:creationId xmlns:a16="http://schemas.microsoft.com/office/drawing/2014/main" id="{B486E1A0-9F55-16C4-0919-325CF821D71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24" name="타원 923">
                    <a:extLst>
                      <a:ext uri="{FF2B5EF4-FFF2-40B4-BE49-F238E27FC236}">
                        <a16:creationId xmlns:a16="http://schemas.microsoft.com/office/drawing/2014/main" id="{7D6BA08D-4E41-1E6E-F458-8AA54797DD85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B8CEDAEF-81FC-1E62-2B7D-D9F5C751819D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921" name="타원 920">
                    <a:extLst>
                      <a:ext uri="{FF2B5EF4-FFF2-40B4-BE49-F238E27FC236}">
                        <a16:creationId xmlns:a16="http://schemas.microsoft.com/office/drawing/2014/main" id="{7E8E8962-2E3E-109B-E19F-65B717753EE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2" name="TextBox 921">
                    <a:extLst>
                      <a:ext uri="{FF2B5EF4-FFF2-40B4-BE49-F238E27FC236}">
                        <a16:creationId xmlns:a16="http://schemas.microsoft.com/office/drawing/2014/main" id="{1335AD69-33CB-376E-1E92-064E947A004D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5" name="그룹 904">
                  <a:extLst>
                    <a:ext uri="{FF2B5EF4-FFF2-40B4-BE49-F238E27FC236}">
                      <a16:creationId xmlns:a16="http://schemas.microsoft.com/office/drawing/2014/main" id="{8BD5F44E-4534-2C8F-9D5B-EC08765E06B4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19" name="타원 918">
                    <a:extLst>
                      <a:ext uri="{FF2B5EF4-FFF2-40B4-BE49-F238E27FC236}">
                        <a16:creationId xmlns:a16="http://schemas.microsoft.com/office/drawing/2014/main" id="{E9B1A2D4-34C7-886E-B9F3-CAD328211D54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0" name="TextBox 919">
                    <a:extLst>
                      <a:ext uri="{FF2B5EF4-FFF2-40B4-BE49-F238E27FC236}">
                        <a16:creationId xmlns:a16="http://schemas.microsoft.com/office/drawing/2014/main" id="{E0887B7F-5DB3-F03C-A8F0-CEC77894CC4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0726D7E5-EB2E-3051-F893-83333DA93835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17" name="타원 916">
                    <a:extLst>
                      <a:ext uri="{FF2B5EF4-FFF2-40B4-BE49-F238E27FC236}">
                        <a16:creationId xmlns:a16="http://schemas.microsoft.com/office/drawing/2014/main" id="{67221D06-74A5-3F03-F318-237D768FF0B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8" name="TextBox 917">
                    <a:extLst>
                      <a:ext uri="{FF2B5EF4-FFF2-40B4-BE49-F238E27FC236}">
                        <a16:creationId xmlns:a16="http://schemas.microsoft.com/office/drawing/2014/main" id="{A5259F89-1B16-5E28-3E8E-D7A237855D4F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7" name="그룹 906">
                  <a:extLst>
                    <a:ext uri="{FF2B5EF4-FFF2-40B4-BE49-F238E27FC236}">
                      <a16:creationId xmlns:a16="http://schemas.microsoft.com/office/drawing/2014/main" id="{B15B5D6F-19AB-5B09-C291-D63501B86FD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15" name="타원 914">
                    <a:extLst>
                      <a:ext uri="{FF2B5EF4-FFF2-40B4-BE49-F238E27FC236}">
                        <a16:creationId xmlns:a16="http://schemas.microsoft.com/office/drawing/2014/main" id="{CC8EB567-CB56-2B02-948F-06973727FC76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6" name="TextBox 915">
                    <a:extLst>
                      <a:ext uri="{FF2B5EF4-FFF2-40B4-BE49-F238E27FC236}">
                        <a16:creationId xmlns:a16="http://schemas.microsoft.com/office/drawing/2014/main" id="{9E0F466D-8713-15BE-8ED8-DD2C0ACA0C2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0538BCE0-75B6-9E86-2B1D-2121EFE421FD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13" name="타원 912">
                    <a:extLst>
                      <a:ext uri="{FF2B5EF4-FFF2-40B4-BE49-F238E27FC236}">
                        <a16:creationId xmlns:a16="http://schemas.microsoft.com/office/drawing/2014/main" id="{8ABD8BCA-CA85-B8A0-77B3-788006D1749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4" name="TextBox 913">
                    <a:extLst>
                      <a:ext uri="{FF2B5EF4-FFF2-40B4-BE49-F238E27FC236}">
                        <a16:creationId xmlns:a16="http://schemas.microsoft.com/office/drawing/2014/main" id="{87CC8A48-BD4E-C10D-AF79-BBC1B9BE203E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09" name="타원 908">
                  <a:extLst>
                    <a:ext uri="{FF2B5EF4-FFF2-40B4-BE49-F238E27FC236}">
                      <a16:creationId xmlns:a16="http://schemas.microsoft.com/office/drawing/2014/main" id="{C8679AA1-AE31-DD0D-585D-3E731812916A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0" name="타원 909">
                  <a:extLst>
                    <a:ext uri="{FF2B5EF4-FFF2-40B4-BE49-F238E27FC236}">
                      <a16:creationId xmlns:a16="http://schemas.microsoft.com/office/drawing/2014/main" id="{72C355D1-AAE2-03A9-12B2-98717EB412BF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1" name="타원 910">
                  <a:extLst>
                    <a:ext uri="{FF2B5EF4-FFF2-40B4-BE49-F238E27FC236}">
                      <a16:creationId xmlns:a16="http://schemas.microsoft.com/office/drawing/2014/main" id="{B0DFDB0F-C6E6-2EAE-A9A0-D77118270345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2" name="타원 911">
                  <a:extLst>
                    <a:ext uri="{FF2B5EF4-FFF2-40B4-BE49-F238E27FC236}">
                      <a16:creationId xmlns:a16="http://schemas.microsoft.com/office/drawing/2014/main" id="{9761FB85-4780-2A9B-2379-9AAFC44AB282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99" name="타원 898">
              <a:extLst>
                <a:ext uri="{FF2B5EF4-FFF2-40B4-BE49-F238E27FC236}">
                  <a16:creationId xmlns:a16="http://schemas.microsoft.com/office/drawing/2014/main" id="{6BF6D73C-52CD-B0B5-63FF-805B39F3540C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A84CFC51-606B-C940-B551-FD726E2A3B53}"/>
              </a:ext>
            </a:extLst>
          </p:cNvPr>
          <p:cNvGrpSpPr/>
          <p:nvPr/>
        </p:nvGrpSpPr>
        <p:grpSpPr>
          <a:xfrm>
            <a:off x="4975277" y="4824508"/>
            <a:ext cx="1643081" cy="1712683"/>
            <a:chOff x="7864758" y="3210132"/>
            <a:chExt cx="1643081" cy="1712683"/>
          </a:xfrm>
        </p:grpSpPr>
        <p:grpSp>
          <p:nvGrpSpPr>
            <p:cNvPr id="926" name="그룹 925">
              <a:extLst>
                <a:ext uri="{FF2B5EF4-FFF2-40B4-BE49-F238E27FC236}">
                  <a16:creationId xmlns:a16="http://schemas.microsoft.com/office/drawing/2014/main" id="{F997BA32-34DD-1876-B1BC-656D37B719D3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04145233-5E9C-3517-E7B5-E498E83529FB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954C2F40-FC59-9DC8-A595-4C6242660397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930" name="타원 929">
                  <a:extLst>
                    <a:ext uri="{FF2B5EF4-FFF2-40B4-BE49-F238E27FC236}">
                      <a16:creationId xmlns:a16="http://schemas.microsoft.com/office/drawing/2014/main" id="{EBAEF0CD-704F-0F2B-3B2E-A42034EBD7B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31" name="그룹 930">
                  <a:extLst>
                    <a:ext uri="{FF2B5EF4-FFF2-40B4-BE49-F238E27FC236}">
                      <a16:creationId xmlns:a16="http://schemas.microsoft.com/office/drawing/2014/main" id="{4C321B97-015D-AF6C-1A1C-0648D1B02876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50" name="TextBox 949">
                    <a:extLst>
                      <a:ext uri="{FF2B5EF4-FFF2-40B4-BE49-F238E27FC236}">
                        <a16:creationId xmlns:a16="http://schemas.microsoft.com/office/drawing/2014/main" id="{C59FBAF9-D0D5-94E2-02F6-EE87943016F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51" name="타원 950">
                    <a:extLst>
                      <a:ext uri="{FF2B5EF4-FFF2-40B4-BE49-F238E27FC236}">
                        <a16:creationId xmlns:a16="http://schemas.microsoft.com/office/drawing/2014/main" id="{F3CDF6F2-B885-2627-2194-050AF36DC877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808DB843-663F-75B1-1D1E-E08BE3EA18D0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948" name="타원 947">
                    <a:extLst>
                      <a:ext uri="{FF2B5EF4-FFF2-40B4-BE49-F238E27FC236}">
                        <a16:creationId xmlns:a16="http://schemas.microsoft.com/office/drawing/2014/main" id="{C17E6256-F0BF-7486-6604-8202A2DBE8CC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9" name="TextBox 948">
                    <a:extLst>
                      <a:ext uri="{FF2B5EF4-FFF2-40B4-BE49-F238E27FC236}">
                        <a16:creationId xmlns:a16="http://schemas.microsoft.com/office/drawing/2014/main" id="{860084CD-63BA-06EB-1FD7-A6D4A86C6E7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3" name="그룹 932">
                  <a:extLst>
                    <a:ext uri="{FF2B5EF4-FFF2-40B4-BE49-F238E27FC236}">
                      <a16:creationId xmlns:a16="http://schemas.microsoft.com/office/drawing/2014/main" id="{EE212CD2-588C-4758-B235-C19B825F1F51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46" name="타원 945">
                    <a:extLst>
                      <a:ext uri="{FF2B5EF4-FFF2-40B4-BE49-F238E27FC236}">
                        <a16:creationId xmlns:a16="http://schemas.microsoft.com/office/drawing/2014/main" id="{57613B93-BEC0-4DCC-3B2B-139179BAF016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7" name="TextBox 946">
                    <a:extLst>
                      <a:ext uri="{FF2B5EF4-FFF2-40B4-BE49-F238E27FC236}">
                        <a16:creationId xmlns:a16="http://schemas.microsoft.com/office/drawing/2014/main" id="{870674B8-39E0-5A89-05A2-786CB84EBDF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4" name="그룹 933">
                  <a:extLst>
                    <a:ext uri="{FF2B5EF4-FFF2-40B4-BE49-F238E27FC236}">
                      <a16:creationId xmlns:a16="http://schemas.microsoft.com/office/drawing/2014/main" id="{12C8F921-45B2-728C-274F-DCB98D1F2421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44" name="타원 943">
                    <a:extLst>
                      <a:ext uri="{FF2B5EF4-FFF2-40B4-BE49-F238E27FC236}">
                        <a16:creationId xmlns:a16="http://schemas.microsoft.com/office/drawing/2014/main" id="{AC185C5C-6AE2-5EDB-8A52-EECBA426221C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5" name="TextBox 944">
                    <a:extLst>
                      <a:ext uri="{FF2B5EF4-FFF2-40B4-BE49-F238E27FC236}">
                        <a16:creationId xmlns:a16="http://schemas.microsoft.com/office/drawing/2014/main" id="{E3187AE8-FFA1-0540-13EB-4DA4175B9B8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5" name="그룹 934">
                  <a:extLst>
                    <a:ext uri="{FF2B5EF4-FFF2-40B4-BE49-F238E27FC236}">
                      <a16:creationId xmlns:a16="http://schemas.microsoft.com/office/drawing/2014/main" id="{710E02A4-BE1A-F7F3-8649-D2E6E186CF3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42" name="타원 941">
                    <a:extLst>
                      <a:ext uri="{FF2B5EF4-FFF2-40B4-BE49-F238E27FC236}">
                        <a16:creationId xmlns:a16="http://schemas.microsoft.com/office/drawing/2014/main" id="{C53369E5-F46A-9A0B-8AFC-DB8AA3BA3F9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3" name="TextBox 942">
                    <a:extLst>
                      <a:ext uri="{FF2B5EF4-FFF2-40B4-BE49-F238E27FC236}">
                        <a16:creationId xmlns:a16="http://schemas.microsoft.com/office/drawing/2014/main" id="{1F486B12-AB69-7F7D-3559-A35ED589AE7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36" name="그룹 935">
                  <a:extLst>
                    <a:ext uri="{FF2B5EF4-FFF2-40B4-BE49-F238E27FC236}">
                      <a16:creationId xmlns:a16="http://schemas.microsoft.com/office/drawing/2014/main" id="{53216206-7E44-45E4-95DB-ED6B71A0B63B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40" name="타원 939">
                    <a:extLst>
                      <a:ext uri="{FF2B5EF4-FFF2-40B4-BE49-F238E27FC236}">
                        <a16:creationId xmlns:a16="http://schemas.microsoft.com/office/drawing/2014/main" id="{3F841E1E-1FBA-F104-8F50-85D795156755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1" name="TextBox 940">
                    <a:extLst>
                      <a:ext uri="{FF2B5EF4-FFF2-40B4-BE49-F238E27FC236}">
                        <a16:creationId xmlns:a16="http://schemas.microsoft.com/office/drawing/2014/main" id="{478EDADD-E4BF-7BCB-201C-8D061676AC2F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37" name="타원 936">
                  <a:extLst>
                    <a:ext uri="{FF2B5EF4-FFF2-40B4-BE49-F238E27FC236}">
                      <a16:creationId xmlns:a16="http://schemas.microsoft.com/office/drawing/2014/main" id="{48B78774-0ED9-53D2-B0C7-DD520B6C15A0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8" name="타원 937">
                  <a:extLst>
                    <a:ext uri="{FF2B5EF4-FFF2-40B4-BE49-F238E27FC236}">
                      <a16:creationId xmlns:a16="http://schemas.microsoft.com/office/drawing/2014/main" id="{72B3AC68-3948-F872-A8A1-5CF1B5CB39D7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9" name="타원 938">
                  <a:extLst>
                    <a:ext uri="{FF2B5EF4-FFF2-40B4-BE49-F238E27FC236}">
                      <a16:creationId xmlns:a16="http://schemas.microsoft.com/office/drawing/2014/main" id="{A0C288AA-744E-7FCF-DFE0-D0C0DEF3F9EF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7" name="타원 926">
              <a:extLst>
                <a:ext uri="{FF2B5EF4-FFF2-40B4-BE49-F238E27FC236}">
                  <a16:creationId xmlns:a16="http://schemas.microsoft.com/office/drawing/2014/main" id="{FEAB7534-D849-68F0-8192-C7BE5E3A1D84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3" name="그룹 952">
            <a:extLst>
              <a:ext uri="{FF2B5EF4-FFF2-40B4-BE49-F238E27FC236}">
                <a16:creationId xmlns:a16="http://schemas.microsoft.com/office/drawing/2014/main" id="{EEF0A18E-BCAF-4EA3-393C-AFD8FDC7515F}"/>
              </a:ext>
            </a:extLst>
          </p:cNvPr>
          <p:cNvGrpSpPr/>
          <p:nvPr/>
        </p:nvGrpSpPr>
        <p:grpSpPr>
          <a:xfrm>
            <a:off x="1195416" y="2740724"/>
            <a:ext cx="1843591" cy="1774663"/>
            <a:chOff x="483084" y="1035890"/>
            <a:chExt cx="1843591" cy="1774663"/>
          </a:xfrm>
        </p:grpSpPr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90CB45F8-F900-6C53-F761-327B4FC1EA3C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955" name="그룹 954">
              <a:extLst>
                <a:ext uri="{FF2B5EF4-FFF2-40B4-BE49-F238E27FC236}">
                  <a16:creationId xmlns:a16="http://schemas.microsoft.com/office/drawing/2014/main" id="{122C023A-3B99-D887-E125-B602C76D5F93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958" name="타원 957">
                <a:extLst>
                  <a:ext uri="{FF2B5EF4-FFF2-40B4-BE49-F238E27FC236}">
                    <a16:creationId xmlns:a16="http://schemas.microsoft.com/office/drawing/2014/main" id="{CCE51081-0BA0-A309-C94C-7B352E236E6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A23FC1D0-FF6F-A2B9-269A-BA6322B67DE1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981" name="TextBox 980">
                  <a:extLst>
                    <a:ext uri="{FF2B5EF4-FFF2-40B4-BE49-F238E27FC236}">
                      <a16:creationId xmlns:a16="http://schemas.microsoft.com/office/drawing/2014/main" id="{F32F53E8-07AC-75B0-0311-852C43D5DD4D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2" name="타원 981">
                  <a:extLst>
                    <a:ext uri="{FF2B5EF4-FFF2-40B4-BE49-F238E27FC236}">
                      <a16:creationId xmlns:a16="http://schemas.microsoft.com/office/drawing/2014/main" id="{B26CAD0C-EDF9-CCF9-C9E2-1AF91D500470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BFA673E4-F7A8-BB89-57CD-3390194B1DF5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979" name="타원 978">
                  <a:extLst>
                    <a:ext uri="{FF2B5EF4-FFF2-40B4-BE49-F238E27FC236}">
                      <a16:creationId xmlns:a16="http://schemas.microsoft.com/office/drawing/2014/main" id="{E29D5FF9-198F-AFDA-601C-4E0F5D6B7F1E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0" name="TextBox 979">
                  <a:extLst>
                    <a:ext uri="{FF2B5EF4-FFF2-40B4-BE49-F238E27FC236}">
                      <a16:creationId xmlns:a16="http://schemas.microsoft.com/office/drawing/2014/main" id="{55FCAAE0-1DC2-7E5D-1AF3-3C9D24A4DE61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CC23DF0F-2438-DC71-A16A-7C8083D6A234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977" name="타원 976">
                  <a:extLst>
                    <a:ext uri="{FF2B5EF4-FFF2-40B4-BE49-F238E27FC236}">
                      <a16:creationId xmlns:a16="http://schemas.microsoft.com/office/drawing/2014/main" id="{05FF64AB-AAE6-CAE0-3FD8-31EAE3AEF521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8" name="TextBox 977">
                  <a:extLst>
                    <a:ext uri="{FF2B5EF4-FFF2-40B4-BE49-F238E27FC236}">
                      <a16:creationId xmlns:a16="http://schemas.microsoft.com/office/drawing/2014/main" id="{F34C6CC1-E7DC-0D09-4209-254139FA9C93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2" name="그룹 961">
                <a:extLst>
                  <a:ext uri="{FF2B5EF4-FFF2-40B4-BE49-F238E27FC236}">
                    <a16:creationId xmlns:a16="http://schemas.microsoft.com/office/drawing/2014/main" id="{A52C590B-6D6A-9E19-4FBD-9C8DE52E83D0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975" name="타원 974">
                  <a:extLst>
                    <a:ext uri="{FF2B5EF4-FFF2-40B4-BE49-F238E27FC236}">
                      <a16:creationId xmlns:a16="http://schemas.microsoft.com/office/drawing/2014/main" id="{93BF878A-464E-A47B-1226-A2E6826F28BB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6" name="TextBox 975">
                  <a:extLst>
                    <a:ext uri="{FF2B5EF4-FFF2-40B4-BE49-F238E27FC236}">
                      <a16:creationId xmlns:a16="http://schemas.microsoft.com/office/drawing/2014/main" id="{17870E2B-EAE6-5035-69BF-305D618FC2C0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02FDB637-01C1-8121-9B14-8B697798D0AA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964" name="타원 963">
                <a:extLst>
                  <a:ext uri="{FF2B5EF4-FFF2-40B4-BE49-F238E27FC236}">
                    <a16:creationId xmlns:a16="http://schemas.microsoft.com/office/drawing/2014/main" id="{29D0D914-1383-0D9A-F63E-2A5DB5DC5ABE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65" name="그룹 964">
                <a:extLst>
                  <a:ext uri="{FF2B5EF4-FFF2-40B4-BE49-F238E27FC236}">
                    <a16:creationId xmlns:a16="http://schemas.microsoft.com/office/drawing/2014/main" id="{F808AE4F-D8FD-A243-0214-FC7C9DEE1459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973" name="타원 972">
                  <a:extLst>
                    <a:ext uri="{FF2B5EF4-FFF2-40B4-BE49-F238E27FC236}">
                      <a16:creationId xmlns:a16="http://schemas.microsoft.com/office/drawing/2014/main" id="{E091DF5B-B221-5676-805F-C920FFBBBBCC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4" name="TextBox 973">
                  <a:extLst>
                    <a:ext uri="{FF2B5EF4-FFF2-40B4-BE49-F238E27FC236}">
                      <a16:creationId xmlns:a16="http://schemas.microsoft.com/office/drawing/2014/main" id="{EDBE88F7-50D6-1E25-F124-4A583C403C36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6" name="그룹 965">
                <a:extLst>
                  <a:ext uri="{FF2B5EF4-FFF2-40B4-BE49-F238E27FC236}">
                    <a16:creationId xmlns:a16="http://schemas.microsoft.com/office/drawing/2014/main" id="{B8B866D4-1DF3-548C-249A-2F1E3D4E7D32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971" name="타원 970">
                  <a:extLst>
                    <a:ext uri="{FF2B5EF4-FFF2-40B4-BE49-F238E27FC236}">
                      <a16:creationId xmlns:a16="http://schemas.microsoft.com/office/drawing/2014/main" id="{60A7AC7B-D2E8-9BCA-1DBC-0F75B632761F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2" name="TextBox 971">
                  <a:extLst>
                    <a:ext uri="{FF2B5EF4-FFF2-40B4-BE49-F238E27FC236}">
                      <a16:creationId xmlns:a16="http://schemas.microsoft.com/office/drawing/2014/main" id="{FE456199-13FE-7692-2A2C-CB6DE8249532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7" name="그룹 966">
                <a:extLst>
                  <a:ext uri="{FF2B5EF4-FFF2-40B4-BE49-F238E27FC236}">
                    <a16:creationId xmlns:a16="http://schemas.microsoft.com/office/drawing/2014/main" id="{CC0F68EC-470C-A6BD-1B31-F63BFC658BBC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969" name="타원 968">
                  <a:extLst>
                    <a:ext uri="{FF2B5EF4-FFF2-40B4-BE49-F238E27FC236}">
                      <a16:creationId xmlns:a16="http://schemas.microsoft.com/office/drawing/2014/main" id="{253B2EEC-1611-9806-AC90-EC2F56C9E7F1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0" name="TextBox 969">
                  <a:extLst>
                    <a:ext uri="{FF2B5EF4-FFF2-40B4-BE49-F238E27FC236}">
                      <a16:creationId xmlns:a16="http://schemas.microsoft.com/office/drawing/2014/main" id="{A84B2305-896E-C672-7BA8-5272247A2BDF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78BF1DBF-662D-16F7-F524-B2A0AEE47C9B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7" name="타원 956">
              <a:extLst>
                <a:ext uri="{FF2B5EF4-FFF2-40B4-BE49-F238E27FC236}">
                  <a16:creationId xmlns:a16="http://schemas.microsoft.com/office/drawing/2014/main" id="{F6214AA1-C8C0-0E96-D7EB-C46417492457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E846EE7-AD63-892E-2480-93132F216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71029"/>
              </p:ext>
            </p:extLst>
          </p:nvPr>
        </p:nvGraphicFramePr>
        <p:xfrm>
          <a:off x="3722372" y="727437"/>
          <a:ext cx="6505255" cy="1897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051">
                  <a:extLst>
                    <a:ext uri="{9D8B030D-6E8A-4147-A177-3AD203B41FA5}">
                      <a16:colId xmlns:a16="http://schemas.microsoft.com/office/drawing/2014/main" val="131975149"/>
                    </a:ext>
                  </a:extLst>
                </a:gridCol>
                <a:gridCol w="1301051">
                  <a:extLst>
                    <a:ext uri="{9D8B030D-6E8A-4147-A177-3AD203B41FA5}">
                      <a16:colId xmlns:a16="http://schemas.microsoft.com/office/drawing/2014/main" val="464634656"/>
                    </a:ext>
                  </a:extLst>
                </a:gridCol>
                <a:gridCol w="1301051">
                  <a:extLst>
                    <a:ext uri="{9D8B030D-6E8A-4147-A177-3AD203B41FA5}">
                      <a16:colId xmlns:a16="http://schemas.microsoft.com/office/drawing/2014/main" val="1379663257"/>
                    </a:ext>
                  </a:extLst>
                </a:gridCol>
                <a:gridCol w="1301051">
                  <a:extLst>
                    <a:ext uri="{9D8B030D-6E8A-4147-A177-3AD203B41FA5}">
                      <a16:colId xmlns:a16="http://schemas.microsoft.com/office/drawing/2014/main" val="2003220444"/>
                    </a:ext>
                  </a:extLst>
                </a:gridCol>
                <a:gridCol w="1301051">
                  <a:extLst>
                    <a:ext uri="{9D8B030D-6E8A-4147-A177-3AD203B41FA5}">
                      <a16:colId xmlns:a16="http://schemas.microsoft.com/office/drawing/2014/main" val="3784402579"/>
                    </a:ext>
                  </a:extLst>
                </a:gridCol>
              </a:tblGrid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127.0.0.1:6003(906)</a:t>
                      </a: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127.0.0.1:6004(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60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5481430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127.0.0.1:6004(60)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127.0.0.1:6005(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112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53588114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</a:rPr>
                        <a:t> </a:t>
                      </a:r>
                      <a:r>
                        <a:rPr lang="en-US" altLang="ko-KR" sz="1000" b="1" u="none" strike="noStrike">
                          <a:effectLst/>
                        </a:rPr>
                        <a:t>127.0.0.1:6000(876)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127.0.0.1:6005(112)</a:t>
                      </a: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377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80683729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</a:rPr>
                        <a:t> </a:t>
                      </a:r>
                      <a:r>
                        <a:rPr lang="en-US" altLang="ko-KR" sz="1000" b="1" u="none" strike="noStrike">
                          <a:effectLst/>
                        </a:rPr>
                        <a:t>127.0.0.1:6000(876)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127.0.0.1:6007(377)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127.0.0.1:6006(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477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6377048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127.0.0.1:6006(477)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127.0.0.1:6001(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481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21440648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</a:rPr>
                        <a:t> </a:t>
                      </a:r>
                      <a:r>
                        <a:rPr lang="en-US" altLang="ko-KR" sz="1000" b="1" u="none" strike="noStrike">
                          <a:effectLst/>
                        </a:rPr>
                        <a:t>127.0.0.1:6000(876)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127.0.0.1:6006(477)</a:t>
                      </a: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127.0.0.1:6001(481)</a:t>
                      </a: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127.0.0.1:6002(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621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041195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127.0.0.1:6007(377)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127.0.0.1:6002(621)</a:t>
                      </a: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127.0.0.1:6009(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772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0973142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127.0.0.1:6007(377)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127.0.0.1:6009(772)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127.0.0.1:6008(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864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68570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7001509"/>
                  </a:ext>
                </a:extLst>
              </a:tr>
              <a:tr h="1897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127.0.0.1:6003(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906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1640153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376CA3-E79A-FFA9-E323-7E5EC769A19B}"/>
              </a:ext>
            </a:extLst>
          </p:cNvPr>
          <p:cNvGrpSpPr/>
          <p:nvPr/>
        </p:nvGrpSpPr>
        <p:grpSpPr>
          <a:xfrm>
            <a:off x="370016" y="691889"/>
            <a:ext cx="3444508" cy="1923585"/>
            <a:chOff x="370016" y="205815"/>
            <a:chExt cx="3444508" cy="192358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10406C-C665-5EF2-F8F1-C9C4CC4A5DDE}"/>
                </a:ext>
              </a:extLst>
            </p:cNvPr>
            <p:cNvSpPr txBox="1"/>
            <p:nvPr/>
          </p:nvSpPr>
          <p:spPr>
            <a:xfrm>
              <a:off x="370016" y="205815"/>
              <a:ext cx="163382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(127.0.0.1:6004) 60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8D9F14-37A5-497F-7FB3-DF8640F94375}"/>
                </a:ext>
              </a:extLst>
            </p:cNvPr>
            <p:cNvSpPr txBox="1"/>
            <p:nvPr/>
          </p:nvSpPr>
          <p:spPr>
            <a:xfrm>
              <a:off x="2006456" y="210451"/>
              <a:ext cx="16712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60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142BF3-FA2A-BC82-265B-C9D92AD0C8C6}"/>
                </a:ext>
              </a:extLst>
            </p:cNvPr>
            <p:cNvSpPr txBox="1"/>
            <p:nvPr/>
          </p:nvSpPr>
          <p:spPr>
            <a:xfrm>
              <a:off x="370016" y="406711"/>
              <a:ext cx="172008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(127.0.0.1:6005) 112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C37E92-26AD-4AC3-046A-B8117C2700C4}"/>
                </a:ext>
              </a:extLst>
            </p:cNvPr>
            <p:cNvSpPr txBox="1"/>
            <p:nvPr/>
          </p:nvSpPr>
          <p:spPr>
            <a:xfrm>
              <a:off x="2006455" y="392223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112</a:t>
              </a:r>
              <a:endParaRPr lang="ko-KR" altLang="en-US" sz="1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D8FFF2-9279-2939-07BE-5FCFE33D961E}"/>
                </a:ext>
              </a:extLst>
            </p:cNvPr>
            <p:cNvSpPr txBox="1"/>
            <p:nvPr/>
          </p:nvSpPr>
          <p:spPr>
            <a:xfrm>
              <a:off x="370016" y="575146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(127.0.0.1:6007) 377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3A73E3-F53C-C3E2-E0C5-9638292D8FAC}"/>
                </a:ext>
              </a:extLst>
            </p:cNvPr>
            <p:cNvSpPr txBox="1"/>
            <p:nvPr/>
          </p:nvSpPr>
          <p:spPr>
            <a:xfrm>
              <a:off x="2006913" y="5835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</a:t>
              </a:r>
              <a:endParaRPr lang="ko-KR" altLang="en-US" sz="1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5F1C47-F83D-B57C-70A4-63080B3BF978}"/>
                </a:ext>
              </a:extLst>
            </p:cNvPr>
            <p:cNvSpPr txBox="1"/>
            <p:nvPr/>
          </p:nvSpPr>
          <p:spPr>
            <a:xfrm>
              <a:off x="370016" y="1508155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(127.0.0.1:6008) 864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FBD49E-43B9-29A9-D5E8-AC26621D86C3}"/>
                </a:ext>
              </a:extLst>
            </p:cNvPr>
            <p:cNvSpPr txBox="1"/>
            <p:nvPr/>
          </p:nvSpPr>
          <p:spPr>
            <a:xfrm>
              <a:off x="2002288" y="151658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772 → 864</a:t>
              </a:r>
              <a:endParaRPr lang="ko-KR" altLang="en-US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0E3EEA-1607-3EAD-0E43-53B047BAE57E}"/>
                </a:ext>
              </a:extLst>
            </p:cNvPr>
            <p:cNvSpPr txBox="1"/>
            <p:nvPr/>
          </p:nvSpPr>
          <p:spPr>
            <a:xfrm>
              <a:off x="370016" y="131900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(127.0.0.1:6009) 772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518AFC-7887-CA2D-F531-9F2CEE127C39}"/>
                </a:ext>
              </a:extLst>
            </p:cNvPr>
            <p:cNvSpPr txBox="1"/>
            <p:nvPr/>
          </p:nvSpPr>
          <p:spPr>
            <a:xfrm>
              <a:off x="2006913" y="1347265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772</a:t>
              </a:r>
              <a:endParaRPr lang="ko-KR" altLang="en-US" sz="1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D3A52D-D898-AFD3-71FD-EF1C1A096893}"/>
                </a:ext>
              </a:extLst>
            </p:cNvPr>
            <p:cNvSpPr txBox="1"/>
            <p:nvPr/>
          </p:nvSpPr>
          <p:spPr>
            <a:xfrm>
              <a:off x="370016" y="973434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(127.0.0.1:6001) 481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9E0979-4987-E817-6984-315ED05F371B}"/>
                </a:ext>
              </a:extLst>
            </p:cNvPr>
            <p:cNvSpPr txBox="1"/>
            <p:nvPr/>
          </p:nvSpPr>
          <p:spPr>
            <a:xfrm>
              <a:off x="2006913" y="981867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879 → 377 → 477 → 481</a:t>
              </a:r>
              <a:endParaRPr lang="ko-KR" altLang="en-US" sz="1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1BF1DBF-0A20-CBCE-F104-E74AEB18BA05}"/>
                </a:ext>
              </a:extLst>
            </p:cNvPr>
            <p:cNvSpPr txBox="1"/>
            <p:nvPr/>
          </p:nvSpPr>
          <p:spPr>
            <a:xfrm>
              <a:off x="370016" y="115299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(127.0.0.1:6002) 621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A008AB-7331-27C5-184C-5ECFB6E7C7A0}"/>
                </a:ext>
              </a:extLst>
            </p:cNvPr>
            <p:cNvSpPr txBox="1"/>
            <p:nvPr/>
          </p:nvSpPr>
          <p:spPr>
            <a:xfrm>
              <a:off x="2006913" y="1161432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621</a:t>
              </a:r>
              <a:endParaRPr lang="ko-KR" altLang="en-US" sz="1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2D2153-C493-B319-3C4D-9BEF0C90B344}"/>
                </a:ext>
              </a:extLst>
            </p:cNvPr>
            <p:cNvSpPr txBox="1"/>
            <p:nvPr/>
          </p:nvSpPr>
          <p:spPr>
            <a:xfrm>
              <a:off x="370016" y="168234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(127.0.0.1:6000) 876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D46EB8-0759-57EC-D127-D63AA52F2E60}"/>
                </a:ext>
              </a:extLst>
            </p:cNvPr>
            <p:cNvSpPr txBox="1"/>
            <p:nvPr/>
          </p:nvSpPr>
          <p:spPr>
            <a:xfrm>
              <a:off x="370016" y="1874746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(127.0.0.1:6003) 906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FDB1A5D-7EE0-503A-CF41-D835532C2EF7}"/>
                </a:ext>
              </a:extLst>
            </p:cNvPr>
            <p:cNvSpPr txBox="1"/>
            <p:nvPr/>
          </p:nvSpPr>
          <p:spPr>
            <a:xfrm>
              <a:off x="1985524" y="18831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</a:t>
              </a:r>
              <a:r>
                <a:rPr lang="en-US" altLang="ko-KR" sz="1000" dirty="0">
                  <a:sym typeface="Wingdings" panose="05000000000000000000" pitchFamily="2" charset="2"/>
                </a:rPr>
                <a:t> 906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172F81-FB2E-A1ED-65E9-DE2E92B3B8F3}"/>
                </a:ext>
              </a:extLst>
            </p:cNvPr>
            <p:cNvSpPr txBox="1"/>
            <p:nvPr/>
          </p:nvSpPr>
          <p:spPr>
            <a:xfrm>
              <a:off x="370016" y="780346"/>
              <a:ext cx="172008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(127.0.0.1:6006) 477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574B639-A075-9415-12AA-11F6D77D2B35}"/>
                </a:ext>
              </a:extLst>
            </p:cNvPr>
            <p:cNvSpPr txBox="1"/>
            <p:nvPr/>
          </p:nvSpPr>
          <p:spPr>
            <a:xfrm>
              <a:off x="2006913" y="7887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477</a:t>
              </a:r>
              <a:endParaRPr lang="ko-KR" altLang="en-US" sz="1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5B03469-8A04-E7ED-C4E1-A6CCF8E76E3D}"/>
              </a:ext>
            </a:extLst>
          </p:cNvPr>
          <p:cNvSpPr txBox="1"/>
          <p:nvPr/>
        </p:nvSpPr>
        <p:spPr>
          <a:xfrm>
            <a:off x="108045" y="30402"/>
            <a:ext cx="6137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251110_SEQ_RESULT_1차테스트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0521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6EFA1E92-55AB-CEC2-AA1D-151CF2E1361A}"/>
              </a:ext>
            </a:extLst>
          </p:cNvPr>
          <p:cNvGrpSpPr/>
          <p:nvPr/>
        </p:nvGrpSpPr>
        <p:grpSpPr>
          <a:xfrm>
            <a:off x="2744400" y="1445400"/>
            <a:ext cx="7002490" cy="5166058"/>
            <a:chOff x="11544818" y="3351368"/>
            <a:chExt cx="7002490" cy="5166058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73D3D21-B299-5840-67A2-2D34BDB253CF}"/>
                </a:ext>
              </a:extLst>
            </p:cNvPr>
            <p:cNvSpPr/>
            <p:nvPr/>
          </p:nvSpPr>
          <p:spPr>
            <a:xfrm>
              <a:off x="14005002" y="7583673"/>
              <a:ext cx="1714561" cy="3764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Network Module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E142410-92AD-383A-48A2-FF98887DF0DD}"/>
                </a:ext>
              </a:extLst>
            </p:cNvPr>
            <p:cNvSpPr/>
            <p:nvPr/>
          </p:nvSpPr>
          <p:spPr>
            <a:xfrm>
              <a:off x="14073592" y="4998509"/>
              <a:ext cx="1714561" cy="55858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Crypto Module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50F10F71-F65C-B182-98D1-81E85BF6CDF3}"/>
                </a:ext>
              </a:extLst>
            </p:cNvPr>
            <p:cNvSpPr/>
            <p:nvPr/>
          </p:nvSpPr>
          <p:spPr>
            <a:xfrm>
              <a:off x="14000617" y="7027314"/>
              <a:ext cx="1714561" cy="43113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Route Module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72D3E55B-FC6C-6F1F-6B1A-0056B3B6A092}"/>
                </a:ext>
              </a:extLst>
            </p:cNvPr>
            <p:cNvSpPr/>
            <p:nvPr/>
          </p:nvSpPr>
          <p:spPr>
            <a:xfrm>
              <a:off x="13703563" y="4540853"/>
              <a:ext cx="2364491" cy="3544449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t" anchorCtr="0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Secure world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0" name="위쪽 화살표 12">
              <a:extLst>
                <a:ext uri="{FF2B5EF4-FFF2-40B4-BE49-F238E27FC236}">
                  <a16:creationId xmlns:a16="http://schemas.microsoft.com/office/drawing/2014/main" id="{DC46B3EF-8B61-15F4-5DDC-0FC730FF070D}"/>
                </a:ext>
              </a:extLst>
            </p:cNvPr>
            <p:cNvSpPr/>
            <p:nvPr/>
          </p:nvSpPr>
          <p:spPr>
            <a:xfrm rot="5400000">
              <a:off x="12362996" y="7104653"/>
              <a:ext cx="935187" cy="1538951"/>
            </a:xfrm>
            <a:prstGeom prst="upArrow">
              <a:avLst>
                <a:gd name="adj1" fmla="val 50000"/>
                <a:gd name="adj2" fmla="val 3614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154367F4-5CB9-8056-844A-EBB4E66DD558}"/>
                </a:ext>
              </a:extLst>
            </p:cNvPr>
            <p:cNvSpPr/>
            <p:nvPr/>
          </p:nvSpPr>
          <p:spPr>
            <a:xfrm>
              <a:off x="12115221" y="7561447"/>
              <a:ext cx="1565052" cy="6408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>
                <a:lnSpc>
                  <a:spcPts val="1500"/>
                </a:lnSpc>
              </a:pPr>
              <a:r>
                <a:rPr lang="en-US" altLang="ko-KR" sz="1400" dirty="0" err="1">
                  <a:solidFill>
                    <a:schemeClr val="tx1"/>
                  </a:solidFill>
                </a:rPr>
                <a:t>Recv</a:t>
              </a:r>
              <a:r>
                <a:rPr lang="en-US" altLang="ko-KR" sz="1400" dirty="0">
                  <a:solidFill>
                    <a:schemeClr val="tx1"/>
                  </a:solidFill>
                </a:rPr>
                <a:t> </a:t>
              </a:r>
            </a:p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Encrypted Msg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직사각형 101">
                  <a:extLst>
                    <a:ext uri="{FF2B5EF4-FFF2-40B4-BE49-F238E27FC236}">
                      <a16:creationId xmlns:a16="http://schemas.microsoft.com/office/drawing/2014/main" id="{74FA0AAB-AE23-ED7C-04F3-551CA8E0B2D2}"/>
                    </a:ext>
                  </a:extLst>
                </p:cNvPr>
                <p:cNvSpPr/>
                <p:nvPr/>
              </p:nvSpPr>
              <p:spPr>
                <a:xfrm>
                  <a:off x="11986500" y="4707256"/>
                  <a:ext cx="2157018" cy="108184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>
                    <a:lnSpc>
                      <a:spcPts val="1500"/>
                    </a:lnSpc>
                  </a:pP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Verify Msg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Decrypt Msg by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US" altLang="ko-KR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ts val="1500"/>
                    </a:lnSpc>
                  </a:pPr>
                  <a:endParaRPr lang="en-US" altLang="ko-KR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ts val="1500"/>
                    </a:lnSpc>
                  </a:pP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Cal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</m:oMath>
                  </a14:m>
                  <a:endParaRPr lang="ko-KR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직사각형 101">
                  <a:extLst>
                    <a:ext uri="{FF2B5EF4-FFF2-40B4-BE49-F238E27FC236}">
                      <a16:creationId xmlns:a16="http://schemas.microsoft.com/office/drawing/2014/main" id="{74FA0AAB-AE23-ED7C-04F3-551CA8E0B2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86500" y="4707256"/>
                  <a:ext cx="2157018" cy="1081841"/>
                </a:xfrm>
                <a:prstGeom prst="rect">
                  <a:avLst/>
                </a:prstGeom>
                <a:blipFill>
                  <a:blip r:embed="rId2"/>
                  <a:stretch>
                    <a:fillRect l="-50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19F411A2-25C2-53E2-204A-DFF510E50FFC}"/>
                </a:ext>
              </a:extLst>
            </p:cNvPr>
            <p:cNvSpPr/>
            <p:nvPr/>
          </p:nvSpPr>
          <p:spPr>
            <a:xfrm>
              <a:off x="12464330" y="6946753"/>
              <a:ext cx="1201358" cy="6198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Make Msg ID</a:t>
              </a:r>
            </a:p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Add Route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DABB200D-3F93-6A11-0E71-AB8B2F6F51AE}"/>
                </a:ext>
              </a:extLst>
            </p:cNvPr>
            <p:cNvSpPr/>
            <p:nvPr/>
          </p:nvSpPr>
          <p:spPr>
            <a:xfrm>
              <a:off x="13894309" y="3351368"/>
              <a:ext cx="2023850" cy="9654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t" anchorCtr="0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Normal world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235531DC-19AE-26A1-57FA-7E83A54C407F}"/>
                </a:ext>
              </a:extLst>
            </p:cNvPr>
            <p:cNvSpPr/>
            <p:nvPr/>
          </p:nvSpPr>
          <p:spPr>
            <a:xfrm>
              <a:off x="14220796" y="3770226"/>
              <a:ext cx="1455619" cy="4175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App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8173D0F0-772F-8F8A-A23B-DAB20FEA481A}"/>
                    </a:ext>
                  </a:extLst>
                </p:cNvPr>
                <p:cNvSpPr/>
                <p:nvPr/>
              </p:nvSpPr>
              <p:spPr>
                <a:xfrm>
                  <a:off x="16125535" y="5149147"/>
                  <a:ext cx="2161112" cy="81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>
                    <a:lnSpc>
                      <a:spcPts val="1500"/>
                    </a:lnSpc>
                  </a:pP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Cal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</m:oMath>
                  </a14:m>
                  <a:endParaRPr lang="en-US" altLang="ko-KR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ts val="1500"/>
                    </a:lnSpc>
                  </a:pPr>
                  <a:endParaRPr lang="ko-KR" altLang="en-US" sz="14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ts val="1500"/>
                    </a:lnSpc>
                  </a:pP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Encrypt Msg by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</m:oMath>
                  </a14:m>
                  <a:br>
                    <a:rPr lang="en-US" altLang="ko-KR" sz="1400" dirty="0">
                      <a:solidFill>
                        <a:schemeClr val="tx1"/>
                      </a:solidFill>
                    </a:rPr>
                  </a:br>
                  <a:r>
                    <a:rPr lang="en-US" altLang="ko-KR" sz="1400" dirty="0">
                      <a:solidFill>
                        <a:schemeClr val="tx1"/>
                      </a:solidFill>
                    </a:rPr>
                    <a:t>Sign Msg</a:t>
                  </a:r>
                </a:p>
              </p:txBody>
            </p:sp>
          </mc:Choice>
          <mc:Fallback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8173D0F0-772F-8F8A-A23B-DAB20FEA48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25535" y="5149147"/>
                  <a:ext cx="2161112" cy="811583"/>
                </a:xfrm>
                <a:prstGeom prst="rect">
                  <a:avLst/>
                </a:prstGeom>
                <a:blipFill>
                  <a:blip r:embed="rId3"/>
                  <a:stretch>
                    <a:fillRect l="-5085" t="-9774"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46F04A8F-5EC0-6C36-A871-868A3391D180}"/>
                </a:ext>
              </a:extLst>
            </p:cNvPr>
            <p:cNvSpPr/>
            <p:nvPr/>
          </p:nvSpPr>
          <p:spPr>
            <a:xfrm>
              <a:off x="16089787" y="7033691"/>
              <a:ext cx="1323737" cy="3540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r>
                <a:rPr lang="en-US" altLang="ko-KR" sz="1400" dirty="0">
                  <a:solidFill>
                    <a:schemeClr val="tx1"/>
                  </a:solidFill>
                </a:rPr>
                <a:t>Delete Route</a:t>
              </a:r>
            </a:p>
            <a:p>
              <a:r>
                <a:rPr lang="en-US" altLang="ko-KR" sz="1400" dirty="0">
                  <a:solidFill>
                    <a:schemeClr val="tx1"/>
                  </a:solidFill>
                </a:rPr>
                <a:t>Make Msg ID 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C2488AAE-D769-FBF2-8A43-14E8C7167816}"/>
                </a:ext>
              </a:extLst>
            </p:cNvPr>
            <p:cNvGrpSpPr/>
            <p:nvPr/>
          </p:nvGrpSpPr>
          <p:grpSpPr>
            <a:xfrm>
              <a:off x="13615746" y="3585802"/>
              <a:ext cx="580249" cy="1400803"/>
              <a:chOff x="5265579" y="4472231"/>
              <a:chExt cx="386819" cy="1180672"/>
            </a:xfrm>
          </p:grpSpPr>
          <p:sp>
            <p:nvSpPr>
              <p:cNvPr id="133" name="위쪽 화살표 75">
                <a:extLst>
                  <a:ext uri="{FF2B5EF4-FFF2-40B4-BE49-F238E27FC236}">
                    <a16:creationId xmlns:a16="http://schemas.microsoft.com/office/drawing/2014/main" id="{1556E2D0-6602-ECB0-FF94-1058DB659AAA}"/>
                  </a:ext>
                </a:extLst>
              </p:cNvPr>
              <p:cNvSpPr/>
              <p:nvPr/>
            </p:nvSpPr>
            <p:spPr>
              <a:xfrm>
                <a:off x="5265579" y="4518307"/>
                <a:ext cx="386819" cy="986148"/>
              </a:xfrm>
              <a:prstGeom prst="up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294E44E4-7CDC-0B20-BDFB-D27DF712A8E1}"/>
                  </a:ext>
                </a:extLst>
              </p:cNvPr>
              <p:cNvSpPr/>
              <p:nvPr/>
            </p:nvSpPr>
            <p:spPr>
              <a:xfrm rot="16200000">
                <a:off x="4855439" y="4960173"/>
                <a:ext cx="1180672" cy="2047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tx1"/>
                    </a:solidFill>
                  </a:rPr>
                  <a:t>MsgID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| Msg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" name="위쪽 화살표 12">
              <a:extLst>
                <a:ext uri="{FF2B5EF4-FFF2-40B4-BE49-F238E27FC236}">
                  <a16:creationId xmlns:a16="http://schemas.microsoft.com/office/drawing/2014/main" id="{0333AAB4-7204-F38D-4501-0F9D9613C09A}"/>
                </a:ext>
              </a:extLst>
            </p:cNvPr>
            <p:cNvSpPr/>
            <p:nvPr/>
          </p:nvSpPr>
          <p:spPr>
            <a:xfrm rot="5400000">
              <a:off x="16407691" y="7077958"/>
              <a:ext cx="962467" cy="1565052"/>
            </a:xfrm>
            <a:prstGeom prst="upArrow">
              <a:avLst>
                <a:gd name="adj1" fmla="val 50000"/>
                <a:gd name="adj2" fmla="val 4287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34E7FE1A-39EB-DC54-14B1-941298B066AC}"/>
                </a:ext>
              </a:extLst>
            </p:cNvPr>
            <p:cNvSpPr/>
            <p:nvPr/>
          </p:nvSpPr>
          <p:spPr>
            <a:xfrm>
              <a:off x="16181950" y="7542179"/>
              <a:ext cx="1422039" cy="6601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Send </a:t>
              </a:r>
            </a:p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Encrypted Msg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94385B9F-37D3-6192-A3E8-C6479295F29E}"/>
                </a:ext>
              </a:extLst>
            </p:cNvPr>
            <p:cNvGrpSpPr/>
            <p:nvPr/>
          </p:nvGrpSpPr>
          <p:grpSpPr>
            <a:xfrm>
              <a:off x="15589226" y="3638980"/>
              <a:ext cx="580249" cy="1414715"/>
              <a:chOff x="5904553" y="4452693"/>
              <a:chExt cx="386819" cy="1180672"/>
            </a:xfrm>
          </p:grpSpPr>
          <p:sp>
            <p:nvSpPr>
              <p:cNvPr id="131" name="위쪽 화살표 75">
                <a:extLst>
                  <a:ext uri="{FF2B5EF4-FFF2-40B4-BE49-F238E27FC236}">
                    <a16:creationId xmlns:a16="http://schemas.microsoft.com/office/drawing/2014/main" id="{CDA829B3-A351-72D2-2F4E-9800625B054E}"/>
                  </a:ext>
                </a:extLst>
              </p:cNvPr>
              <p:cNvSpPr/>
              <p:nvPr/>
            </p:nvSpPr>
            <p:spPr>
              <a:xfrm rot="10800000">
                <a:off x="5904553" y="4546395"/>
                <a:ext cx="386819" cy="986148"/>
              </a:xfrm>
              <a:prstGeom prst="up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15DEBFDE-29C0-19CC-80B7-C0D3427107D2}"/>
                  </a:ext>
                </a:extLst>
              </p:cNvPr>
              <p:cNvSpPr/>
              <p:nvPr/>
            </p:nvSpPr>
            <p:spPr>
              <a:xfrm rot="5400000">
                <a:off x="5513464" y="4940635"/>
                <a:ext cx="1180672" cy="2047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tx1"/>
                    </a:solidFill>
                  </a:rPr>
                  <a:t>MsgID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| Msg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12" name="구부러진 연결선 31">
              <a:extLst>
                <a:ext uri="{FF2B5EF4-FFF2-40B4-BE49-F238E27FC236}">
                  <a16:creationId xmlns:a16="http://schemas.microsoft.com/office/drawing/2014/main" id="{FF284A2C-5BD4-82A9-80C5-29D565EACD5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3999189" y="7583869"/>
              <a:ext cx="5542" cy="349326"/>
            </a:xfrm>
            <a:prstGeom prst="curvedConnector3">
              <a:avLst>
                <a:gd name="adj1" fmla="val 3813048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구부러진 연결선 31">
              <a:extLst>
                <a:ext uri="{FF2B5EF4-FFF2-40B4-BE49-F238E27FC236}">
                  <a16:creationId xmlns:a16="http://schemas.microsoft.com/office/drawing/2014/main" id="{11A6A675-A28A-A629-BC8E-3AB824E0DA9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4024565" y="7065882"/>
              <a:ext cx="5542" cy="349326"/>
            </a:xfrm>
            <a:prstGeom prst="curvedConnector3">
              <a:avLst>
                <a:gd name="adj1" fmla="val 5669572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구부러진 연결선 64">
              <a:extLst>
                <a:ext uri="{FF2B5EF4-FFF2-40B4-BE49-F238E27FC236}">
                  <a16:creationId xmlns:a16="http://schemas.microsoft.com/office/drawing/2014/main" id="{7EF73F46-7A6D-B306-10D2-B2DFB655863B}"/>
                </a:ext>
              </a:extLst>
            </p:cNvPr>
            <p:cNvCxnSpPr>
              <a:cxnSpLocks/>
            </p:cNvCxnSpPr>
            <p:nvPr/>
          </p:nvCxnSpPr>
          <p:spPr>
            <a:xfrm>
              <a:off x="15714828" y="7606648"/>
              <a:ext cx="5542" cy="349326"/>
            </a:xfrm>
            <a:prstGeom prst="curvedConnector3">
              <a:avLst>
                <a:gd name="adj1" fmla="val 6288414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구부러진 연결선 64">
              <a:extLst>
                <a:ext uri="{FF2B5EF4-FFF2-40B4-BE49-F238E27FC236}">
                  <a16:creationId xmlns:a16="http://schemas.microsoft.com/office/drawing/2014/main" id="{91A5961F-886B-0232-3320-0261A055AB5D}"/>
                </a:ext>
              </a:extLst>
            </p:cNvPr>
            <p:cNvCxnSpPr>
              <a:cxnSpLocks/>
            </p:cNvCxnSpPr>
            <p:nvPr/>
          </p:nvCxnSpPr>
          <p:spPr>
            <a:xfrm>
              <a:off x="15712969" y="7086511"/>
              <a:ext cx="5542" cy="349326"/>
            </a:xfrm>
            <a:prstGeom prst="curvedConnector3">
              <a:avLst>
                <a:gd name="adj1" fmla="val 6288414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구부러진 연결선 64">
              <a:extLst>
                <a:ext uri="{FF2B5EF4-FFF2-40B4-BE49-F238E27FC236}">
                  <a16:creationId xmlns:a16="http://schemas.microsoft.com/office/drawing/2014/main" id="{99667AB4-DC7F-E26D-65B7-E2736A37FA16}"/>
                </a:ext>
              </a:extLst>
            </p:cNvPr>
            <p:cNvCxnSpPr>
              <a:cxnSpLocks/>
              <a:stCxn id="125" idx="3"/>
              <a:endCxn id="121" idx="3"/>
            </p:cNvCxnSpPr>
            <p:nvPr/>
          </p:nvCxnSpPr>
          <p:spPr>
            <a:xfrm>
              <a:off x="15780404" y="5223592"/>
              <a:ext cx="15489" cy="594939"/>
            </a:xfrm>
            <a:prstGeom prst="curvedConnector3">
              <a:avLst>
                <a:gd name="adj1" fmla="val 1575886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16F0410F-AD20-98A3-21B5-87EBFE33F7A3}"/>
                </a:ext>
              </a:extLst>
            </p:cNvPr>
            <p:cNvSpPr/>
            <p:nvPr/>
          </p:nvSpPr>
          <p:spPr>
            <a:xfrm>
              <a:off x="14034055" y="6438547"/>
              <a:ext cx="1714561" cy="2796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Finger Table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18" name="화살표: 왼쪽으로 구부러짐 117">
              <a:extLst>
                <a:ext uri="{FF2B5EF4-FFF2-40B4-BE49-F238E27FC236}">
                  <a16:creationId xmlns:a16="http://schemas.microsoft.com/office/drawing/2014/main" id="{87A168B8-95B4-5D7B-DB4D-990E06617880}"/>
                </a:ext>
              </a:extLst>
            </p:cNvPr>
            <p:cNvSpPr/>
            <p:nvPr/>
          </p:nvSpPr>
          <p:spPr>
            <a:xfrm rot="15393792">
              <a:off x="14568907" y="5748142"/>
              <a:ext cx="219099" cy="1379772"/>
            </a:xfrm>
            <a:prstGeom prst="curvedLeftArrow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3E05D88F-DBF9-B508-9EF3-8D4E3589A60C}"/>
                    </a:ext>
                  </a:extLst>
                </p:cNvPr>
                <p:cNvSpPr/>
                <p:nvPr/>
              </p:nvSpPr>
              <p:spPr>
                <a:xfrm>
                  <a:off x="15779933" y="6578351"/>
                  <a:ext cx="2767375" cy="35403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r>
                    <a:rPr lang="en-US" altLang="ko-KR" sz="1400" dirty="0">
                      <a:solidFill>
                        <a:schemeClr val="tx1"/>
                      </a:solidFill>
                    </a:rPr>
                    <a:t>Update by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ko-KR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400" dirty="0">
                          <a:solidFill>
                            <a:schemeClr val="tx1"/>
                          </a:solidFill>
                        </a:rPr>
                        <m:t>by</m:t>
                      </m:r>
                      <m:r>
                        <m:rPr>
                          <m:nor/>
                        </m:rPr>
                        <a:rPr lang="en-US" altLang="ko-KR" sz="1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sub>
                      </m:sSub>
                    </m:oMath>
                  </a14:m>
                  <a:endParaRPr lang="ko-KR" alt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3E05D88F-DBF9-B508-9EF3-8D4E3589A6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9933" y="6578351"/>
                  <a:ext cx="2767375" cy="354035"/>
                </a:xfrm>
                <a:prstGeom prst="rect">
                  <a:avLst/>
                </a:prstGeom>
                <a:blipFill>
                  <a:blip r:embed="rId4"/>
                  <a:stretch>
                    <a:fillRect l="-3965" t="-1695" b="-33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화살표: 왼쪽으로 구부러짐 119">
              <a:extLst>
                <a:ext uri="{FF2B5EF4-FFF2-40B4-BE49-F238E27FC236}">
                  <a16:creationId xmlns:a16="http://schemas.microsoft.com/office/drawing/2014/main" id="{DE414E0D-3F3D-5774-9EF1-D567E53107D3}"/>
                </a:ext>
              </a:extLst>
            </p:cNvPr>
            <p:cNvSpPr/>
            <p:nvPr/>
          </p:nvSpPr>
          <p:spPr>
            <a:xfrm rot="15251586" flipH="1" flipV="1">
              <a:off x="15035272" y="6051649"/>
              <a:ext cx="204391" cy="1281625"/>
            </a:xfrm>
            <a:prstGeom prst="curvedLeftArrow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D94F0F36-0AB0-7705-AD00-4A92A357A3EB}"/>
                </a:ext>
              </a:extLst>
            </p:cNvPr>
            <p:cNvSpPr/>
            <p:nvPr/>
          </p:nvSpPr>
          <p:spPr>
            <a:xfrm>
              <a:off x="14081332" y="5561762"/>
              <a:ext cx="1714561" cy="51353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CTR Module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21A647B6-1C1A-2E73-9237-F1A12AB13D8F}"/>
                    </a:ext>
                  </a:extLst>
                </p:cNvPr>
                <p:cNvSpPr/>
                <p:nvPr/>
              </p:nvSpPr>
              <p:spPr>
                <a:xfrm>
                  <a:off x="14187225" y="8099882"/>
                  <a:ext cx="1455619" cy="41754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21A647B6-1C1A-2E73-9237-F1A12AB13D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7225" y="8099882"/>
                  <a:ext cx="1455619" cy="4175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직사각형 122">
                  <a:extLst>
                    <a:ext uri="{FF2B5EF4-FFF2-40B4-BE49-F238E27FC236}">
                      <a16:creationId xmlns:a16="http://schemas.microsoft.com/office/drawing/2014/main" id="{91596400-25CD-1662-2EEE-AC2C4B81C2E5}"/>
                    </a:ext>
                  </a:extLst>
                </p:cNvPr>
                <p:cNvSpPr/>
                <p:nvPr/>
              </p:nvSpPr>
              <p:spPr>
                <a:xfrm>
                  <a:off x="11544818" y="7648762"/>
                  <a:ext cx="767499" cy="41754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직사각형 122">
                  <a:extLst>
                    <a:ext uri="{FF2B5EF4-FFF2-40B4-BE49-F238E27FC236}">
                      <a16:creationId xmlns:a16="http://schemas.microsoft.com/office/drawing/2014/main" id="{91596400-25CD-1662-2EEE-AC2C4B81C2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44818" y="7648762"/>
                  <a:ext cx="767499" cy="417544"/>
                </a:xfrm>
                <a:prstGeom prst="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623A498B-BCC7-5044-4CC1-C92FA29715D0}"/>
                    </a:ext>
                  </a:extLst>
                </p:cNvPr>
                <p:cNvSpPr/>
                <p:nvPr/>
              </p:nvSpPr>
              <p:spPr>
                <a:xfrm>
                  <a:off x="17495360" y="7645679"/>
                  <a:ext cx="767499" cy="41754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623A498B-BCC7-5044-4CC1-C92FA29715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95360" y="7645679"/>
                  <a:ext cx="767499" cy="417544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BE45DC96-4616-99D3-3A89-DFD67CB82553}"/>
                </a:ext>
              </a:extLst>
            </p:cNvPr>
            <p:cNvSpPr/>
            <p:nvPr/>
          </p:nvSpPr>
          <p:spPr>
            <a:xfrm>
              <a:off x="15205201" y="5015994"/>
              <a:ext cx="575203" cy="415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C0ACCFA5-A503-F2A8-0B71-258B1305C02F}"/>
                </a:ext>
              </a:extLst>
            </p:cNvPr>
            <p:cNvSpPr/>
            <p:nvPr/>
          </p:nvSpPr>
          <p:spPr>
            <a:xfrm>
              <a:off x="15182871" y="5604251"/>
              <a:ext cx="575203" cy="415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652C4185-6755-E585-3675-E0AF44AB2931}"/>
                </a:ext>
              </a:extLst>
            </p:cNvPr>
            <p:cNvSpPr/>
            <p:nvPr/>
          </p:nvSpPr>
          <p:spPr>
            <a:xfrm>
              <a:off x="15805770" y="6199261"/>
              <a:ext cx="1546670" cy="4239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>
                <a:lnSpc>
                  <a:spcPts val="1500"/>
                </a:lnSpc>
              </a:pPr>
              <a:r>
                <a:rPr lang="en-US" altLang="ko-KR" sz="1400" dirty="0">
                  <a:solidFill>
                    <a:schemeClr val="tx1"/>
                  </a:solidFill>
                </a:rPr>
                <a:t>Search Peer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구부러진 연결선 64">
              <a:extLst>
                <a:ext uri="{FF2B5EF4-FFF2-40B4-BE49-F238E27FC236}">
                  <a16:creationId xmlns:a16="http://schemas.microsoft.com/office/drawing/2014/main" id="{4F1AB5AE-C61B-F1CE-37E5-812AC649E62A}"/>
                </a:ext>
              </a:extLst>
            </p:cNvPr>
            <p:cNvCxnSpPr>
              <a:cxnSpLocks/>
              <a:stCxn id="130" idx="1"/>
              <a:endCxn id="129" idx="1"/>
            </p:cNvCxnSpPr>
            <p:nvPr/>
          </p:nvCxnSpPr>
          <p:spPr>
            <a:xfrm rot="10800000" flipH="1">
              <a:off x="14034898" y="5291261"/>
              <a:ext cx="22330" cy="588257"/>
            </a:xfrm>
            <a:prstGeom prst="curvedConnector3">
              <a:avLst>
                <a:gd name="adj1" fmla="val -1023735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F3241008-1131-AA97-C245-FA98A32DEDEC}"/>
                </a:ext>
              </a:extLst>
            </p:cNvPr>
            <p:cNvSpPr/>
            <p:nvPr/>
          </p:nvSpPr>
          <p:spPr>
            <a:xfrm>
              <a:off x="14057228" y="5083662"/>
              <a:ext cx="575203" cy="415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6144B200-C300-0E3E-A001-7DAAE1B835DB}"/>
                </a:ext>
              </a:extLst>
            </p:cNvPr>
            <p:cNvSpPr/>
            <p:nvPr/>
          </p:nvSpPr>
          <p:spPr>
            <a:xfrm>
              <a:off x="14034898" y="5671919"/>
              <a:ext cx="575203" cy="415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470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23C-3D03-D89C-BA35-29D29333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02D8C7F3-55E3-B517-5A3B-172EEFF89B6F}"/>
              </a:ext>
            </a:extLst>
          </p:cNvPr>
          <p:cNvSpPr txBox="1"/>
          <p:nvPr/>
        </p:nvSpPr>
        <p:spPr>
          <a:xfrm>
            <a:off x="10218995" y="665958"/>
            <a:ext cx="17571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6003) ID: [ 906]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2053E475-FB83-D7CE-DEAD-DFE8AA67C912}"/>
              </a:ext>
            </a:extLst>
          </p:cNvPr>
          <p:cNvSpPr txBox="1"/>
          <p:nvPr/>
        </p:nvSpPr>
        <p:spPr>
          <a:xfrm>
            <a:off x="6848399" y="495172"/>
            <a:ext cx="199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en-US" altLang="ko-KR" sz="1400" dirty="0"/>
              <a:t>Success Node</a:t>
            </a:r>
            <a:endParaRPr lang="ko-KR" altLang="en-US" sz="1400" dirty="0"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E4D31053-FA27-EBE5-4609-743E472F69A0}"/>
              </a:ext>
            </a:extLst>
          </p:cNvPr>
          <p:cNvSpPr/>
          <p:nvPr/>
        </p:nvSpPr>
        <p:spPr>
          <a:xfrm>
            <a:off x="5544349" y="541479"/>
            <a:ext cx="374280" cy="27699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ID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21047E6C-EAEF-6BE5-9F70-0484B2D17C35}"/>
              </a:ext>
            </a:extLst>
          </p:cNvPr>
          <p:cNvSpPr txBox="1"/>
          <p:nvPr/>
        </p:nvSpPr>
        <p:spPr>
          <a:xfrm>
            <a:off x="5710960" y="464395"/>
            <a:ext cx="16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600" b="1"/>
            </a:lvl1pPr>
          </a:lstStyle>
          <a:p>
            <a:r>
              <a:rPr lang="en-US" altLang="ko-KR" sz="800" dirty="0"/>
              <a:t>IP Address : Port</a:t>
            </a:r>
          </a:p>
          <a:p>
            <a:r>
              <a:rPr lang="en-US" altLang="ko-KR" sz="800" dirty="0"/>
              <a:t>Start~</a:t>
            </a:r>
            <a:endParaRPr lang="ko-KR" altLang="en-US" sz="8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32BF5F-AEBF-623A-A56A-44429015B049}"/>
              </a:ext>
            </a:extLst>
          </p:cNvPr>
          <p:cNvGrpSpPr/>
          <p:nvPr/>
        </p:nvGrpSpPr>
        <p:grpSpPr>
          <a:xfrm>
            <a:off x="8942727" y="4989031"/>
            <a:ext cx="1660788" cy="1859969"/>
            <a:chOff x="840041" y="1033768"/>
            <a:chExt cx="2312914" cy="25903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E185592-816B-275D-2305-741B677C7B3C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D576FFB-8615-CAA4-5D0A-08B5C449589F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EE545944-2791-FE81-EC9E-39C64C49BEE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31275538-B53B-684D-BE09-B51D202350B8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CE39B6F-BE91-E9FB-48DB-DD3D98694E4F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BAAC60A5-3336-CA96-872B-4C13DBC585BC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6A4C0355-B733-623E-94FB-61FFC73AC64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BAF6617E-9AF3-E1F1-4D68-6FC3FDE6EA15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4D0353B-F7B9-6D98-1A70-BCBDCB0BAD49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C4EC33F4-23EA-DFAA-6CD7-A02D1F7A17BE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405F34C3-3B78-13B0-EA79-5756E231D43C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081D97A-22F6-5405-8ACC-A3E2B6C3BECF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48EEA918-1224-5709-19AF-22DB564709E5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DA5CE6CF-6822-9D5B-CFCF-60992AB0B34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0454BB0-C860-5A90-6652-2415B9F3A6B2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6719752-6549-00D2-64D9-C3A95948FF42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27A7CF74-49EF-16FB-5C45-1C4122DFCD12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38549CF2-B91A-A368-9DA2-62F9709743A2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E8EEE51-4DB4-8114-99F8-8547C1BEC9DA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5136BDCD-B5A9-A510-5201-E0A16C635289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71ACD6E1-5A48-1781-5C5B-D7A96CDCDE81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EE7A86F-02FA-D437-108C-0AD2035EC6E6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27631462-87BB-3079-34FB-2E0A6D572775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0529DF55-3E41-B888-9AE8-E1B2E812AC86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9C403E91-2271-8876-A3A7-572039F19BB2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A67DF4E-9F66-F8D9-56F7-744E4479AD65}"/>
              </a:ext>
            </a:extLst>
          </p:cNvPr>
          <p:cNvGrpSpPr/>
          <p:nvPr/>
        </p:nvGrpSpPr>
        <p:grpSpPr>
          <a:xfrm>
            <a:off x="3192203" y="2898585"/>
            <a:ext cx="1598360" cy="1772379"/>
            <a:chOff x="857121" y="1033768"/>
            <a:chExt cx="2230646" cy="247350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E115603-1141-D58C-4791-B168CC5C732F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828814CD-33EA-817A-D36D-1AD19606A580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B487A701-0EA9-E1B5-C83C-9E40033943F7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2019D1FF-0111-9CA8-2BE8-29A4052EA9B8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8853F01-7625-FBB5-1959-36D4DFFC9CB5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9152B67B-64BA-8A6E-A5CD-182FC28F44E3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3E4E4C00-97A6-A33A-AEA1-A24E76E595E9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CAE48712-845E-B9E1-EE35-2B131BFA156A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7B60956-E6FB-1E55-6569-9BF5A5FDC529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5D0CEBCE-72A9-D328-17B6-162D44BC1225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2F4A0B84-2C44-6631-A877-75713F8DEE82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D496AB0-D1BA-EF96-9D86-174A9A5A28B0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8B261E06-142E-2E0B-44C3-6BE6A3EF9F11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D973A2D5-0904-C94F-9C3F-D60B164B75A3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3879DB1-34C8-4193-3270-A3547FB8C695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32FBE46C-A5D8-A0D1-98A2-FA6A95FFC744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C33349C3-8B51-DF21-1B48-220C97A35489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24ABC3A-3ED5-826C-72B4-B42D774BF3C0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93EAB6FC-3BD7-A616-2567-BCAB9DC63C51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3CF0EDF3-E857-A36E-55A6-FEF47E7C5638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1DFA4D9-B039-B3B8-9964-3F5A3455C7A2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C8E8DEE7-0BAF-9B69-2630-D60F3C7FF664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0671618C-125C-EFD2-EB7F-5C8E5AFEAA3C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311CCEC-397C-3508-1B1B-A22466BE294E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C1AF58B9-CA0E-604E-7FD1-1929CB63F784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D239F44B-9AD9-6E76-9FC6-E1BB4086C43B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F1B5141-372C-456F-1D43-6C5C46E6ACBE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2C44BD34-2D3B-6B78-0990-50804796FD3F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979B2928-5543-F5BE-C370-E1608D100996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04B69EA-D677-7C70-E4C8-04F0945377DD}"/>
              </a:ext>
            </a:extLst>
          </p:cNvPr>
          <p:cNvGrpSpPr/>
          <p:nvPr/>
        </p:nvGrpSpPr>
        <p:grpSpPr>
          <a:xfrm>
            <a:off x="1093194" y="5006470"/>
            <a:ext cx="1587294" cy="1764233"/>
            <a:chOff x="836343" y="1033768"/>
            <a:chExt cx="2259797" cy="251169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63FE16C-D2CA-613A-6C33-6BDD89E5C3D0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4C210636-1692-BF3D-8286-CE29A7E9490D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12761CE9-DA9A-23AE-C9D1-4C138B90CD6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E5016821-AD21-6B42-F7D2-F23C366483D7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2B43FD3C-2409-BC2E-EE2B-521C154A614D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DBD12DF5-8347-F6AC-61C6-583EFE1F1694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9BB813B4-67E6-5943-9DD5-BFB87648CCEB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CEF41408-F011-4646-2305-0DCB94AF38ED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32F2643A-F156-7448-46A6-BD7D98602FD9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9A503225-3924-A0F7-B7A8-66C377C9F968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21" name="타원 120">
                  <a:extLst>
                    <a:ext uri="{FF2B5EF4-FFF2-40B4-BE49-F238E27FC236}">
                      <a16:creationId xmlns:a16="http://schemas.microsoft.com/office/drawing/2014/main" id="{45E8A847-45CA-CE3F-95A3-0E2B65E59016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838ECB8-5CB6-3F08-7B9E-E38F5ADF28DA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4CE855A9-E065-D5E1-755D-DB184B07D965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D1A323DC-9F80-F8E9-3869-C652C4595ED2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F898A81-3459-58F0-65EA-3B65E40C3DE4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9DB8382C-855A-4825-EDE1-4E076655F183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FDA839FC-7398-F629-A2FF-BD892795E0A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46806A22-4D6E-D7F3-801D-3CE254C173CA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BE5870E6-5387-A2D7-DBB4-5B07CB8A7A80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3BF1136E-E6F3-80F4-7208-05E4232AC1AF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566B2376-0FB8-56F8-09D5-C72C233B8BBB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B74221CB-B417-6153-FA3B-90715BCD82CF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A74E1D4E-CD72-45C3-5B20-97F33340B864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113C84C4-256E-68D6-6685-89B088D5440C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62007A76-E3D3-D9E9-D438-5C3B14CACEB8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AB8C0FD9-C439-8818-D638-A4BEFDBA5FF4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5775D860-B52F-91FE-1A53-8EC2E5623DFE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67B52F7-D143-D01A-25B8-F61061743EFB}"/>
              </a:ext>
            </a:extLst>
          </p:cNvPr>
          <p:cNvGrpSpPr/>
          <p:nvPr/>
        </p:nvGrpSpPr>
        <p:grpSpPr>
          <a:xfrm>
            <a:off x="3100863" y="5070280"/>
            <a:ext cx="1631005" cy="1727858"/>
            <a:chOff x="71774" y="591927"/>
            <a:chExt cx="1662593" cy="1761321"/>
          </a:xfrm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07B0CD81-66F5-37A2-C25D-0FD1EB021E39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397AAE12-9414-34A5-7F9F-82894715E4E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44EAD195-F82A-1618-AE77-A0EACBF95A39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580" name="그룹 579">
                <a:extLst>
                  <a:ext uri="{FF2B5EF4-FFF2-40B4-BE49-F238E27FC236}">
                    <a16:creationId xmlns:a16="http://schemas.microsoft.com/office/drawing/2014/main" id="{ACF2335B-2679-FE1B-A5C4-309E598746DC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597" name="타원 596">
                  <a:extLst>
                    <a:ext uri="{FF2B5EF4-FFF2-40B4-BE49-F238E27FC236}">
                      <a16:creationId xmlns:a16="http://schemas.microsoft.com/office/drawing/2014/main" id="{2CD005E7-83D3-D035-4FB3-1232ECD203AF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409901AA-03D3-FDDB-76A5-FB9067DF9DDE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599" name="타원 598">
                  <a:extLst>
                    <a:ext uri="{FF2B5EF4-FFF2-40B4-BE49-F238E27FC236}">
                      <a16:creationId xmlns:a16="http://schemas.microsoft.com/office/drawing/2014/main" id="{28C76F7C-834D-7CB2-FDF6-183633071B05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1" name="그룹 580">
                <a:extLst>
                  <a:ext uri="{FF2B5EF4-FFF2-40B4-BE49-F238E27FC236}">
                    <a16:creationId xmlns:a16="http://schemas.microsoft.com/office/drawing/2014/main" id="{13464667-8872-ABA6-4552-4851951934D5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595" name="타원 594">
                  <a:extLst>
                    <a:ext uri="{FF2B5EF4-FFF2-40B4-BE49-F238E27FC236}">
                      <a16:creationId xmlns:a16="http://schemas.microsoft.com/office/drawing/2014/main" id="{E361D4BE-55DB-57FF-9C53-98979AFFF7F9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461BA245-4E51-71C0-2B36-611833E375EE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2" name="그룹 581">
                <a:extLst>
                  <a:ext uri="{FF2B5EF4-FFF2-40B4-BE49-F238E27FC236}">
                    <a16:creationId xmlns:a16="http://schemas.microsoft.com/office/drawing/2014/main" id="{7C2AB4F7-C47C-C440-0C24-2036A9D33FF9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593" name="타원 592">
                  <a:extLst>
                    <a:ext uri="{FF2B5EF4-FFF2-40B4-BE49-F238E27FC236}">
                      <a16:creationId xmlns:a16="http://schemas.microsoft.com/office/drawing/2014/main" id="{ED6F2BC4-BD76-D7D2-3665-BAF4102EA313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4" name="TextBox 593">
                  <a:extLst>
                    <a:ext uri="{FF2B5EF4-FFF2-40B4-BE49-F238E27FC236}">
                      <a16:creationId xmlns:a16="http://schemas.microsoft.com/office/drawing/2014/main" id="{65E540F4-E2B0-AA4E-A791-B99D82787C8E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B43C67E2-0C6A-E7FF-AE6E-D0734B67E139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84" name="그룹 583">
                <a:extLst>
                  <a:ext uri="{FF2B5EF4-FFF2-40B4-BE49-F238E27FC236}">
                    <a16:creationId xmlns:a16="http://schemas.microsoft.com/office/drawing/2014/main" id="{0745F0E4-0669-0514-8B22-37EF03C20E31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591" name="타원 590">
                  <a:extLst>
                    <a:ext uri="{FF2B5EF4-FFF2-40B4-BE49-F238E27FC236}">
                      <a16:creationId xmlns:a16="http://schemas.microsoft.com/office/drawing/2014/main" id="{435085D4-816D-8F89-678B-45499585E442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7EED1607-230B-53B5-2038-D9686FD4AC10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040B1753-F623-FA51-A02E-14FE7DC004B0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589" name="타원 588">
                  <a:extLst>
                    <a:ext uri="{FF2B5EF4-FFF2-40B4-BE49-F238E27FC236}">
                      <a16:creationId xmlns:a16="http://schemas.microsoft.com/office/drawing/2014/main" id="{8DF028DC-863A-C4C8-7A28-A53FB57BB89F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0" name="TextBox 589">
                  <a:extLst>
                    <a:ext uri="{FF2B5EF4-FFF2-40B4-BE49-F238E27FC236}">
                      <a16:creationId xmlns:a16="http://schemas.microsoft.com/office/drawing/2014/main" id="{8AB8BF55-E921-CF1D-C8D4-8C77957A2308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6" name="타원 585">
                <a:extLst>
                  <a:ext uri="{FF2B5EF4-FFF2-40B4-BE49-F238E27FC236}">
                    <a16:creationId xmlns:a16="http://schemas.microsoft.com/office/drawing/2014/main" id="{BDA7FA68-0438-2EC4-BAC8-59FA84360AB9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838F0F42-EEF9-F0AF-AF40-3E5843389C51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8" name="타원 587">
                <a:extLst>
                  <a:ext uri="{FF2B5EF4-FFF2-40B4-BE49-F238E27FC236}">
                    <a16:creationId xmlns:a16="http://schemas.microsoft.com/office/drawing/2014/main" id="{EE7C8D2B-3820-8EC1-4F0B-1886E9090385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CE38CBA2-A988-D7BA-012D-AA47AE95897E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93920B8D-7216-171C-947D-4F87A6D3A09E}"/>
              </a:ext>
            </a:extLst>
          </p:cNvPr>
          <p:cNvGrpSpPr/>
          <p:nvPr/>
        </p:nvGrpSpPr>
        <p:grpSpPr>
          <a:xfrm>
            <a:off x="9044202" y="2847080"/>
            <a:ext cx="1634192" cy="1823884"/>
            <a:chOff x="2129302" y="890897"/>
            <a:chExt cx="1634192" cy="1823884"/>
          </a:xfrm>
        </p:grpSpPr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EAE3E8CE-5684-0F5F-F94F-F498AD2CEEFF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376CEE3C-8107-299C-7AD6-93302C2F8C62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타원 603">
                <a:extLst>
                  <a:ext uri="{FF2B5EF4-FFF2-40B4-BE49-F238E27FC236}">
                    <a16:creationId xmlns:a16="http://schemas.microsoft.com/office/drawing/2014/main" id="{90FFE2A8-84BF-BD1B-C952-04C34CA3DB72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5" name="그룹 604">
                <a:extLst>
                  <a:ext uri="{FF2B5EF4-FFF2-40B4-BE49-F238E27FC236}">
                    <a16:creationId xmlns:a16="http://schemas.microsoft.com/office/drawing/2014/main" id="{9C7650C7-FD4E-3299-3712-3E57977A5DF9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369" name="타원 368">
                  <a:extLst>
                    <a:ext uri="{FF2B5EF4-FFF2-40B4-BE49-F238E27FC236}">
                      <a16:creationId xmlns:a16="http://schemas.microsoft.com/office/drawing/2014/main" id="{061608AE-5A70-FDD2-272D-DE9AF2F0606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1C238E04-F3F4-DDC1-83C9-CAD32CD5494E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7C4E6984-6204-0A9E-8107-5751C84A0FB8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367" name="타원 366">
                  <a:extLst>
                    <a:ext uri="{FF2B5EF4-FFF2-40B4-BE49-F238E27FC236}">
                      <a16:creationId xmlns:a16="http://schemas.microsoft.com/office/drawing/2014/main" id="{9BC18C34-3012-25DB-C88B-F77F6DAEC05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2B5CCF2E-CCC4-7D91-6A70-D02B739A5B7A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7" name="그룹 606">
                <a:extLst>
                  <a:ext uri="{FF2B5EF4-FFF2-40B4-BE49-F238E27FC236}">
                    <a16:creationId xmlns:a16="http://schemas.microsoft.com/office/drawing/2014/main" id="{C7B6B7FB-A0DC-5705-A0B7-09B5BE5645C5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CA85527A-5DB2-CE60-8896-2449D2A89A2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795BA392-7B1E-3BF7-1704-18A269C6B613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8" name="그룹 607">
                <a:extLst>
                  <a:ext uri="{FF2B5EF4-FFF2-40B4-BE49-F238E27FC236}">
                    <a16:creationId xmlns:a16="http://schemas.microsoft.com/office/drawing/2014/main" id="{4B381569-D8CE-1CB5-F433-F2A31ABCC15F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327" name="타원 326">
                  <a:extLst>
                    <a:ext uri="{FF2B5EF4-FFF2-40B4-BE49-F238E27FC236}">
                      <a16:creationId xmlns:a16="http://schemas.microsoft.com/office/drawing/2014/main" id="{CA16C38D-8EC3-7F02-EDEF-9B7F67D6576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6F765ABC-5528-98F9-F5EB-55D5740468EC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124D107E-65C4-CDB8-C5AB-0CB261010139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325" name="타원 324">
                  <a:extLst>
                    <a:ext uri="{FF2B5EF4-FFF2-40B4-BE49-F238E27FC236}">
                      <a16:creationId xmlns:a16="http://schemas.microsoft.com/office/drawing/2014/main" id="{46E6A881-D901-8DF9-28C8-D38E35F81577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4EE9BAB5-8965-32B9-8049-C42DD046AEF9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E35F9E38-1785-D967-E586-6EAF71D51752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67CFE19F-698A-320A-634E-1363B89285E3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1F05E86A-40CF-9B9E-D73F-FDAEA0CBE782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94E8FB89-6120-F455-F7F2-5DC081A7D835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156256F0-850C-1289-835C-C23C82C8FDA6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052C691D-DE15-FCE0-A2B2-61AD57C5A4C2}"/>
              </a:ext>
            </a:extLst>
          </p:cNvPr>
          <p:cNvGrpSpPr/>
          <p:nvPr/>
        </p:nvGrpSpPr>
        <p:grpSpPr>
          <a:xfrm>
            <a:off x="7148435" y="5054822"/>
            <a:ext cx="1587295" cy="1739333"/>
            <a:chOff x="2185243" y="3210132"/>
            <a:chExt cx="1587295" cy="1739333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C99827BD-DF0B-6484-CEB5-CCF5D18A73D1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A1FE8DEB-9B06-1B78-362A-E1D69F897CFD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1D9F53F3-BEBC-4276-F0BE-014F887EA2B8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376" name="타원 375">
                  <a:extLst>
                    <a:ext uri="{FF2B5EF4-FFF2-40B4-BE49-F238E27FC236}">
                      <a16:creationId xmlns:a16="http://schemas.microsoft.com/office/drawing/2014/main" id="{1E8F785C-FB04-6193-5D6E-8642812497D6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77" name="그룹 376">
                  <a:extLst>
                    <a:ext uri="{FF2B5EF4-FFF2-40B4-BE49-F238E27FC236}">
                      <a16:creationId xmlns:a16="http://schemas.microsoft.com/office/drawing/2014/main" id="{A13C87D0-E409-4E89-EA75-1D3ED9E41D5C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67" name="TextBox 866">
                    <a:extLst>
                      <a:ext uri="{FF2B5EF4-FFF2-40B4-BE49-F238E27FC236}">
                        <a16:creationId xmlns:a16="http://schemas.microsoft.com/office/drawing/2014/main" id="{748A9B3F-08B1-1123-5F68-9D7A6BDB2EF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68" name="타원 867">
                    <a:extLst>
                      <a:ext uri="{FF2B5EF4-FFF2-40B4-BE49-F238E27FC236}">
                        <a16:creationId xmlns:a16="http://schemas.microsoft.com/office/drawing/2014/main" id="{19305713-8981-0FBA-E4C8-7AABCB4F61F3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A72BD45A-0698-0BB2-B173-11ACAB12307C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865" name="타원 864">
                    <a:extLst>
                      <a:ext uri="{FF2B5EF4-FFF2-40B4-BE49-F238E27FC236}">
                        <a16:creationId xmlns:a16="http://schemas.microsoft.com/office/drawing/2014/main" id="{633F4617-9453-CC11-4E4E-821E2C1B0C1E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6" name="TextBox 865">
                    <a:extLst>
                      <a:ext uri="{FF2B5EF4-FFF2-40B4-BE49-F238E27FC236}">
                        <a16:creationId xmlns:a16="http://schemas.microsoft.com/office/drawing/2014/main" id="{814C98F7-298C-9076-C4A2-A5132B49283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78EE3B0D-0CAF-4EFE-1FDB-52EF60A63D8C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863" name="타원 862">
                    <a:extLst>
                      <a:ext uri="{FF2B5EF4-FFF2-40B4-BE49-F238E27FC236}">
                        <a16:creationId xmlns:a16="http://schemas.microsoft.com/office/drawing/2014/main" id="{E57511A4-26EC-7A40-7FE3-8B01C8E7AEE1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4" name="TextBox 863">
                    <a:extLst>
                      <a:ext uri="{FF2B5EF4-FFF2-40B4-BE49-F238E27FC236}">
                        <a16:creationId xmlns:a16="http://schemas.microsoft.com/office/drawing/2014/main" id="{C11E4515-B076-F0A2-E9BC-007DB45F84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0" name="그룹 379">
                  <a:extLst>
                    <a:ext uri="{FF2B5EF4-FFF2-40B4-BE49-F238E27FC236}">
                      <a16:creationId xmlns:a16="http://schemas.microsoft.com/office/drawing/2014/main" id="{7FA60027-6A3A-36CE-310D-3E8BDB931506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61" name="타원 860">
                    <a:extLst>
                      <a:ext uri="{FF2B5EF4-FFF2-40B4-BE49-F238E27FC236}">
                        <a16:creationId xmlns:a16="http://schemas.microsoft.com/office/drawing/2014/main" id="{84A5C691-EDDB-BCB4-9A0F-56368A8314DB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862" name="TextBox 861">
                    <a:extLst>
                      <a:ext uri="{FF2B5EF4-FFF2-40B4-BE49-F238E27FC236}">
                        <a16:creationId xmlns:a16="http://schemas.microsoft.com/office/drawing/2014/main" id="{FFC130EB-E142-43B4-E03F-8906C164E7CE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1" name="그룹 380">
                  <a:extLst>
                    <a:ext uri="{FF2B5EF4-FFF2-40B4-BE49-F238E27FC236}">
                      <a16:creationId xmlns:a16="http://schemas.microsoft.com/office/drawing/2014/main" id="{FB61C101-B9C0-88BF-CB56-4828B54C654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59" name="타원 858">
                    <a:extLst>
                      <a:ext uri="{FF2B5EF4-FFF2-40B4-BE49-F238E27FC236}">
                        <a16:creationId xmlns:a16="http://schemas.microsoft.com/office/drawing/2014/main" id="{0595F02F-B18A-E077-8B13-CFE98D670385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0" name="TextBox 859">
                    <a:extLst>
                      <a:ext uri="{FF2B5EF4-FFF2-40B4-BE49-F238E27FC236}">
                        <a16:creationId xmlns:a16="http://schemas.microsoft.com/office/drawing/2014/main" id="{63BB76B8-3178-6B53-0474-3500D56F227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D3118B64-65EA-AD80-6219-D4A4BC6F359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57" name="타원 856">
                    <a:extLst>
                      <a:ext uri="{FF2B5EF4-FFF2-40B4-BE49-F238E27FC236}">
                        <a16:creationId xmlns:a16="http://schemas.microsoft.com/office/drawing/2014/main" id="{E2C222D1-F525-BC38-3D2E-2C3D8C1042A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8" name="TextBox 857">
                    <a:extLst>
                      <a:ext uri="{FF2B5EF4-FFF2-40B4-BE49-F238E27FC236}">
                        <a16:creationId xmlns:a16="http://schemas.microsoft.com/office/drawing/2014/main" id="{ECFCAD79-936D-995D-5F78-8B90A6827BE7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383" name="타원 382">
                  <a:extLst>
                    <a:ext uri="{FF2B5EF4-FFF2-40B4-BE49-F238E27FC236}">
                      <a16:creationId xmlns:a16="http://schemas.microsoft.com/office/drawing/2014/main" id="{1F9AAD22-81C1-276A-DA88-11A7DFA5E2B4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5" name="타원 854">
                  <a:extLst>
                    <a:ext uri="{FF2B5EF4-FFF2-40B4-BE49-F238E27FC236}">
                      <a16:creationId xmlns:a16="http://schemas.microsoft.com/office/drawing/2014/main" id="{7F07B97E-7C34-B0ED-5526-E8D4ECDC5D25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E064E215-E41F-7F59-CE6F-0E708EF37A4E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11BCF6AE-61F3-701B-E9CC-CBEBA8013EFB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8A8E17A0-3F0C-B655-9B8E-975F4F6E2006}"/>
              </a:ext>
            </a:extLst>
          </p:cNvPr>
          <p:cNvGrpSpPr/>
          <p:nvPr/>
        </p:nvGrpSpPr>
        <p:grpSpPr>
          <a:xfrm>
            <a:off x="5029630" y="2875861"/>
            <a:ext cx="1603941" cy="1811418"/>
            <a:chOff x="4062400" y="3210132"/>
            <a:chExt cx="1603941" cy="1811418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53828CC9-5B2E-CF9D-E67E-6E67F5D38C45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7B24725A-ADF1-9D4A-1E5F-DBBD6CFA39DC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873" name="그룹 872">
                <a:extLst>
                  <a:ext uri="{FF2B5EF4-FFF2-40B4-BE49-F238E27FC236}">
                    <a16:creationId xmlns:a16="http://schemas.microsoft.com/office/drawing/2014/main" id="{D78CCB59-5454-9D50-ACDF-F5D4D4D4EA00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874" name="타원 873">
                  <a:extLst>
                    <a:ext uri="{FF2B5EF4-FFF2-40B4-BE49-F238E27FC236}">
                      <a16:creationId xmlns:a16="http://schemas.microsoft.com/office/drawing/2014/main" id="{101FABFD-77D1-45A1-A3AC-E0F1A09E6B0E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75" name="그룹 874">
                  <a:extLst>
                    <a:ext uri="{FF2B5EF4-FFF2-40B4-BE49-F238E27FC236}">
                      <a16:creationId xmlns:a16="http://schemas.microsoft.com/office/drawing/2014/main" id="{5A2F5794-CE3A-A4BE-1A7C-56EF7241C544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2D16A0B9-8130-57F7-75EF-233C57F1D16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96" name="타원 895">
                    <a:extLst>
                      <a:ext uri="{FF2B5EF4-FFF2-40B4-BE49-F238E27FC236}">
                        <a16:creationId xmlns:a16="http://schemas.microsoft.com/office/drawing/2014/main" id="{1BB62ADB-DB9A-BB66-21D8-CEFF6A947F2D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76" name="그룹 875">
                  <a:extLst>
                    <a:ext uri="{FF2B5EF4-FFF2-40B4-BE49-F238E27FC236}">
                      <a16:creationId xmlns:a16="http://schemas.microsoft.com/office/drawing/2014/main" id="{687ACBC8-81CE-69AD-07BF-625D6D57A67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893" name="타원 892">
                    <a:extLst>
                      <a:ext uri="{FF2B5EF4-FFF2-40B4-BE49-F238E27FC236}">
                        <a16:creationId xmlns:a16="http://schemas.microsoft.com/office/drawing/2014/main" id="{3F7D8FA1-53DD-BE36-F494-4CCFB27EC140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4" name="TextBox 893">
                    <a:extLst>
                      <a:ext uri="{FF2B5EF4-FFF2-40B4-BE49-F238E27FC236}">
                        <a16:creationId xmlns:a16="http://schemas.microsoft.com/office/drawing/2014/main" id="{37FF6CFF-0CA9-BF21-4FCD-4E3A955FE13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7" name="그룹 876">
                  <a:extLst>
                    <a:ext uri="{FF2B5EF4-FFF2-40B4-BE49-F238E27FC236}">
                      <a16:creationId xmlns:a16="http://schemas.microsoft.com/office/drawing/2014/main" id="{FB1DAE7A-F639-B1EB-2523-970D34FB75E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891" name="타원 890">
                    <a:extLst>
                      <a:ext uri="{FF2B5EF4-FFF2-40B4-BE49-F238E27FC236}">
                        <a16:creationId xmlns:a16="http://schemas.microsoft.com/office/drawing/2014/main" id="{8761150C-4F46-92A8-AEC5-4C3B7E758794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C3CE94C8-7F86-CFF6-1944-56D9A14894B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8" name="그룹 877">
                  <a:extLst>
                    <a:ext uri="{FF2B5EF4-FFF2-40B4-BE49-F238E27FC236}">
                      <a16:creationId xmlns:a16="http://schemas.microsoft.com/office/drawing/2014/main" id="{47951C44-A083-B5F3-6181-224B658DE007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89" name="타원 888">
                    <a:extLst>
                      <a:ext uri="{FF2B5EF4-FFF2-40B4-BE49-F238E27FC236}">
                        <a16:creationId xmlns:a16="http://schemas.microsoft.com/office/drawing/2014/main" id="{3307AC46-5C13-8F93-257A-F288B4BB8EF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3BEE5BFC-C012-CBE3-A4FA-BDB1D2D79923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9" name="그룹 878">
                  <a:extLst>
                    <a:ext uri="{FF2B5EF4-FFF2-40B4-BE49-F238E27FC236}">
                      <a16:creationId xmlns:a16="http://schemas.microsoft.com/office/drawing/2014/main" id="{08326873-B0B0-8C59-8156-A637E74F6EBE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87" name="타원 886">
                    <a:extLst>
                      <a:ext uri="{FF2B5EF4-FFF2-40B4-BE49-F238E27FC236}">
                        <a16:creationId xmlns:a16="http://schemas.microsoft.com/office/drawing/2014/main" id="{236533FF-82C9-E99B-9206-850D08EF8F1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BB4B2F1F-C408-2CB5-2A56-894CD33F3CB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880" name="그룹 879">
                  <a:extLst>
                    <a:ext uri="{FF2B5EF4-FFF2-40B4-BE49-F238E27FC236}">
                      <a16:creationId xmlns:a16="http://schemas.microsoft.com/office/drawing/2014/main" id="{D86E56C5-4BCF-C2E5-F7E6-D4B9C06641D8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85" name="타원 884">
                    <a:extLst>
                      <a:ext uri="{FF2B5EF4-FFF2-40B4-BE49-F238E27FC236}">
                        <a16:creationId xmlns:a16="http://schemas.microsoft.com/office/drawing/2014/main" id="{5BB5B07F-5C2D-EAD1-764B-315AC962B760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6" name="TextBox 885">
                    <a:extLst>
                      <a:ext uri="{FF2B5EF4-FFF2-40B4-BE49-F238E27FC236}">
                        <a16:creationId xmlns:a16="http://schemas.microsoft.com/office/drawing/2014/main" id="{1D57E8E6-A181-394B-12A5-82267D45874B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881" name="타원 880">
                  <a:extLst>
                    <a:ext uri="{FF2B5EF4-FFF2-40B4-BE49-F238E27FC236}">
                      <a16:creationId xmlns:a16="http://schemas.microsoft.com/office/drawing/2014/main" id="{FEAB66C3-5A4C-4508-7381-2D267CC1B8F8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2" name="타원 881">
                  <a:extLst>
                    <a:ext uri="{FF2B5EF4-FFF2-40B4-BE49-F238E27FC236}">
                      <a16:creationId xmlns:a16="http://schemas.microsoft.com/office/drawing/2014/main" id="{12A69ABA-CA0B-D5C2-CC62-A3641C1C6A49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3" name="타원 882">
                  <a:extLst>
                    <a:ext uri="{FF2B5EF4-FFF2-40B4-BE49-F238E27FC236}">
                      <a16:creationId xmlns:a16="http://schemas.microsoft.com/office/drawing/2014/main" id="{C897BD31-1875-1544-93B1-14C6589BE1EA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4" name="타원 883">
                  <a:extLst>
                    <a:ext uri="{FF2B5EF4-FFF2-40B4-BE49-F238E27FC236}">
                      <a16:creationId xmlns:a16="http://schemas.microsoft.com/office/drawing/2014/main" id="{C2038038-081E-632B-1626-C09C7EFB058D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71" name="타원 870">
              <a:extLst>
                <a:ext uri="{FF2B5EF4-FFF2-40B4-BE49-F238E27FC236}">
                  <a16:creationId xmlns:a16="http://schemas.microsoft.com/office/drawing/2014/main" id="{2D8BC635-2886-80A5-29AB-EDBCA6846CEF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7" name="그룹 896">
            <a:extLst>
              <a:ext uri="{FF2B5EF4-FFF2-40B4-BE49-F238E27FC236}">
                <a16:creationId xmlns:a16="http://schemas.microsoft.com/office/drawing/2014/main" id="{3BEF0449-13C2-095A-3133-C40DE792DA98}"/>
              </a:ext>
            </a:extLst>
          </p:cNvPr>
          <p:cNvGrpSpPr/>
          <p:nvPr/>
        </p:nvGrpSpPr>
        <p:grpSpPr>
          <a:xfrm>
            <a:off x="7020488" y="2873630"/>
            <a:ext cx="1587294" cy="1790314"/>
            <a:chOff x="5982700" y="3210132"/>
            <a:chExt cx="1587294" cy="1790314"/>
          </a:xfrm>
        </p:grpSpPr>
        <p:grpSp>
          <p:nvGrpSpPr>
            <p:cNvPr id="898" name="그룹 897">
              <a:extLst>
                <a:ext uri="{FF2B5EF4-FFF2-40B4-BE49-F238E27FC236}">
                  <a16:creationId xmlns:a16="http://schemas.microsoft.com/office/drawing/2014/main" id="{45A69AE1-5697-CCC4-7D8E-42C3E73591F2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900" name="TextBox 899">
                <a:extLst>
                  <a:ext uri="{FF2B5EF4-FFF2-40B4-BE49-F238E27FC236}">
                    <a16:creationId xmlns:a16="http://schemas.microsoft.com/office/drawing/2014/main" id="{8FF22B12-75E8-2838-0878-15BA45CB9919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901" name="그룹 900">
                <a:extLst>
                  <a:ext uri="{FF2B5EF4-FFF2-40B4-BE49-F238E27FC236}">
                    <a16:creationId xmlns:a16="http://schemas.microsoft.com/office/drawing/2014/main" id="{A19B73F3-42EB-2454-9270-68FA4C472303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902" name="타원 901">
                  <a:extLst>
                    <a:ext uri="{FF2B5EF4-FFF2-40B4-BE49-F238E27FC236}">
                      <a16:creationId xmlns:a16="http://schemas.microsoft.com/office/drawing/2014/main" id="{90182A6E-04E6-6202-627E-17388289E9E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03" name="그룹 902">
                  <a:extLst>
                    <a:ext uri="{FF2B5EF4-FFF2-40B4-BE49-F238E27FC236}">
                      <a16:creationId xmlns:a16="http://schemas.microsoft.com/office/drawing/2014/main" id="{C0347F4A-0324-8CD5-2C53-6544B05FF553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23" name="TextBox 922">
                    <a:extLst>
                      <a:ext uri="{FF2B5EF4-FFF2-40B4-BE49-F238E27FC236}">
                        <a16:creationId xmlns:a16="http://schemas.microsoft.com/office/drawing/2014/main" id="{B33052C4-AAB7-EDE2-2AA3-C6FEA56C74E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24" name="타원 923">
                    <a:extLst>
                      <a:ext uri="{FF2B5EF4-FFF2-40B4-BE49-F238E27FC236}">
                        <a16:creationId xmlns:a16="http://schemas.microsoft.com/office/drawing/2014/main" id="{4B3736A8-593F-B3BD-EBDB-F70FC57A60C6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616D5937-5D6E-2C45-52EA-624C0192C55F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921" name="타원 920">
                    <a:extLst>
                      <a:ext uri="{FF2B5EF4-FFF2-40B4-BE49-F238E27FC236}">
                        <a16:creationId xmlns:a16="http://schemas.microsoft.com/office/drawing/2014/main" id="{EC6FFD22-A8C1-830B-ABCC-13C6135173E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2" name="TextBox 921">
                    <a:extLst>
                      <a:ext uri="{FF2B5EF4-FFF2-40B4-BE49-F238E27FC236}">
                        <a16:creationId xmlns:a16="http://schemas.microsoft.com/office/drawing/2014/main" id="{A2E37669-741A-84F1-2A16-B24936BE560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5" name="그룹 904">
                  <a:extLst>
                    <a:ext uri="{FF2B5EF4-FFF2-40B4-BE49-F238E27FC236}">
                      <a16:creationId xmlns:a16="http://schemas.microsoft.com/office/drawing/2014/main" id="{63A050A8-9F7B-185F-3251-88E92905DFF5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19" name="타원 918">
                    <a:extLst>
                      <a:ext uri="{FF2B5EF4-FFF2-40B4-BE49-F238E27FC236}">
                        <a16:creationId xmlns:a16="http://schemas.microsoft.com/office/drawing/2014/main" id="{989C1CA5-F586-1CFD-9C68-F0E270FF0290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0" name="TextBox 919">
                    <a:extLst>
                      <a:ext uri="{FF2B5EF4-FFF2-40B4-BE49-F238E27FC236}">
                        <a16:creationId xmlns:a16="http://schemas.microsoft.com/office/drawing/2014/main" id="{503E6C3A-473E-175D-BEE6-93FE81D5E45C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A3AA1738-CC4E-81C4-19DA-541C85DDBF00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17" name="타원 916">
                    <a:extLst>
                      <a:ext uri="{FF2B5EF4-FFF2-40B4-BE49-F238E27FC236}">
                        <a16:creationId xmlns:a16="http://schemas.microsoft.com/office/drawing/2014/main" id="{63CEF3DF-9947-DC3B-FC90-8387286225F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8" name="TextBox 917">
                    <a:extLst>
                      <a:ext uri="{FF2B5EF4-FFF2-40B4-BE49-F238E27FC236}">
                        <a16:creationId xmlns:a16="http://schemas.microsoft.com/office/drawing/2014/main" id="{D3E4CAE1-F8CE-4C4A-43A4-442D0740E5B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7" name="그룹 906">
                  <a:extLst>
                    <a:ext uri="{FF2B5EF4-FFF2-40B4-BE49-F238E27FC236}">
                      <a16:creationId xmlns:a16="http://schemas.microsoft.com/office/drawing/2014/main" id="{4EB847EF-92E7-EDD1-18F6-F301FECAABBA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15" name="타원 914">
                    <a:extLst>
                      <a:ext uri="{FF2B5EF4-FFF2-40B4-BE49-F238E27FC236}">
                        <a16:creationId xmlns:a16="http://schemas.microsoft.com/office/drawing/2014/main" id="{0453E695-12DD-41FA-6793-5C39B3C8A076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6" name="TextBox 915">
                    <a:extLst>
                      <a:ext uri="{FF2B5EF4-FFF2-40B4-BE49-F238E27FC236}">
                        <a16:creationId xmlns:a16="http://schemas.microsoft.com/office/drawing/2014/main" id="{2CEBBCEE-97C7-9F08-B14E-258A8544C14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76B8E6EF-21B7-9026-FF53-C0B8BD14E9A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13" name="타원 912">
                    <a:extLst>
                      <a:ext uri="{FF2B5EF4-FFF2-40B4-BE49-F238E27FC236}">
                        <a16:creationId xmlns:a16="http://schemas.microsoft.com/office/drawing/2014/main" id="{A0A33ECD-CAA1-2E7B-19F4-1B7EE44A82B6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4" name="TextBox 913">
                    <a:extLst>
                      <a:ext uri="{FF2B5EF4-FFF2-40B4-BE49-F238E27FC236}">
                        <a16:creationId xmlns:a16="http://schemas.microsoft.com/office/drawing/2014/main" id="{5E703C63-5952-AA61-4D93-1EE9E99F7A4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09" name="타원 908">
                  <a:extLst>
                    <a:ext uri="{FF2B5EF4-FFF2-40B4-BE49-F238E27FC236}">
                      <a16:creationId xmlns:a16="http://schemas.microsoft.com/office/drawing/2014/main" id="{ADD70218-0A72-986B-F323-302E95DC4882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0" name="타원 909">
                  <a:extLst>
                    <a:ext uri="{FF2B5EF4-FFF2-40B4-BE49-F238E27FC236}">
                      <a16:creationId xmlns:a16="http://schemas.microsoft.com/office/drawing/2014/main" id="{8D039A4E-2750-08C7-3D59-4B4E33B36B69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1" name="타원 910">
                  <a:extLst>
                    <a:ext uri="{FF2B5EF4-FFF2-40B4-BE49-F238E27FC236}">
                      <a16:creationId xmlns:a16="http://schemas.microsoft.com/office/drawing/2014/main" id="{7CFAD437-9B8F-CB5D-5F46-B775999BB9D4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2" name="타원 911">
                  <a:extLst>
                    <a:ext uri="{FF2B5EF4-FFF2-40B4-BE49-F238E27FC236}">
                      <a16:creationId xmlns:a16="http://schemas.microsoft.com/office/drawing/2014/main" id="{4664A09E-D6B3-5414-10A7-CFB79721CD7B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99" name="타원 898">
              <a:extLst>
                <a:ext uri="{FF2B5EF4-FFF2-40B4-BE49-F238E27FC236}">
                  <a16:creationId xmlns:a16="http://schemas.microsoft.com/office/drawing/2014/main" id="{1D560CD3-C3D3-4CE4-B56F-B9A853FCD554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6207FEA9-CF9C-BEEF-638D-CABF3FB5D730}"/>
              </a:ext>
            </a:extLst>
          </p:cNvPr>
          <p:cNvGrpSpPr/>
          <p:nvPr/>
        </p:nvGrpSpPr>
        <p:grpSpPr>
          <a:xfrm>
            <a:off x="4975277" y="5029708"/>
            <a:ext cx="1643081" cy="1712683"/>
            <a:chOff x="7864758" y="3210132"/>
            <a:chExt cx="1643081" cy="1712683"/>
          </a:xfrm>
        </p:grpSpPr>
        <p:grpSp>
          <p:nvGrpSpPr>
            <p:cNvPr id="926" name="그룹 925">
              <a:extLst>
                <a:ext uri="{FF2B5EF4-FFF2-40B4-BE49-F238E27FC236}">
                  <a16:creationId xmlns:a16="http://schemas.microsoft.com/office/drawing/2014/main" id="{C9FF5B53-4D06-7362-8BB8-333EAA4CD5EF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3166995A-735C-E416-2ADE-66548C67D275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6C374033-A42F-79D2-FB19-D500268945BD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930" name="타원 929">
                  <a:extLst>
                    <a:ext uri="{FF2B5EF4-FFF2-40B4-BE49-F238E27FC236}">
                      <a16:creationId xmlns:a16="http://schemas.microsoft.com/office/drawing/2014/main" id="{175803AC-A11E-8A5A-95FA-7F9855E30404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31" name="그룹 930">
                  <a:extLst>
                    <a:ext uri="{FF2B5EF4-FFF2-40B4-BE49-F238E27FC236}">
                      <a16:creationId xmlns:a16="http://schemas.microsoft.com/office/drawing/2014/main" id="{9BB419EE-341C-5DD0-29F5-C838147D57E4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50" name="TextBox 949">
                    <a:extLst>
                      <a:ext uri="{FF2B5EF4-FFF2-40B4-BE49-F238E27FC236}">
                        <a16:creationId xmlns:a16="http://schemas.microsoft.com/office/drawing/2014/main" id="{8C7521AF-51F3-E98C-0DCA-FBC92025EA9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51" name="타원 950">
                    <a:extLst>
                      <a:ext uri="{FF2B5EF4-FFF2-40B4-BE49-F238E27FC236}">
                        <a16:creationId xmlns:a16="http://schemas.microsoft.com/office/drawing/2014/main" id="{6774D191-76AE-792F-DF26-BC4E7E600A4F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F75D8154-BFCC-BC7F-C87B-CF76F276C51C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948" name="타원 947">
                    <a:extLst>
                      <a:ext uri="{FF2B5EF4-FFF2-40B4-BE49-F238E27FC236}">
                        <a16:creationId xmlns:a16="http://schemas.microsoft.com/office/drawing/2014/main" id="{54971FC8-B4E2-4759-995A-2DB9BE1C945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9" name="TextBox 948">
                    <a:extLst>
                      <a:ext uri="{FF2B5EF4-FFF2-40B4-BE49-F238E27FC236}">
                        <a16:creationId xmlns:a16="http://schemas.microsoft.com/office/drawing/2014/main" id="{5F13F871-E999-E2F8-CAA0-DE72B05DD58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3" name="그룹 932">
                  <a:extLst>
                    <a:ext uri="{FF2B5EF4-FFF2-40B4-BE49-F238E27FC236}">
                      <a16:creationId xmlns:a16="http://schemas.microsoft.com/office/drawing/2014/main" id="{5858B8F0-04AC-C072-9111-F26845D890E7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46" name="타원 945">
                    <a:extLst>
                      <a:ext uri="{FF2B5EF4-FFF2-40B4-BE49-F238E27FC236}">
                        <a16:creationId xmlns:a16="http://schemas.microsoft.com/office/drawing/2014/main" id="{D75EE5A7-55D4-2EC9-9C85-02D52198B228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7" name="TextBox 946">
                    <a:extLst>
                      <a:ext uri="{FF2B5EF4-FFF2-40B4-BE49-F238E27FC236}">
                        <a16:creationId xmlns:a16="http://schemas.microsoft.com/office/drawing/2014/main" id="{ED79728D-2811-4399-954D-DE44799FEE89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4" name="그룹 933">
                  <a:extLst>
                    <a:ext uri="{FF2B5EF4-FFF2-40B4-BE49-F238E27FC236}">
                      <a16:creationId xmlns:a16="http://schemas.microsoft.com/office/drawing/2014/main" id="{F6DC8553-AC0C-BB1D-5C4B-17807E52A50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44" name="타원 943">
                    <a:extLst>
                      <a:ext uri="{FF2B5EF4-FFF2-40B4-BE49-F238E27FC236}">
                        <a16:creationId xmlns:a16="http://schemas.microsoft.com/office/drawing/2014/main" id="{8218082C-9DA1-9EE9-867A-28F8C7D257E3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5" name="TextBox 944">
                    <a:extLst>
                      <a:ext uri="{FF2B5EF4-FFF2-40B4-BE49-F238E27FC236}">
                        <a16:creationId xmlns:a16="http://schemas.microsoft.com/office/drawing/2014/main" id="{F5778A7C-2E49-67AA-A6EF-D8A4A55F964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5" name="그룹 934">
                  <a:extLst>
                    <a:ext uri="{FF2B5EF4-FFF2-40B4-BE49-F238E27FC236}">
                      <a16:creationId xmlns:a16="http://schemas.microsoft.com/office/drawing/2014/main" id="{82875DC8-ABBE-7D41-3B35-D99FEBD6B40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42" name="타원 941">
                    <a:extLst>
                      <a:ext uri="{FF2B5EF4-FFF2-40B4-BE49-F238E27FC236}">
                        <a16:creationId xmlns:a16="http://schemas.microsoft.com/office/drawing/2014/main" id="{3EB59C4F-64D5-00A4-E9D4-2E7F93F3E7C4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3" name="TextBox 942">
                    <a:extLst>
                      <a:ext uri="{FF2B5EF4-FFF2-40B4-BE49-F238E27FC236}">
                        <a16:creationId xmlns:a16="http://schemas.microsoft.com/office/drawing/2014/main" id="{463C5DFD-0D55-C6CC-91E2-A12D3E87EFD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36" name="그룹 935">
                  <a:extLst>
                    <a:ext uri="{FF2B5EF4-FFF2-40B4-BE49-F238E27FC236}">
                      <a16:creationId xmlns:a16="http://schemas.microsoft.com/office/drawing/2014/main" id="{26AAD724-154D-F155-C173-A9E8A315C89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40" name="타원 939">
                    <a:extLst>
                      <a:ext uri="{FF2B5EF4-FFF2-40B4-BE49-F238E27FC236}">
                        <a16:creationId xmlns:a16="http://schemas.microsoft.com/office/drawing/2014/main" id="{CDD084CC-F7A8-E547-2EF9-6BCF2828100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1" name="TextBox 940">
                    <a:extLst>
                      <a:ext uri="{FF2B5EF4-FFF2-40B4-BE49-F238E27FC236}">
                        <a16:creationId xmlns:a16="http://schemas.microsoft.com/office/drawing/2014/main" id="{A4620AE3-A063-32A3-3887-4ADE26BCD97C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37" name="타원 936">
                  <a:extLst>
                    <a:ext uri="{FF2B5EF4-FFF2-40B4-BE49-F238E27FC236}">
                      <a16:creationId xmlns:a16="http://schemas.microsoft.com/office/drawing/2014/main" id="{20F7901B-F02F-F28A-7ABF-A60BD09FFF05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8" name="타원 937">
                  <a:extLst>
                    <a:ext uri="{FF2B5EF4-FFF2-40B4-BE49-F238E27FC236}">
                      <a16:creationId xmlns:a16="http://schemas.microsoft.com/office/drawing/2014/main" id="{E0115EAC-03D1-2E42-A114-BED6E5CD89B1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9" name="타원 938">
                  <a:extLst>
                    <a:ext uri="{FF2B5EF4-FFF2-40B4-BE49-F238E27FC236}">
                      <a16:creationId xmlns:a16="http://schemas.microsoft.com/office/drawing/2014/main" id="{F1E2B457-0C6A-90BE-A63D-6CE8BE836B08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7" name="타원 926">
              <a:extLst>
                <a:ext uri="{FF2B5EF4-FFF2-40B4-BE49-F238E27FC236}">
                  <a16:creationId xmlns:a16="http://schemas.microsoft.com/office/drawing/2014/main" id="{53C8C41F-3504-B15D-FEA3-76D517D37F50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3" name="그룹 952">
            <a:extLst>
              <a:ext uri="{FF2B5EF4-FFF2-40B4-BE49-F238E27FC236}">
                <a16:creationId xmlns:a16="http://schemas.microsoft.com/office/drawing/2014/main" id="{D1D4507E-F8FF-661C-51C6-CA7DA4D3562E}"/>
              </a:ext>
            </a:extLst>
          </p:cNvPr>
          <p:cNvGrpSpPr/>
          <p:nvPr/>
        </p:nvGrpSpPr>
        <p:grpSpPr>
          <a:xfrm>
            <a:off x="1195416" y="2945924"/>
            <a:ext cx="1843591" cy="1774663"/>
            <a:chOff x="483084" y="1035890"/>
            <a:chExt cx="1843591" cy="1774663"/>
          </a:xfrm>
        </p:grpSpPr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0C82C13E-789B-AB02-8471-0409D4D571F6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955" name="그룹 954">
              <a:extLst>
                <a:ext uri="{FF2B5EF4-FFF2-40B4-BE49-F238E27FC236}">
                  <a16:creationId xmlns:a16="http://schemas.microsoft.com/office/drawing/2014/main" id="{52BED3F6-718F-D06F-8ADD-1E1FD8926B81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958" name="타원 957">
                <a:extLst>
                  <a:ext uri="{FF2B5EF4-FFF2-40B4-BE49-F238E27FC236}">
                    <a16:creationId xmlns:a16="http://schemas.microsoft.com/office/drawing/2014/main" id="{7FCF5BFF-6CCD-09D2-CB9E-C6B6D58D6A76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FD91EBAA-7997-97CB-B27D-5CE6C493ADB8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981" name="TextBox 980">
                  <a:extLst>
                    <a:ext uri="{FF2B5EF4-FFF2-40B4-BE49-F238E27FC236}">
                      <a16:creationId xmlns:a16="http://schemas.microsoft.com/office/drawing/2014/main" id="{92F52BDE-98A4-1AFD-F3FF-3C943D9A1833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2" name="타원 981">
                  <a:extLst>
                    <a:ext uri="{FF2B5EF4-FFF2-40B4-BE49-F238E27FC236}">
                      <a16:creationId xmlns:a16="http://schemas.microsoft.com/office/drawing/2014/main" id="{44335BF5-B3CE-F508-318A-50773929FD3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FD0E8B5E-698B-3DC2-7D2A-4EECC2B0BDD7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979" name="타원 978">
                  <a:extLst>
                    <a:ext uri="{FF2B5EF4-FFF2-40B4-BE49-F238E27FC236}">
                      <a16:creationId xmlns:a16="http://schemas.microsoft.com/office/drawing/2014/main" id="{CEE3CE33-E5D6-9454-84D3-0C531C19F2B7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0" name="TextBox 979">
                  <a:extLst>
                    <a:ext uri="{FF2B5EF4-FFF2-40B4-BE49-F238E27FC236}">
                      <a16:creationId xmlns:a16="http://schemas.microsoft.com/office/drawing/2014/main" id="{AFC0B22A-6662-54E5-D74D-96D5A521FCF5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D7E85F88-4B52-8AA2-EFED-FFFF94F887BB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977" name="타원 976">
                  <a:extLst>
                    <a:ext uri="{FF2B5EF4-FFF2-40B4-BE49-F238E27FC236}">
                      <a16:creationId xmlns:a16="http://schemas.microsoft.com/office/drawing/2014/main" id="{0E4F890E-64F7-220B-58AD-11A46ABECA2B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8" name="TextBox 977">
                  <a:extLst>
                    <a:ext uri="{FF2B5EF4-FFF2-40B4-BE49-F238E27FC236}">
                      <a16:creationId xmlns:a16="http://schemas.microsoft.com/office/drawing/2014/main" id="{83B48F2A-CB16-FC95-3A39-8AFD283C1B33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2" name="그룹 961">
                <a:extLst>
                  <a:ext uri="{FF2B5EF4-FFF2-40B4-BE49-F238E27FC236}">
                    <a16:creationId xmlns:a16="http://schemas.microsoft.com/office/drawing/2014/main" id="{D04F78C3-8495-1610-0C69-166BE7AF647E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975" name="타원 974">
                  <a:extLst>
                    <a:ext uri="{FF2B5EF4-FFF2-40B4-BE49-F238E27FC236}">
                      <a16:creationId xmlns:a16="http://schemas.microsoft.com/office/drawing/2014/main" id="{47159ED1-30A9-FC93-8886-FDE572B5637E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6" name="TextBox 975">
                  <a:extLst>
                    <a:ext uri="{FF2B5EF4-FFF2-40B4-BE49-F238E27FC236}">
                      <a16:creationId xmlns:a16="http://schemas.microsoft.com/office/drawing/2014/main" id="{14631FAD-837F-FA6A-EC8F-9F7BA5E98283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99C39AB8-E695-7B34-F655-0C56C1E08820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964" name="타원 963">
                <a:extLst>
                  <a:ext uri="{FF2B5EF4-FFF2-40B4-BE49-F238E27FC236}">
                    <a16:creationId xmlns:a16="http://schemas.microsoft.com/office/drawing/2014/main" id="{8702C2FA-4E43-31C4-4BD8-2D47B6D0D544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65" name="그룹 964">
                <a:extLst>
                  <a:ext uri="{FF2B5EF4-FFF2-40B4-BE49-F238E27FC236}">
                    <a16:creationId xmlns:a16="http://schemas.microsoft.com/office/drawing/2014/main" id="{1F0BE51B-0FCC-1FB7-5A3B-0DEB034A5E10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973" name="타원 972">
                  <a:extLst>
                    <a:ext uri="{FF2B5EF4-FFF2-40B4-BE49-F238E27FC236}">
                      <a16:creationId xmlns:a16="http://schemas.microsoft.com/office/drawing/2014/main" id="{0313CD04-8061-81E2-CEF0-0AF5B7C89C62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4" name="TextBox 973">
                  <a:extLst>
                    <a:ext uri="{FF2B5EF4-FFF2-40B4-BE49-F238E27FC236}">
                      <a16:creationId xmlns:a16="http://schemas.microsoft.com/office/drawing/2014/main" id="{4BDA8A53-76D9-37D5-E823-62DC315B5988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6" name="그룹 965">
                <a:extLst>
                  <a:ext uri="{FF2B5EF4-FFF2-40B4-BE49-F238E27FC236}">
                    <a16:creationId xmlns:a16="http://schemas.microsoft.com/office/drawing/2014/main" id="{66462C17-BA8E-E72B-0A00-6EE889AB14EA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971" name="타원 970">
                  <a:extLst>
                    <a:ext uri="{FF2B5EF4-FFF2-40B4-BE49-F238E27FC236}">
                      <a16:creationId xmlns:a16="http://schemas.microsoft.com/office/drawing/2014/main" id="{A4ACAF8A-7203-479A-D00B-D106E2FDC6AB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2" name="TextBox 971">
                  <a:extLst>
                    <a:ext uri="{FF2B5EF4-FFF2-40B4-BE49-F238E27FC236}">
                      <a16:creationId xmlns:a16="http://schemas.microsoft.com/office/drawing/2014/main" id="{9CE082A6-467C-0F32-AF7B-E44E3272F641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7" name="그룹 966">
                <a:extLst>
                  <a:ext uri="{FF2B5EF4-FFF2-40B4-BE49-F238E27FC236}">
                    <a16:creationId xmlns:a16="http://schemas.microsoft.com/office/drawing/2014/main" id="{8CA2C858-B770-24DC-5E6A-3587C4D5F8C3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969" name="타원 968">
                  <a:extLst>
                    <a:ext uri="{FF2B5EF4-FFF2-40B4-BE49-F238E27FC236}">
                      <a16:creationId xmlns:a16="http://schemas.microsoft.com/office/drawing/2014/main" id="{0CE99FB5-3E2A-D0A4-1B61-A10984429738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0" name="TextBox 969">
                  <a:extLst>
                    <a:ext uri="{FF2B5EF4-FFF2-40B4-BE49-F238E27FC236}">
                      <a16:creationId xmlns:a16="http://schemas.microsoft.com/office/drawing/2014/main" id="{4633A03F-3A2F-B316-D4DB-7952C1599555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02921A21-54EA-6935-1FBA-67EC9DC5F217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7" name="타원 956">
              <a:extLst>
                <a:ext uri="{FF2B5EF4-FFF2-40B4-BE49-F238E27FC236}">
                  <a16:creationId xmlns:a16="http://schemas.microsoft.com/office/drawing/2014/main" id="{1243D6AF-8140-30C0-568E-68FE7A1CBF95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FE35C35-527B-D158-0B79-9081742FE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51717"/>
              </p:ext>
            </p:extLst>
          </p:nvPr>
        </p:nvGraphicFramePr>
        <p:xfrm>
          <a:off x="3677676" y="756956"/>
          <a:ext cx="5701523" cy="1884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9021">
                  <a:extLst>
                    <a:ext uri="{9D8B030D-6E8A-4147-A177-3AD203B41FA5}">
                      <a16:colId xmlns:a16="http://schemas.microsoft.com/office/drawing/2014/main" val="131975149"/>
                    </a:ext>
                  </a:extLst>
                </a:gridCol>
                <a:gridCol w="1448463">
                  <a:extLst>
                    <a:ext uri="{9D8B030D-6E8A-4147-A177-3AD203B41FA5}">
                      <a16:colId xmlns:a16="http://schemas.microsoft.com/office/drawing/2014/main" val="464634656"/>
                    </a:ext>
                  </a:extLst>
                </a:gridCol>
                <a:gridCol w="1506401">
                  <a:extLst>
                    <a:ext uri="{9D8B030D-6E8A-4147-A177-3AD203B41FA5}">
                      <a16:colId xmlns:a16="http://schemas.microsoft.com/office/drawing/2014/main" val="1379663257"/>
                    </a:ext>
                  </a:extLst>
                </a:gridCol>
                <a:gridCol w="1397638">
                  <a:extLst>
                    <a:ext uri="{9D8B030D-6E8A-4147-A177-3AD203B41FA5}">
                      <a16:colId xmlns:a16="http://schemas.microsoft.com/office/drawing/2014/main" val="2003220444"/>
                    </a:ext>
                  </a:extLst>
                </a:gridCol>
              </a:tblGrid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127.0.0.1:6004(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60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5481430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127.0.0.1:6005(</a:t>
                      </a:r>
                      <a:r>
                        <a:rPr lang="en-US" altLang="ko-KR" sz="1000" b="1" u="none" strike="noStrike">
                          <a:effectLst/>
                        </a:rPr>
                        <a:t>112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53588114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377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80683729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127.0.0.1:6006(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477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6377048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127.0.0.1:6006(477)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127.0.0.1:6001(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481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21440648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>
                          <a:effectLst/>
                        </a:rPr>
                        <a:t> </a:t>
                      </a:r>
                      <a:r>
                        <a:rPr lang="en-US" altLang="ko-KR" sz="1000" b="1" u="none" strike="noStrike">
                          <a:effectLst/>
                        </a:rPr>
                        <a:t>127.0.0.1:6000(876)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127.0.0.1:6002(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621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45041195"/>
                  </a:ext>
                </a:extLst>
              </a:tr>
              <a:tr h="1592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127.0.0.1:6009(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772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0973142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127.0.0.1:6007(377)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>
                          <a:effectLst/>
                        </a:rPr>
                        <a:t>127.0.0.1:6009(772)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127.0.0.1:6008(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864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68570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7001509"/>
                  </a:ext>
                </a:extLst>
              </a:tr>
              <a:tr h="1916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127.0.0.1:6000(876)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</a:rPr>
                        <a:t>127.0.0.1:6003(</a:t>
                      </a:r>
                      <a:r>
                        <a:rPr lang="en-US" altLang="ko-KR" sz="1000" b="1" u="none" strike="noStrike" dirty="0">
                          <a:effectLst/>
                        </a:rPr>
                        <a:t>906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1640153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2712B8C-E108-2E7A-E17D-2AF52DC57703}"/>
              </a:ext>
            </a:extLst>
          </p:cNvPr>
          <p:cNvGrpSpPr/>
          <p:nvPr/>
        </p:nvGrpSpPr>
        <p:grpSpPr>
          <a:xfrm>
            <a:off x="370016" y="709249"/>
            <a:ext cx="3444508" cy="1923585"/>
            <a:chOff x="370016" y="205815"/>
            <a:chExt cx="3444508" cy="1923585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4BFA0E24-3DCE-EF04-CDA8-273A0484C593}"/>
                </a:ext>
              </a:extLst>
            </p:cNvPr>
            <p:cNvSpPr txBox="1"/>
            <p:nvPr/>
          </p:nvSpPr>
          <p:spPr>
            <a:xfrm>
              <a:off x="370016" y="205815"/>
              <a:ext cx="163382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(127.0.0.1:6004) 60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84B7F336-A369-C223-BA16-CCCC4516E6EF}"/>
                </a:ext>
              </a:extLst>
            </p:cNvPr>
            <p:cNvSpPr txBox="1"/>
            <p:nvPr/>
          </p:nvSpPr>
          <p:spPr>
            <a:xfrm>
              <a:off x="2006456" y="210451"/>
              <a:ext cx="16712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60</a:t>
              </a:r>
              <a:endParaRPr lang="ko-KR" altLang="en-US" sz="10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043A723-53BC-ACA6-C206-3ED11A0EF440}"/>
                </a:ext>
              </a:extLst>
            </p:cNvPr>
            <p:cNvSpPr txBox="1"/>
            <p:nvPr/>
          </p:nvSpPr>
          <p:spPr>
            <a:xfrm>
              <a:off x="370016" y="406711"/>
              <a:ext cx="172008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(127.0.0.1:6005) 112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1F1596-8198-81FF-238D-2873C8489D32}"/>
                </a:ext>
              </a:extLst>
            </p:cNvPr>
            <p:cNvSpPr txBox="1"/>
            <p:nvPr/>
          </p:nvSpPr>
          <p:spPr>
            <a:xfrm>
              <a:off x="2006455" y="392223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112</a:t>
              </a:r>
              <a:endParaRPr lang="ko-KR" altLang="en-US" sz="1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4D4EF4-084B-F45E-458E-424A95008C60}"/>
                </a:ext>
              </a:extLst>
            </p:cNvPr>
            <p:cNvSpPr txBox="1"/>
            <p:nvPr/>
          </p:nvSpPr>
          <p:spPr>
            <a:xfrm>
              <a:off x="370016" y="575146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(127.0.0.1:6007) 377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AA73E6-6895-77E2-7C36-2CC41F8D3CB5}"/>
                </a:ext>
              </a:extLst>
            </p:cNvPr>
            <p:cNvSpPr txBox="1"/>
            <p:nvPr/>
          </p:nvSpPr>
          <p:spPr>
            <a:xfrm>
              <a:off x="2006913" y="5835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</a:t>
              </a:r>
              <a:endParaRPr lang="ko-KR" altLang="en-US" sz="1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067655-3A8A-042E-C2AA-2FA92E211786}"/>
                </a:ext>
              </a:extLst>
            </p:cNvPr>
            <p:cNvSpPr txBox="1"/>
            <p:nvPr/>
          </p:nvSpPr>
          <p:spPr>
            <a:xfrm>
              <a:off x="370016" y="1508155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(127.0.0.1:6008) 864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B6B16C-BB53-B8AE-99B4-91CAB4229311}"/>
                </a:ext>
              </a:extLst>
            </p:cNvPr>
            <p:cNvSpPr txBox="1"/>
            <p:nvPr/>
          </p:nvSpPr>
          <p:spPr>
            <a:xfrm>
              <a:off x="2002288" y="151658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772 → 864</a:t>
              </a:r>
              <a:endParaRPr lang="ko-KR" altLang="en-US" sz="1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957052-84F0-CCB1-8252-1D06E0D05320}"/>
                </a:ext>
              </a:extLst>
            </p:cNvPr>
            <p:cNvSpPr txBox="1"/>
            <p:nvPr/>
          </p:nvSpPr>
          <p:spPr>
            <a:xfrm>
              <a:off x="370016" y="131900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(127.0.0.1:6009) 772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246D0A-A3B1-6A62-334F-B4C48D7B101A}"/>
                </a:ext>
              </a:extLst>
            </p:cNvPr>
            <p:cNvSpPr txBox="1"/>
            <p:nvPr/>
          </p:nvSpPr>
          <p:spPr>
            <a:xfrm>
              <a:off x="2006913" y="1347265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772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FD7DA0-C726-9D43-8FA1-BFF25375069F}"/>
                </a:ext>
              </a:extLst>
            </p:cNvPr>
            <p:cNvSpPr txBox="1"/>
            <p:nvPr/>
          </p:nvSpPr>
          <p:spPr>
            <a:xfrm>
              <a:off x="370016" y="973434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(127.0.0.1:6001) 481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2A287A-F759-FD5F-B7E0-46C98A5A54C4}"/>
                </a:ext>
              </a:extLst>
            </p:cNvPr>
            <p:cNvSpPr txBox="1"/>
            <p:nvPr/>
          </p:nvSpPr>
          <p:spPr>
            <a:xfrm>
              <a:off x="2006913" y="981867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879 → 377 → 477 → 481</a:t>
              </a:r>
              <a:endParaRPr lang="ko-KR" altLang="en-US" sz="1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F25F1B-D183-4076-ED7E-C19A516CF2D5}"/>
                </a:ext>
              </a:extLst>
            </p:cNvPr>
            <p:cNvSpPr txBox="1"/>
            <p:nvPr/>
          </p:nvSpPr>
          <p:spPr>
            <a:xfrm>
              <a:off x="370016" y="115299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(127.0.0.1:6002) 621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AC2837-A68A-6B4E-6491-106CA31CB02C}"/>
                </a:ext>
              </a:extLst>
            </p:cNvPr>
            <p:cNvSpPr txBox="1"/>
            <p:nvPr/>
          </p:nvSpPr>
          <p:spPr>
            <a:xfrm>
              <a:off x="2006913" y="1161432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621</a:t>
              </a:r>
              <a:endParaRPr lang="ko-KR" altLang="en-US" sz="1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96A45B-A639-5383-AC56-9E1181F78B6D}"/>
                </a:ext>
              </a:extLst>
            </p:cNvPr>
            <p:cNvSpPr txBox="1"/>
            <p:nvPr/>
          </p:nvSpPr>
          <p:spPr>
            <a:xfrm>
              <a:off x="370016" y="1682348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(127.0.0.1:6000) 876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87740E-89FB-1FD7-A99C-2B270DB3D4E5}"/>
                </a:ext>
              </a:extLst>
            </p:cNvPr>
            <p:cNvSpPr txBox="1"/>
            <p:nvPr/>
          </p:nvSpPr>
          <p:spPr>
            <a:xfrm>
              <a:off x="370016" y="1874746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(127.0.0.1:6003) 906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C6B471-22EB-F3C7-D84A-4B0F828F3136}"/>
                </a:ext>
              </a:extLst>
            </p:cNvPr>
            <p:cNvSpPr txBox="1"/>
            <p:nvPr/>
          </p:nvSpPr>
          <p:spPr>
            <a:xfrm>
              <a:off x="1985524" y="18831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</a:t>
              </a:r>
              <a:r>
                <a:rPr lang="en-US" altLang="ko-KR" sz="1000" dirty="0">
                  <a:sym typeface="Wingdings" panose="05000000000000000000" pitchFamily="2" charset="2"/>
                </a:rPr>
                <a:t> 906</a:t>
              </a:r>
              <a:endParaRPr lang="ko-KR" altLang="en-US" sz="1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0E9DA90-5491-6D77-7FED-CB51AAF9711F}"/>
                </a:ext>
              </a:extLst>
            </p:cNvPr>
            <p:cNvSpPr txBox="1"/>
            <p:nvPr/>
          </p:nvSpPr>
          <p:spPr>
            <a:xfrm>
              <a:off x="370016" y="780346"/>
              <a:ext cx="172008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</a:rPr>
                <a:t>(127.0.0.1:6006) 477 </a:t>
              </a:r>
              <a:r>
                <a:rPr lang="ko-KR" altLang="en-US" sz="1000" b="1" dirty="0">
                  <a:solidFill>
                    <a:srgbClr val="FF0000"/>
                  </a:solidFill>
                </a:rPr>
                <a:t>찾기</a:t>
              </a:r>
              <a:endParaRPr lang="en-US" altLang="ko-KR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D07631-93A9-FE54-0523-C7C004EBF3AF}"/>
                </a:ext>
              </a:extLst>
            </p:cNvPr>
            <p:cNvSpPr txBox="1"/>
            <p:nvPr/>
          </p:nvSpPr>
          <p:spPr>
            <a:xfrm>
              <a:off x="2006913" y="788779"/>
              <a:ext cx="18076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876 → 377 → 477</a:t>
              </a:r>
              <a:endParaRPr lang="ko-KR" altLang="en-US" sz="1000" dirty="0"/>
            </a:p>
          </p:txBody>
        </p:sp>
      </p:grpSp>
      <p:sp>
        <p:nvSpPr>
          <p:cNvPr id="992" name="TextBox 991">
            <a:extLst>
              <a:ext uri="{FF2B5EF4-FFF2-40B4-BE49-F238E27FC236}">
                <a16:creationId xmlns:a16="http://schemas.microsoft.com/office/drawing/2014/main" id="{DE46A0AA-F1CC-51DC-26A5-B2926353582E}"/>
              </a:ext>
            </a:extLst>
          </p:cNvPr>
          <p:cNvSpPr txBox="1"/>
          <p:nvPr/>
        </p:nvSpPr>
        <p:spPr>
          <a:xfrm>
            <a:off x="218346" y="2783698"/>
            <a:ext cx="1048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60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cxnSp>
        <p:nvCxnSpPr>
          <p:cNvPr id="993" name="연결선: 구부러짐 225">
            <a:extLst>
              <a:ext uri="{FF2B5EF4-FFF2-40B4-BE49-F238E27FC236}">
                <a16:creationId xmlns:a16="http://schemas.microsoft.com/office/drawing/2014/main" id="{5DAD5DA3-2A35-078B-0A38-DC681DBBE6A5}"/>
              </a:ext>
            </a:extLst>
          </p:cNvPr>
          <p:cNvCxnSpPr>
            <a:cxnSpLocks/>
            <a:stCxn id="992" idx="2"/>
            <a:endCxn id="982" idx="0"/>
          </p:cNvCxnSpPr>
          <p:nvPr/>
        </p:nvCxnSpPr>
        <p:spPr>
          <a:xfrm rot="5400000" flipH="1" flipV="1">
            <a:off x="1329727" y="2358835"/>
            <a:ext cx="83995" cy="1258174"/>
          </a:xfrm>
          <a:prstGeom prst="curvedConnector5">
            <a:avLst>
              <a:gd name="adj1" fmla="val -272159"/>
              <a:gd name="adj2" fmla="val 67974"/>
              <a:gd name="adj3" fmla="val 37215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" name="TextBox 998">
            <a:extLst>
              <a:ext uri="{FF2B5EF4-FFF2-40B4-BE49-F238E27FC236}">
                <a16:creationId xmlns:a16="http://schemas.microsoft.com/office/drawing/2014/main" id="{A8B7DD7A-1924-9105-16D5-002552E2EBF5}"/>
              </a:ext>
            </a:extLst>
          </p:cNvPr>
          <p:cNvSpPr txBox="1"/>
          <p:nvPr/>
        </p:nvSpPr>
        <p:spPr>
          <a:xfrm>
            <a:off x="158742" y="-8351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250205_SQL_RESULT_2차테스트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198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F1BA9-190C-9B45-A550-30CAB7A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36B79C7B-9523-5158-1956-23BDCAD1BB10}"/>
              </a:ext>
            </a:extLst>
          </p:cNvPr>
          <p:cNvSpPr txBox="1"/>
          <p:nvPr/>
        </p:nvSpPr>
        <p:spPr>
          <a:xfrm>
            <a:off x="388367" y="756051"/>
            <a:ext cx="17571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6003) ID: [ 906</a:t>
            </a:r>
            <a:r>
              <a:rPr lang="en-US" altLang="ko-KR" sz="1000" dirty="0">
                <a:solidFill>
                  <a:srgbClr val="FF0000"/>
                </a:solidFill>
              </a:rPr>
              <a:t>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69D689B-BEBD-A564-FAF8-A8FEBC368A60}"/>
              </a:ext>
            </a:extLst>
          </p:cNvPr>
          <p:cNvGrpSpPr/>
          <p:nvPr/>
        </p:nvGrpSpPr>
        <p:grpSpPr>
          <a:xfrm>
            <a:off x="8942727" y="4989031"/>
            <a:ext cx="1660788" cy="1859969"/>
            <a:chOff x="840041" y="1033768"/>
            <a:chExt cx="2312914" cy="25903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5BD18A5-EF37-F45E-2B84-17AE339B3796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F63CB80F-D4F5-34E3-5B76-926F6F99DC49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C40DA62-7F94-AE84-B6DE-A30CA3D47C4B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04EF3E9C-70C2-18CF-D4DB-4CF2D838A1A0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E4530BD-580B-58E8-3ECB-C22A5A6E49BE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FD6D8642-C3B5-23A2-C2BA-1646170748D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725D067-1801-52C5-63CB-6EDE67DBA00B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704415C-9835-F714-FE6A-F266BC5B96F2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B954DCF-D04C-BE72-7022-00923CCB9CDB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6C873381-25C6-3D4A-8E33-B1F467426282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C159240-E275-5E98-E244-298706CCE2FE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60ADD56-B2D2-BD18-A1FC-40B0DD1FB34E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796C105C-2025-7D81-9E0A-01105DA5657F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70453D30-CDC6-330C-0057-1CDDDD45BE1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2BB174C-1C4C-0725-EC9D-044E482FB482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1377D5D5-9D7E-A491-9078-8BF4E3516435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E22111DE-B5AA-727C-8407-B45D2BCD3DE7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754C5D-179B-9824-DCB3-698D25E0C111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76D98E5F-11DD-A46A-5610-EDCE429737D9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CC1FA215-3E4E-9D8C-6874-5BD1339FBB01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6BA6AFEA-171F-40AD-D592-C3D8BA09CB3E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7AD0A1C-270C-A1C1-D9AB-EB37690D7293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9C8EF366-140C-D105-7498-CC439698AF6C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22A1BD7E-C53F-F928-AC9B-2377FC0E53ED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DDDBD8D-30B6-4863-D0C7-9BD31FC93131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5270491-B46E-C096-695E-7B950DBAA0BC}"/>
              </a:ext>
            </a:extLst>
          </p:cNvPr>
          <p:cNvGrpSpPr/>
          <p:nvPr/>
        </p:nvGrpSpPr>
        <p:grpSpPr>
          <a:xfrm>
            <a:off x="3192203" y="2898585"/>
            <a:ext cx="1598360" cy="1772379"/>
            <a:chOff x="857121" y="1033768"/>
            <a:chExt cx="2230646" cy="247350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2726FEF-AA98-DA70-A035-F19ADF911394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78999E2C-F5FD-4825-F7CE-4AD9C4779D5C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968659D1-5B94-03C1-E5D4-D3566FD45EC5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93225AC7-202D-3746-3BC2-9F74D0D91DE5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2211361-DD37-9825-4811-771BC9081F7F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B20489F8-82EB-BE86-41D2-667FE0950D67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08B780B5-FA23-109A-3362-58E6785DE1E8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CF96AEDE-1797-0B04-C7FB-768685532E4A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A6C5044-343C-8E39-B1AA-8F1BCE48C6C1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A5F7F558-6AE0-BE71-BD88-A6FB1D133BCF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C8E080FD-A42B-23F8-109C-BAD91D215162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9435E42-7E02-B0D3-ED44-2F99B3B7DFDD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31BCCFFE-BD39-DE77-1C67-5AC969DD47B5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6F0BBC66-3B6E-9520-20EE-39D77051FC69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EFAD07C-0866-3452-F1B4-A6487430BA33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ED4DD349-ED37-5DFC-3798-949F4482DD20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1392CB8E-2845-B5E4-2318-4CB2AD663B6D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6E7E321-6B16-69D1-FEF4-7A6EDE892ACA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6DBBFDA8-0978-CB7A-DB8E-76E063D3B8B0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6DEEDF11-DD66-2F27-F224-1D1BE44561BA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1456587-CAC3-2A27-006B-7E5623F8B9F4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89E7E62B-263B-E91A-AF36-4A7F0833C8A8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392AC5D7-FAFA-E2E0-B70B-F5E328C40FC9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58E30BB-06D2-FE3E-43C8-DB70E6077723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2BCE465-7BFB-9F53-5B7F-A6F020680FCA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7B7D357A-73FA-42B3-2985-73491477F225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57FEF06-5527-5A05-43B1-58AF9E16A581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1F6F12B6-4C00-B9E0-2B34-B066145BBE1A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35050112-8CF1-B5CA-0127-01EBE685E8B7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B433D32E-713E-5EF4-EEEB-4E3F6306137F}"/>
              </a:ext>
            </a:extLst>
          </p:cNvPr>
          <p:cNvGrpSpPr/>
          <p:nvPr/>
        </p:nvGrpSpPr>
        <p:grpSpPr>
          <a:xfrm>
            <a:off x="1093194" y="5006470"/>
            <a:ext cx="1587294" cy="1764233"/>
            <a:chOff x="836343" y="1033768"/>
            <a:chExt cx="2259797" cy="251169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E0C85C6-81E2-CC98-7F79-130ABE48D9A4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211DBD6D-E25E-EF3E-043E-BF70BC8EDB3E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B39201D5-F036-1A8B-0ED2-D6D720823B3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19318861-490B-36D0-F163-393AD0CFACAF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91099D3-A803-DBFB-B55B-0931813EBC2D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3243AEC7-FF2F-5A59-09E0-374D38540122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755C4570-AB89-60FD-8896-4A5DD3DC1A8F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D929130D-BD6B-452C-74FF-40C36D7915EF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A44FD85E-A4C2-D88C-B9F2-65D9EC7C6D1B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FADFBF50-6BC2-422F-5201-3CBE5BD5BD57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21" name="타원 120">
                  <a:extLst>
                    <a:ext uri="{FF2B5EF4-FFF2-40B4-BE49-F238E27FC236}">
                      <a16:creationId xmlns:a16="http://schemas.microsoft.com/office/drawing/2014/main" id="{D5956914-34C2-2E7E-2AA7-14C08582FCF5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5764FB43-7143-7BD6-0146-303A86893294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15DE6373-6B00-3C2F-352C-BCB2F98C6955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47DABF4C-CF3C-FA89-6613-352583CBA1BC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F0629201-7EE3-E60F-8E46-A5C3BCE55DBE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EEE0BD49-8B54-8CC6-3101-FF8317E63DE2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3BC9823C-F1DE-8592-6A5B-06F861A7509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B8CB0DAE-4B85-32CF-AA4D-3EFDA7039F1D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3B3C91CB-0835-7E11-44D4-7C2CCA176D7B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AF0DC5B2-A9EB-493F-EBB5-E0178D01965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349B88C2-6800-73C7-0CC6-F834B8F33909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E844084B-7B66-1E70-237E-609255289ED3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149A4B1B-5371-F879-594F-983AC4DAF526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1F4D4A91-DB95-38B3-9EAF-D5207EA96127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6C9039F2-699E-371C-BAEF-675A55BABD1B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CFB7FAB0-0A96-DC34-2E19-DAE091ACAE78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DF567AC2-806F-B8FC-6B05-8ACEE2BF1463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911F788-A44B-2AB4-03DB-0F0E80B69495}"/>
              </a:ext>
            </a:extLst>
          </p:cNvPr>
          <p:cNvGrpSpPr/>
          <p:nvPr/>
        </p:nvGrpSpPr>
        <p:grpSpPr>
          <a:xfrm>
            <a:off x="3100863" y="5070280"/>
            <a:ext cx="1631005" cy="1727858"/>
            <a:chOff x="71774" y="591927"/>
            <a:chExt cx="1662593" cy="1761321"/>
          </a:xfrm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81A121CF-C401-2FBB-975B-397BDE59F7F1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88D62733-EFE6-EAC5-00B8-450E908959D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AE5BB397-F773-A5CB-3873-F7725611958C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580" name="그룹 579">
                <a:extLst>
                  <a:ext uri="{FF2B5EF4-FFF2-40B4-BE49-F238E27FC236}">
                    <a16:creationId xmlns:a16="http://schemas.microsoft.com/office/drawing/2014/main" id="{D3DFEA38-97B0-CB58-2B19-3927F2DE831C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597" name="타원 596">
                  <a:extLst>
                    <a:ext uri="{FF2B5EF4-FFF2-40B4-BE49-F238E27FC236}">
                      <a16:creationId xmlns:a16="http://schemas.microsoft.com/office/drawing/2014/main" id="{0D47D132-2E6C-8FAC-115A-716446B6B309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4A5FCCB9-58F6-6C50-0FF6-3013D127256B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599" name="타원 598">
                  <a:extLst>
                    <a:ext uri="{FF2B5EF4-FFF2-40B4-BE49-F238E27FC236}">
                      <a16:creationId xmlns:a16="http://schemas.microsoft.com/office/drawing/2014/main" id="{6FC72D63-A5AE-B09D-474E-730D5F928BF2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1" name="그룹 580">
                <a:extLst>
                  <a:ext uri="{FF2B5EF4-FFF2-40B4-BE49-F238E27FC236}">
                    <a16:creationId xmlns:a16="http://schemas.microsoft.com/office/drawing/2014/main" id="{878034C8-48B7-724D-4400-155187F0F314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595" name="타원 594">
                  <a:extLst>
                    <a:ext uri="{FF2B5EF4-FFF2-40B4-BE49-F238E27FC236}">
                      <a16:creationId xmlns:a16="http://schemas.microsoft.com/office/drawing/2014/main" id="{3E5220BA-079D-41CF-8AD2-F7B44E0F9C3A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5674FB92-FDB7-AB68-37A9-3D6486572A8D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2" name="그룹 581">
                <a:extLst>
                  <a:ext uri="{FF2B5EF4-FFF2-40B4-BE49-F238E27FC236}">
                    <a16:creationId xmlns:a16="http://schemas.microsoft.com/office/drawing/2014/main" id="{DB9D0E64-35AD-C7D7-3262-BC6CEBA58694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593" name="타원 592">
                  <a:extLst>
                    <a:ext uri="{FF2B5EF4-FFF2-40B4-BE49-F238E27FC236}">
                      <a16:creationId xmlns:a16="http://schemas.microsoft.com/office/drawing/2014/main" id="{32693DE1-74C8-22D4-16A5-3DC55D970D16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4" name="TextBox 593">
                  <a:extLst>
                    <a:ext uri="{FF2B5EF4-FFF2-40B4-BE49-F238E27FC236}">
                      <a16:creationId xmlns:a16="http://schemas.microsoft.com/office/drawing/2014/main" id="{1D468B35-FE9F-8FDC-849D-EA46B7309B83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A94BC1FA-D0E2-D08F-4037-AD22B8D5DFDC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84" name="그룹 583">
                <a:extLst>
                  <a:ext uri="{FF2B5EF4-FFF2-40B4-BE49-F238E27FC236}">
                    <a16:creationId xmlns:a16="http://schemas.microsoft.com/office/drawing/2014/main" id="{B70D478D-6F14-FED7-2762-8955534EBD1B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591" name="타원 590">
                  <a:extLst>
                    <a:ext uri="{FF2B5EF4-FFF2-40B4-BE49-F238E27FC236}">
                      <a16:creationId xmlns:a16="http://schemas.microsoft.com/office/drawing/2014/main" id="{D9B2BD79-9D6C-805D-F47B-3F00447FBCD7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06E61FAE-D6E1-B09F-0B58-5A04A727219E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12E95BE1-353B-10B3-356A-36DCA2BE3522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589" name="타원 588">
                  <a:extLst>
                    <a:ext uri="{FF2B5EF4-FFF2-40B4-BE49-F238E27FC236}">
                      <a16:creationId xmlns:a16="http://schemas.microsoft.com/office/drawing/2014/main" id="{C9FF6A89-B4AE-0FF5-3FC7-DB082A8181CD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0" name="TextBox 589">
                  <a:extLst>
                    <a:ext uri="{FF2B5EF4-FFF2-40B4-BE49-F238E27FC236}">
                      <a16:creationId xmlns:a16="http://schemas.microsoft.com/office/drawing/2014/main" id="{92BFBE2D-7F21-219A-EA93-CE6C5A84ACCD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6" name="타원 585">
                <a:extLst>
                  <a:ext uri="{FF2B5EF4-FFF2-40B4-BE49-F238E27FC236}">
                    <a16:creationId xmlns:a16="http://schemas.microsoft.com/office/drawing/2014/main" id="{12D27643-26B7-B124-7534-43C930DA44A3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3CFD436A-12B0-282E-1C52-446CCC5FB3BE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8" name="타원 587">
                <a:extLst>
                  <a:ext uri="{FF2B5EF4-FFF2-40B4-BE49-F238E27FC236}">
                    <a16:creationId xmlns:a16="http://schemas.microsoft.com/office/drawing/2014/main" id="{19E611E2-8928-C33E-67D4-7D3F4E7441BB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D22DACAC-6BE8-A547-7F43-85449AB4D88F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959B6FF8-EAB7-5E88-8C1A-DE42C975ED38}"/>
              </a:ext>
            </a:extLst>
          </p:cNvPr>
          <p:cNvGrpSpPr/>
          <p:nvPr/>
        </p:nvGrpSpPr>
        <p:grpSpPr>
          <a:xfrm>
            <a:off x="9044202" y="2847080"/>
            <a:ext cx="1634192" cy="1823884"/>
            <a:chOff x="2129302" y="890897"/>
            <a:chExt cx="1634192" cy="1823884"/>
          </a:xfrm>
        </p:grpSpPr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CF4A79F7-8EC5-236B-6A99-5490029948B6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862294FD-72E0-5DAB-984D-08B135A2B419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타원 603">
                <a:extLst>
                  <a:ext uri="{FF2B5EF4-FFF2-40B4-BE49-F238E27FC236}">
                    <a16:creationId xmlns:a16="http://schemas.microsoft.com/office/drawing/2014/main" id="{962ED131-05E4-1929-914E-90333815DC7D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5" name="그룹 604">
                <a:extLst>
                  <a:ext uri="{FF2B5EF4-FFF2-40B4-BE49-F238E27FC236}">
                    <a16:creationId xmlns:a16="http://schemas.microsoft.com/office/drawing/2014/main" id="{84D82F7A-8CBA-9E9C-5BE5-9F03EB20E80E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369" name="타원 368">
                  <a:extLst>
                    <a:ext uri="{FF2B5EF4-FFF2-40B4-BE49-F238E27FC236}">
                      <a16:creationId xmlns:a16="http://schemas.microsoft.com/office/drawing/2014/main" id="{AC7493B2-297C-4FA7-1769-5B9B77C6F894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E8FBDCBF-CE1A-C014-7210-7165EBAE65F6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078B3DA7-D6C3-D5A8-4A00-8BD3862A9010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367" name="타원 366">
                  <a:extLst>
                    <a:ext uri="{FF2B5EF4-FFF2-40B4-BE49-F238E27FC236}">
                      <a16:creationId xmlns:a16="http://schemas.microsoft.com/office/drawing/2014/main" id="{22A86AEB-1E04-94CF-75BA-A2AFBEECFDF2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D76B0182-A68D-2AB6-45BA-0C2B0403CDFF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7" name="그룹 606">
                <a:extLst>
                  <a:ext uri="{FF2B5EF4-FFF2-40B4-BE49-F238E27FC236}">
                    <a16:creationId xmlns:a16="http://schemas.microsoft.com/office/drawing/2014/main" id="{58E39276-6330-B049-3B7A-F49128DC0FC4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AF9DF89D-7204-F93F-8075-B1578D434041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9A73E1BD-1C58-65EA-663B-34308BA0D439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8" name="그룹 607">
                <a:extLst>
                  <a:ext uri="{FF2B5EF4-FFF2-40B4-BE49-F238E27FC236}">
                    <a16:creationId xmlns:a16="http://schemas.microsoft.com/office/drawing/2014/main" id="{7B829890-58C3-8545-DF08-CBE65446F3E2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327" name="타원 326">
                  <a:extLst>
                    <a:ext uri="{FF2B5EF4-FFF2-40B4-BE49-F238E27FC236}">
                      <a16:creationId xmlns:a16="http://schemas.microsoft.com/office/drawing/2014/main" id="{25916F6A-231A-37AF-F3C1-6441373750AD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170FCBB1-9912-3BAB-1B2E-2DB92EF97F21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50EDB2B-37D8-8BA4-C221-3A9F8BA6F3E7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325" name="타원 324">
                  <a:extLst>
                    <a:ext uri="{FF2B5EF4-FFF2-40B4-BE49-F238E27FC236}">
                      <a16:creationId xmlns:a16="http://schemas.microsoft.com/office/drawing/2014/main" id="{3E79C7D8-52DF-4B9A-2CF3-EDF25722DB3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EBE139F4-57E7-CDE7-DA36-68AC1A3E39AC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395CB666-6D2B-82B8-2155-34BA25C570CE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81052B27-8CB8-8269-F737-FDE538B23CD5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4378CA26-3044-D2F3-4E0B-D4ED505C7A4F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D4C20897-1BB3-73DD-756D-A137748A556C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A69A1B21-E8A3-EFF1-9082-173D6A809A8E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5DC09E88-004C-E27E-16B4-4082458DB470}"/>
              </a:ext>
            </a:extLst>
          </p:cNvPr>
          <p:cNvGrpSpPr/>
          <p:nvPr/>
        </p:nvGrpSpPr>
        <p:grpSpPr>
          <a:xfrm>
            <a:off x="7148435" y="5054822"/>
            <a:ext cx="1587295" cy="1739333"/>
            <a:chOff x="2185243" y="3210132"/>
            <a:chExt cx="1587295" cy="1739333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6E68F6A8-C236-E650-07FE-3E2B2270CB70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36049734-8707-D02E-AE61-07E5A3E18E0D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D1ED2B9A-D817-CBD9-84A4-55853660337F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376" name="타원 375">
                  <a:extLst>
                    <a:ext uri="{FF2B5EF4-FFF2-40B4-BE49-F238E27FC236}">
                      <a16:creationId xmlns:a16="http://schemas.microsoft.com/office/drawing/2014/main" id="{5FC8A068-41A4-A73D-CA51-62038AF817A6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77" name="그룹 376">
                  <a:extLst>
                    <a:ext uri="{FF2B5EF4-FFF2-40B4-BE49-F238E27FC236}">
                      <a16:creationId xmlns:a16="http://schemas.microsoft.com/office/drawing/2014/main" id="{32EC273C-7C2D-2D97-B79B-F2A2DE065A95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67" name="TextBox 866">
                    <a:extLst>
                      <a:ext uri="{FF2B5EF4-FFF2-40B4-BE49-F238E27FC236}">
                        <a16:creationId xmlns:a16="http://schemas.microsoft.com/office/drawing/2014/main" id="{4EC9FCA1-B6A0-271D-BFAA-D5EF2DEDEBA3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68" name="타원 867">
                    <a:extLst>
                      <a:ext uri="{FF2B5EF4-FFF2-40B4-BE49-F238E27FC236}">
                        <a16:creationId xmlns:a16="http://schemas.microsoft.com/office/drawing/2014/main" id="{65BD72C0-9CBD-BA55-5821-E9EACC010582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4162A6EE-67BF-6D54-53E7-8A2ED83D1C72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865" name="타원 864">
                    <a:extLst>
                      <a:ext uri="{FF2B5EF4-FFF2-40B4-BE49-F238E27FC236}">
                        <a16:creationId xmlns:a16="http://schemas.microsoft.com/office/drawing/2014/main" id="{987B6403-1F2F-614C-1BDC-E588F5C338F4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6" name="TextBox 865">
                    <a:extLst>
                      <a:ext uri="{FF2B5EF4-FFF2-40B4-BE49-F238E27FC236}">
                        <a16:creationId xmlns:a16="http://schemas.microsoft.com/office/drawing/2014/main" id="{EC02BB0A-9EC1-85D2-542A-4579ACF4063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195B50D4-8CAE-D2F5-2281-4D9E5B0BD023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863" name="타원 862">
                    <a:extLst>
                      <a:ext uri="{FF2B5EF4-FFF2-40B4-BE49-F238E27FC236}">
                        <a16:creationId xmlns:a16="http://schemas.microsoft.com/office/drawing/2014/main" id="{9BFE5DA7-A6AC-F461-2565-AF877BCD2C02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4" name="TextBox 863">
                    <a:extLst>
                      <a:ext uri="{FF2B5EF4-FFF2-40B4-BE49-F238E27FC236}">
                        <a16:creationId xmlns:a16="http://schemas.microsoft.com/office/drawing/2014/main" id="{F85A5401-C389-0CC0-0528-F717EAB6CD60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0" name="그룹 379">
                  <a:extLst>
                    <a:ext uri="{FF2B5EF4-FFF2-40B4-BE49-F238E27FC236}">
                      <a16:creationId xmlns:a16="http://schemas.microsoft.com/office/drawing/2014/main" id="{38CE290A-30CF-83E7-5749-EF9246DE008F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61" name="타원 860">
                    <a:extLst>
                      <a:ext uri="{FF2B5EF4-FFF2-40B4-BE49-F238E27FC236}">
                        <a16:creationId xmlns:a16="http://schemas.microsoft.com/office/drawing/2014/main" id="{CA1FB82B-96F1-6FB0-08A8-91D2A2222B3F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862" name="TextBox 861">
                    <a:extLst>
                      <a:ext uri="{FF2B5EF4-FFF2-40B4-BE49-F238E27FC236}">
                        <a16:creationId xmlns:a16="http://schemas.microsoft.com/office/drawing/2014/main" id="{C951825D-46DD-DC19-5616-B15CA252824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1" name="그룹 380">
                  <a:extLst>
                    <a:ext uri="{FF2B5EF4-FFF2-40B4-BE49-F238E27FC236}">
                      <a16:creationId xmlns:a16="http://schemas.microsoft.com/office/drawing/2014/main" id="{4963E15D-B1B6-D231-EC69-88F604658AF2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59" name="타원 858">
                    <a:extLst>
                      <a:ext uri="{FF2B5EF4-FFF2-40B4-BE49-F238E27FC236}">
                        <a16:creationId xmlns:a16="http://schemas.microsoft.com/office/drawing/2014/main" id="{5DB3CC1D-3C6F-70B0-77A6-C68E652FC034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0" name="TextBox 859">
                    <a:extLst>
                      <a:ext uri="{FF2B5EF4-FFF2-40B4-BE49-F238E27FC236}">
                        <a16:creationId xmlns:a16="http://schemas.microsoft.com/office/drawing/2014/main" id="{F6EB2383-8628-182D-87C0-7830E1CC966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1D7BA701-8E89-316D-23FE-372AA88DFFCA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57" name="타원 856">
                    <a:extLst>
                      <a:ext uri="{FF2B5EF4-FFF2-40B4-BE49-F238E27FC236}">
                        <a16:creationId xmlns:a16="http://schemas.microsoft.com/office/drawing/2014/main" id="{506E2E6C-3F7E-C25C-40CA-96262876242C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8" name="TextBox 857">
                    <a:extLst>
                      <a:ext uri="{FF2B5EF4-FFF2-40B4-BE49-F238E27FC236}">
                        <a16:creationId xmlns:a16="http://schemas.microsoft.com/office/drawing/2014/main" id="{34EB6A6C-5A39-FD33-A038-A7DBD6D7A93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383" name="타원 382">
                  <a:extLst>
                    <a:ext uri="{FF2B5EF4-FFF2-40B4-BE49-F238E27FC236}">
                      <a16:creationId xmlns:a16="http://schemas.microsoft.com/office/drawing/2014/main" id="{3CE56A06-2848-A5CF-9BFD-C0071D63546A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5" name="타원 854">
                  <a:extLst>
                    <a:ext uri="{FF2B5EF4-FFF2-40B4-BE49-F238E27FC236}">
                      <a16:creationId xmlns:a16="http://schemas.microsoft.com/office/drawing/2014/main" id="{F50A5071-2C4F-8736-46F8-1F577BD2E414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C874DC32-7E1A-115A-14AC-7C7D96C3B3E6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FD4271E0-888E-F4DE-5D5B-C9EFFEDA508C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0DDA00FC-B2BE-172B-945D-DA13739A2C76}"/>
              </a:ext>
            </a:extLst>
          </p:cNvPr>
          <p:cNvGrpSpPr/>
          <p:nvPr/>
        </p:nvGrpSpPr>
        <p:grpSpPr>
          <a:xfrm>
            <a:off x="5029630" y="2875861"/>
            <a:ext cx="1603941" cy="1811418"/>
            <a:chOff x="4062400" y="3210132"/>
            <a:chExt cx="1603941" cy="1811418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FAC4D6D9-17F2-DBF2-95FD-D649BB09CED2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FA6D00FB-8379-9645-2096-AA92DFAE1603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873" name="그룹 872">
                <a:extLst>
                  <a:ext uri="{FF2B5EF4-FFF2-40B4-BE49-F238E27FC236}">
                    <a16:creationId xmlns:a16="http://schemas.microsoft.com/office/drawing/2014/main" id="{E3C3A43B-C583-57AF-6D09-028FA9D75EDA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874" name="타원 873">
                  <a:extLst>
                    <a:ext uri="{FF2B5EF4-FFF2-40B4-BE49-F238E27FC236}">
                      <a16:creationId xmlns:a16="http://schemas.microsoft.com/office/drawing/2014/main" id="{3534BC43-447B-3E13-2C82-255D358B9425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75" name="그룹 874">
                  <a:extLst>
                    <a:ext uri="{FF2B5EF4-FFF2-40B4-BE49-F238E27FC236}">
                      <a16:creationId xmlns:a16="http://schemas.microsoft.com/office/drawing/2014/main" id="{5E79F562-0959-4BD1-BCDA-CDC971B5EA49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298B971C-1BA7-4135-0F6C-DFF4D1F7A99A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96" name="타원 895">
                    <a:extLst>
                      <a:ext uri="{FF2B5EF4-FFF2-40B4-BE49-F238E27FC236}">
                        <a16:creationId xmlns:a16="http://schemas.microsoft.com/office/drawing/2014/main" id="{4D9F4DF1-3222-21CF-CCED-F56352671C31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76" name="그룹 875">
                  <a:extLst>
                    <a:ext uri="{FF2B5EF4-FFF2-40B4-BE49-F238E27FC236}">
                      <a16:creationId xmlns:a16="http://schemas.microsoft.com/office/drawing/2014/main" id="{7CC72DDB-C255-4767-6A29-3E6C20E8DA59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893" name="타원 892">
                    <a:extLst>
                      <a:ext uri="{FF2B5EF4-FFF2-40B4-BE49-F238E27FC236}">
                        <a16:creationId xmlns:a16="http://schemas.microsoft.com/office/drawing/2014/main" id="{0C2CEAF4-D783-3283-830D-76B961F79A29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4" name="TextBox 893">
                    <a:extLst>
                      <a:ext uri="{FF2B5EF4-FFF2-40B4-BE49-F238E27FC236}">
                        <a16:creationId xmlns:a16="http://schemas.microsoft.com/office/drawing/2014/main" id="{BEC29EC0-F798-5519-94A4-2FCFE27B574E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7" name="그룹 876">
                  <a:extLst>
                    <a:ext uri="{FF2B5EF4-FFF2-40B4-BE49-F238E27FC236}">
                      <a16:creationId xmlns:a16="http://schemas.microsoft.com/office/drawing/2014/main" id="{DAE927D5-70C3-AE70-C8EA-559E41D0F89E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891" name="타원 890">
                    <a:extLst>
                      <a:ext uri="{FF2B5EF4-FFF2-40B4-BE49-F238E27FC236}">
                        <a16:creationId xmlns:a16="http://schemas.microsoft.com/office/drawing/2014/main" id="{B37AC5A8-1288-4F6A-8CB8-8CFCB2DF6E71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EAEF44A0-49AF-C5C6-FBA5-13B17811653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8" name="그룹 877">
                  <a:extLst>
                    <a:ext uri="{FF2B5EF4-FFF2-40B4-BE49-F238E27FC236}">
                      <a16:creationId xmlns:a16="http://schemas.microsoft.com/office/drawing/2014/main" id="{509EF3AF-90BC-D73F-9E9C-1274593C1E34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89" name="타원 888">
                    <a:extLst>
                      <a:ext uri="{FF2B5EF4-FFF2-40B4-BE49-F238E27FC236}">
                        <a16:creationId xmlns:a16="http://schemas.microsoft.com/office/drawing/2014/main" id="{45FE5FB4-4EA7-335C-9E0D-3EA94E42347C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13F8C862-B169-EE1A-05EE-D15CAAABCBE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9" name="그룹 878">
                  <a:extLst>
                    <a:ext uri="{FF2B5EF4-FFF2-40B4-BE49-F238E27FC236}">
                      <a16:creationId xmlns:a16="http://schemas.microsoft.com/office/drawing/2014/main" id="{CA57E318-DA64-5100-341D-496754006054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87" name="타원 886">
                    <a:extLst>
                      <a:ext uri="{FF2B5EF4-FFF2-40B4-BE49-F238E27FC236}">
                        <a16:creationId xmlns:a16="http://schemas.microsoft.com/office/drawing/2014/main" id="{71326A7B-33BB-0A5B-E7D6-6FBA89D36A8E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DA24A9A7-0F4C-D24A-A815-6E58C35BED2D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880" name="그룹 879">
                  <a:extLst>
                    <a:ext uri="{FF2B5EF4-FFF2-40B4-BE49-F238E27FC236}">
                      <a16:creationId xmlns:a16="http://schemas.microsoft.com/office/drawing/2014/main" id="{0AFB5BBA-A348-C849-CA15-5C6B9A1442C9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85" name="타원 884">
                    <a:extLst>
                      <a:ext uri="{FF2B5EF4-FFF2-40B4-BE49-F238E27FC236}">
                        <a16:creationId xmlns:a16="http://schemas.microsoft.com/office/drawing/2014/main" id="{03B74E45-E925-6DE8-44D1-E773B6F1301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noFill/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6" name="TextBox 885">
                    <a:extLst>
                      <a:ext uri="{FF2B5EF4-FFF2-40B4-BE49-F238E27FC236}">
                        <a16:creationId xmlns:a16="http://schemas.microsoft.com/office/drawing/2014/main" id="{E8046062-870C-AD4B-3368-30F598FC45A5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881" name="타원 880">
                  <a:extLst>
                    <a:ext uri="{FF2B5EF4-FFF2-40B4-BE49-F238E27FC236}">
                      <a16:creationId xmlns:a16="http://schemas.microsoft.com/office/drawing/2014/main" id="{6FA1E742-4769-FFF7-4F0A-E8C8FDAA0F37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2" name="타원 881">
                  <a:extLst>
                    <a:ext uri="{FF2B5EF4-FFF2-40B4-BE49-F238E27FC236}">
                      <a16:creationId xmlns:a16="http://schemas.microsoft.com/office/drawing/2014/main" id="{3FFF76CD-DFE7-32E6-5E1C-5173098D181F}"/>
                    </a:ext>
                  </a:extLst>
                </p:cNvPr>
                <p:cNvSpPr/>
                <p:nvPr/>
              </p:nvSpPr>
              <p:spPr>
                <a:xfrm>
                  <a:off x="1295403" y="4002098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3" name="타원 882">
                  <a:extLst>
                    <a:ext uri="{FF2B5EF4-FFF2-40B4-BE49-F238E27FC236}">
                      <a16:creationId xmlns:a16="http://schemas.microsoft.com/office/drawing/2014/main" id="{B993741E-4B43-340D-845C-F5B0E2C70F46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4" name="타원 883">
                  <a:extLst>
                    <a:ext uri="{FF2B5EF4-FFF2-40B4-BE49-F238E27FC236}">
                      <a16:creationId xmlns:a16="http://schemas.microsoft.com/office/drawing/2014/main" id="{D610B750-B7F2-5E6F-355F-19CDC1C06DF7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71" name="타원 870">
              <a:extLst>
                <a:ext uri="{FF2B5EF4-FFF2-40B4-BE49-F238E27FC236}">
                  <a16:creationId xmlns:a16="http://schemas.microsoft.com/office/drawing/2014/main" id="{293219BC-3120-0ED5-0A54-846247D554E0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7" name="그룹 896">
            <a:extLst>
              <a:ext uri="{FF2B5EF4-FFF2-40B4-BE49-F238E27FC236}">
                <a16:creationId xmlns:a16="http://schemas.microsoft.com/office/drawing/2014/main" id="{893A39DE-2E95-E358-5D48-179C52BD7D5B}"/>
              </a:ext>
            </a:extLst>
          </p:cNvPr>
          <p:cNvGrpSpPr/>
          <p:nvPr/>
        </p:nvGrpSpPr>
        <p:grpSpPr>
          <a:xfrm>
            <a:off x="7020488" y="2873630"/>
            <a:ext cx="1587294" cy="1790314"/>
            <a:chOff x="5982700" y="3210132"/>
            <a:chExt cx="1587294" cy="1790314"/>
          </a:xfrm>
        </p:grpSpPr>
        <p:grpSp>
          <p:nvGrpSpPr>
            <p:cNvPr id="898" name="그룹 897">
              <a:extLst>
                <a:ext uri="{FF2B5EF4-FFF2-40B4-BE49-F238E27FC236}">
                  <a16:creationId xmlns:a16="http://schemas.microsoft.com/office/drawing/2014/main" id="{AC71B5A0-6418-96EA-C418-78E3FACBC597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900" name="TextBox 899">
                <a:extLst>
                  <a:ext uri="{FF2B5EF4-FFF2-40B4-BE49-F238E27FC236}">
                    <a16:creationId xmlns:a16="http://schemas.microsoft.com/office/drawing/2014/main" id="{1D2443BD-9E57-8CA2-D528-D9B38DA74D0D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901" name="그룹 900">
                <a:extLst>
                  <a:ext uri="{FF2B5EF4-FFF2-40B4-BE49-F238E27FC236}">
                    <a16:creationId xmlns:a16="http://schemas.microsoft.com/office/drawing/2014/main" id="{C5A2B5D3-6CBA-ED7C-C9C3-442B070B2A28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902" name="타원 901">
                  <a:extLst>
                    <a:ext uri="{FF2B5EF4-FFF2-40B4-BE49-F238E27FC236}">
                      <a16:creationId xmlns:a16="http://schemas.microsoft.com/office/drawing/2014/main" id="{7D4D4CC5-035E-6569-A4AD-76A56CE82059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03" name="그룹 902">
                  <a:extLst>
                    <a:ext uri="{FF2B5EF4-FFF2-40B4-BE49-F238E27FC236}">
                      <a16:creationId xmlns:a16="http://schemas.microsoft.com/office/drawing/2014/main" id="{9624C820-4521-3DF8-1017-2B9288A1DFC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23" name="TextBox 922">
                    <a:extLst>
                      <a:ext uri="{FF2B5EF4-FFF2-40B4-BE49-F238E27FC236}">
                        <a16:creationId xmlns:a16="http://schemas.microsoft.com/office/drawing/2014/main" id="{D40A9F7F-2E99-B0F3-E24F-FF20D49E903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24" name="타원 923">
                    <a:extLst>
                      <a:ext uri="{FF2B5EF4-FFF2-40B4-BE49-F238E27FC236}">
                        <a16:creationId xmlns:a16="http://schemas.microsoft.com/office/drawing/2014/main" id="{D45922F3-40BB-E92C-C9CD-822C244D5D38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C45BA03C-C374-64CD-B69A-9AC9544855A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921" name="타원 920">
                    <a:extLst>
                      <a:ext uri="{FF2B5EF4-FFF2-40B4-BE49-F238E27FC236}">
                        <a16:creationId xmlns:a16="http://schemas.microsoft.com/office/drawing/2014/main" id="{45D52A5B-E8BB-84F3-8F9B-881D8570BEE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2" name="TextBox 921">
                    <a:extLst>
                      <a:ext uri="{FF2B5EF4-FFF2-40B4-BE49-F238E27FC236}">
                        <a16:creationId xmlns:a16="http://schemas.microsoft.com/office/drawing/2014/main" id="{4E11405B-DD5C-C020-99A5-50FBD1C59C4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5" name="그룹 904">
                  <a:extLst>
                    <a:ext uri="{FF2B5EF4-FFF2-40B4-BE49-F238E27FC236}">
                      <a16:creationId xmlns:a16="http://schemas.microsoft.com/office/drawing/2014/main" id="{44F568ED-784B-35FF-4C83-81E2BDB5342D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19" name="타원 918">
                    <a:extLst>
                      <a:ext uri="{FF2B5EF4-FFF2-40B4-BE49-F238E27FC236}">
                        <a16:creationId xmlns:a16="http://schemas.microsoft.com/office/drawing/2014/main" id="{663A0225-FB89-FE7C-674B-13ED608E3F4E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0" name="TextBox 919">
                    <a:extLst>
                      <a:ext uri="{FF2B5EF4-FFF2-40B4-BE49-F238E27FC236}">
                        <a16:creationId xmlns:a16="http://schemas.microsoft.com/office/drawing/2014/main" id="{D579EDBF-9D87-B5DC-368D-3B29B0A252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A22A0F50-A021-4856-0AAE-86FEF7CDE539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17" name="타원 916">
                    <a:extLst>
                      <a:ext uri="{FF2B5EF4-FFF2-40B4-BE49-F238E27FC236}">
                        <a16:creationId xmlns:a16="http://schemas.microsoft.com/office/drawing/2014/main" id="{55B5B213-DEAF-9B51-B53F-9C3FA5D6C795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8" name="TextBox 917">
                    <a:extLst>
                      <a:ext uri="{FF2B5EF4-FFF2-40B4-BE49-F238E27FC236}">
                        <a16:creationId xmlns:a16="http://schemas.microsoft.com/office/drawing/2014/main" id="{457EF3F5-98F8-D637-01DB-E79025688C8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7" name="그룹 906">
                  <a:extLst>
                    <a:ext uri="{FF2B5EF4-FFF2-40B4-BE49-F238E27FC236}">
                      <a16:creationId xmlns:a16="http://schemas.microsoft.com/office/drawing/2014/main" id="{778C2315-5C99-FC99-BFE3-F330568EDFE3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15" name="타원 914">
                    <a:extLst>
                      <a:ext uri="{FF2B5EF4-FFF2-40B4-BE49-F238E27FC236}">
                        <a16:creationId xmlns:a16="http://schemas.microsoft.com/office/drawing/2014/main" id="{3B5FD42D-7B16-CB80-3FC5-2D584328548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6" name="TextBox 915">
                    <a:extLst>
                      <a:ext uri="{FF2B5EF4-FFF2-40B4-BE49-F238E27FC236}">
                        <a16:creationId xmlns:a16="http://schemas.microsoft.com/office/drawing/2014/main" id="{3F25B9DF-C937-F351-8726-20375C4EF62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1C114809-9E3F-D688-5375-84F8EA321BF0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13" name="타원 912">
                    <a:extLst>
                      <a:ext uri="{FF2B5EF4-FFF2-40B4-BE49-F238E27FC236}">
                        <a16:creationId xmlns:a16="http://schemas.microsoft.com/office/drawing/2014/main" id="{FFB89869-EACA-52D3-FA7A-5EA9960390B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4" name="TextBox 913">
                    <a:extLst>
                      <a:ext uri="{FF2B5EF4-FFF2-40B4-BE49-F238E27FC236}">
                        <a16:creationId xmlns:a16="http://schemas.microsoft.com/office/drawing/2014/main" id="{6E8D0D37-4153-3543-6D3F-4BEF76DC0BF1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09" name="타원 908">
                  <a:extLst>
                    <a:ext uri="{FF2B5EF4-FFF2-40B4-BE49-F238E27FC236}">
                      <a16:creationId xmlns:a16="http://schemas.microsoft.com/office/drawing/2014/main" id="{4AD7A32A-3D2E-CF48-B0F3-04ACEF3E27B1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0" name="타원 909">
                  <a:extLst>
                    <a:ext uri="{FF2B5EF4-FFF2-40B4-BE49-F238E27FC236}">
                      <a16:creationId xmlns:a16="http://schemas.microsoft.com/office/drawing/2014/main" id="{8CE0498D-E8AF-3BEE-73DC-A808EA9B4584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1" name="타원 910">
                  <a:extLst>
                    <a:ext uri="{FF2B5EF4-FFF2-40B4-BE49-F238E27FC236}">
                      <a16:creationId xmlns:a16="http://schemas.microsoft.com/office/drawing/2014/main" id="{B96AAE00-B06B-7CAB-973C-71EBA5D56259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2" name="타원 911">
                  <a:extLst>
                    <a:ext uri="{FF2B5EF4-FFF2-40B4-BE49-F238E27FC236}">
                      <a16:creationId xmlns:a16="http://schemas.microsoft.com/office/drawing/2014/main" id="{1DE11C84-B29E-AF34-9AE1-EEEAE0B6BE90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99" name="타원 898">
              <a:extLst>
                <a:ext uri="{FF2B5EF4-FFF2-40B4-BE49-F238E27FC236}">
                  <a16:creationId xmlns:a16="http://schemas.microsoft.com/office/drawing/2014/main" id="{8B5D59AF-4FD5-42EB-FCE0-28A80537B90B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C6FD53E2-D7DE-A7CE-8654-951FD777C661}"/>
              </a:ext>
            </a:extLst>
          </p:cNvPr>
          <p:cNvGrpSpPr/>
          <p:nvPr/>
        </p:nvGrpSpPr>
        <p:grpSpPr>
          <a:xfrm>
            <a:off x="4975277" y="5029708"/>
            <a:ext cx="1643081" cy="1712683"/>
            <a:chOff x="7864758" y="3210132"/>
            <a:chExt cx="1643081" cy="1712683"/>
          </a:xfrm>
        </p:grpSpPr>
        <p:grpSp>
          <p:nvGrpSpPr>
            <p:cNvPr id="926" name="그룹 925">
              <a:extLst>
                <a:ext uri="{FF2B5EF4-FFF2-40B4-BE49-F238E27FC236}">
                  <a16:creationId xmlns:a16="http://schemas.microsoft.com/office/drawing/2014/main" id="{E54A850D-9329-5EC1-6CE9-D249B5A3FBBB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AFFE6915-7A37-08F5-4D2D-405E4FE112D8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AE9953CB-10CE-109F-545C-356F7DB23653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930" name="타원 929">
                  <a:extLst>
                    <a:ext uri="{FF2B5EF4-FFF2-40B4-BE49-F238E27FC236}">
                      <a16:creationId xmlns:a16="http://schemas.microsoft.com/office/drawing/2014/main" id="{423F2ADA-11B7-2CFB-FAAF-46D70F69CBA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31" name="그룹 930">
                  <a:extLst>
                    <a:ext uri="{FF2B5EF4-FFF2-40B4-BE49-F238E27FC236}">
                      <a16:creationId xmlns:a16="http://schemas.microsoft.com/office/drawing/2014/main" id="{F06B24FA-40E1-B9A8-C989-68D1F8D5847A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50" name="TextBox 949">
                    <a:extLst>
                      <a:ext uri="{FF2B5EF4-FFF2-40B4-BE49-F238E27FC236}">
                        <a16:creationId xmlns:a16="http://schemas.microsoft.com/office/drawing/2014/main" id="{82D05B98-0C7F-73CF-F8CA-D7A6FE2DCC5D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51" name="타원 950">
                    <a:extLst>
                      <a:ext uri="{FF2B5EF4-FFF2-40B4-BE49-F238E27FC236}">
                        <a16:creationId xmlns:a16="http://schemas.microsoft.com/office/drawing/2014/main" id="{AA0C0968-4CE0-C1B8-60DE-CFD6526BA3C6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A40A0B26-2582-BDCE-4B34-7209CC1BD276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948" name="타원 947">
                    <a:extLst>
                      <a:ext uri="{FF2B5EF4-FFF2-40B4-BE49-F238E27FC236}">
                        <a16:creationId xmlns:a16="http://schemas.microsoft.com/office/drawing/2014/main" id="{EBCA7ACE-C37C-241D-6743-D4F58F44700B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9" name="TextBox 948">
                    <a:extLst>
                      <a:ext uri="{FF2B5EF4-FFF2-40B4-BE49-F238E27FC236}">
                        <a16:creationId xmlns:a16="http://schemas.microsoft.com/office/drawing/2014/main" id="{E21B33EC-F3B6-6106-5BA6-291944C9981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3" name="그룹 932">
                  <a:extLst>
                    <a:ext uri="{FF2B5EF4-FFF2-40B4-BE49-F238E27FC236}">
                      <a16:creationId xmlns:a16="http://schemas.microsoft.com/office/drawing/2014/main" id="{A73E59B0-8406-2DF3-BC29-4F81D74833A0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46" name="타원 945">
                    <a:extLst>
                      <a:ext uri="{FF2B5EF4-FFF2-40B4-BE49-F238E27FC236}">
                        <a16:creationId xmlns:a16="http://schemas.microsoft.com/office/drawing/2014/main" id="{39B6BE35-4014-F30E-A9E3-BDF95B45861B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7" name="TextBox 946">
                    <a:extLst>
                      <a:ext uri="{FF2B5EF4-FFF2-40B4-BE49-F238E27FC236}">
                        <a16:creationId xmlns:a16="http://schemas.microsoft.com/office/drawing/2014/main" id="{D970A6E3-CC60-ABE8-F659-694F9A6314C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4" name="그룹 933">
                  <a:extLst>
                    <a:ext uri="{FF2B5EF4-FFF2-40B4-BE49-F238E27FC236}">
                      <a16:creationId xmlns:a16="http://schemas.microsoft.com/office/drawing/2014/main" id="{2229E8AE-14E7-6506-9BC8-68EABCA7B36B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44" name="타원 943">
                    <a:extLst>
                      <a:ext uri="{FF2B5EF4-FFF2-40B4-BE49-F238E27FC236}">
                        <a16:creationId xmlns:a16="http://schemas.microsoft.com/office/drawing/2014/main" id="{F87DE976-854E-0F2A-6F23-F5ECAC500078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5" name="TextBox 944">
                    <a:extLst>
                      <a:ext uri="{FF2B5EF4-FFF2-40B4-BE49-F238E27FC236}">
                        <a16:creationId xmlns:a16="http://schemas.microsoft.com/office/drawing/2014/main" id="{5D841D1D-35AF-F339-336C-1184CD1C717F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5" name="그룹 934">
                  <a:extLst>
                    <a:ext uri="{FF2B5EF4-FFF2-40B4-BE49-F238E27FC236}">
                      <a16:creationId xmlns:a16="http://schemas.microsoft.com/office/drawing/2014/main" id="{9B475CCF-CD67-E398-041E-C5B29ED65AA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42" name="타원 941">
                    <a:extLst>
                      <a:ext uri="{FF2B5EF4-FFF2-40B4-BE49-F238E27FC236}">
                        <a16:creationId xmlns:a16="http://schemas.microsoft.com/office/drawing/2014/main" id="{1B5A8B1E-9E6B-41F1-C479-1CF089DA40CC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3" name="TextBox 942">
                    <a:extLst>
                      <a:ext uri="{FF2B5EF4-FFF2-40B4-BE49-F238E27FC236}">
                        <a16:creationId xmlns:a16="http://schemas.microsoft.com/office/drawing/2014/main" id="{072CBBEE-ED75-E4C9-1E13-11A3A544382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36" name="그룹 935">
                  <a:extLst>
                    <a:ext uri="{FF2B5EF4-FFF2-40B4-BE49-F238E27FC236}">
                      <a16:creationId xmlns:a16="http://schemas.microsoft.com/office/drawing/2014/main" id="{C370043A-46A9-040E-B855-40427CBE4635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40" name="타원 939">
                    <a:extLst>
                      <a:ext uri="{FF2B5EF4-FFF2-40B4-BE49-F238E27FC236}">
                        <a16:creationId xmlns:a16="http://schemas.microsoft.com/office/drawing/2014/main" id="{F39C3D87-9F20-EA96-A553-9CBC0F135A9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1" name="TextBox 940">
                    <a:extLst>
                      <a:ext uri="{FF2B5EF4-FFF2-40B4-BE49-F238E27FC236}">
                        <a16:creationId xmlns:a16="http://schemas.microsoft.com/office/drawing/2014/main" id="{0A019D74-3A22-5263-DAC7-D50465D9F1A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37" name="타원 936">
                  <a:extLst>
                    <a:ext uri="{FF2B5EF4-FFF2-40B4-BE49-F238E27FC236}">
                      <a16:creationId xmlns:a16="http://schemas.microsoft.com/office/drawing/2014/main" id="{7985ABDA-B277-85BC-F27A-F2185C2D8E80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8" name="타원 937">
                  <a:extLst>
                    <a:ext uri="{FF2B5EF4-FFF2-40B4-BE49-F238E27FC236}">
                      <a16:creationId xmlns:a16="http://schemas.microsoft.com/office/drawing/2014/main" id="{952E650B-93AB-636A-EAF8-1A4669157771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9" name="타원 938">
                  <a:extLst>
                    <a:ext uri="{FF2B5EF4-FFF2-40B4-BE49-F238E27FC236}">
                      <a16:creationId xmlns:a16="http://schemas.microsoft.com/office/drawing/2014/main" id="{2328E066-D95A-850A-684E-E7ECB94006A8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7" name="타원 926">
              <a:extLst>
                <a:ext uri="{FF2B5EF4-FFF2-40B4-BE49-F238E27FC236}">
                  <a16:creationId xmlns:a16="http://schemas.microsoft.com/office/drawing/2014/main" id="{3EDDED16-F21B-919F-E489-0BE481FD0CB9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3" name="그룹 952">
            <a:extLst>
              <a:ext uri="{FF2B5EF4-FFF2-40B4-BE49-F238E27FC236}">
                <a16:creationId xmlns:a16="http://schemas.microsoft.com/office/drawing/2014/main" id="{A398670D-39B6-4572-09ED-C03C1E1BBB93}"/>
              </a:ext>
            </a:extLst>
          </p:cNvPr>
          <p:cNvGrpSpPr/>
          <p:nvPr/>
        </p:nvGrpSpPr>
        <p:grpSpPr>
          <a:xfrm>
            <a:off x="1195416" y="2945924"/>
            <a:ext cx="1843591" cy="1774663"/>
            <a:chOff x="483084" y="1035890"/>
            <a:chExt cx="1843591" cy="1774663"/>
          </a:xfrm>
        </p:grpSpPr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79AD2782-089D-529C-DCB1-ECEDA415B818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955" name="그룹 954">
              <a:extLst>
                <a:ext uri="{FF2B5EF4-FFF2-40B4-BE49-F238E27FC236}">
                  <a16:creationId xmlns:a16="http://schemas.microsoft.com/office/drawing/2014/main" id="{D101D271-FD05-695D-4B4C-7B5467CA80CF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958" name="타원 957">
                <a:extLst>
                  <a:ext uri="{FF2B5EF4-FFF2-40B4-BE49-F238E27FC236}">
                    <a16:creationId xmlns:a16="http://schemas.microsoft.com/office/drawing/2014/main" id="{A26D253F-3364-AC38-C6CC-8FB61CFAD02F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844646C9-020A-430B-0972-CF6754CDC08A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981" name="TextBox 980">
                  <a:extLst>
                    <a:ext uri="{FF2B5EF4-FFF2-40B4-BE49-F238E27FC236}">
                      <a16:creationId xmlns:a16="http://schemas.microsoft.com/office/drawing/2014/main" id="{982A0A01-DA9A-5213-C8A7-B873AD6606EA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2" name="타원 981">
                  <a:extLst>
                    <a:ext uri="{FF2B5EF4-FFF2-40B4-BE49-F238E27FC236}">
                      <a16:creationId xmlns:a16="http://schemas.microsoft.com/office/drawing/2014/main" id="{40FB6774-956D-C136-F9B4-870D0984E0E1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0D5D5128-9B5D-9219-C031-FE426C1C9412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979" name="타원 978">
                  <a:extLst>
                    <a:ext uri="{FF2B5EF4-FFF2-40B4-BE49-F238E27FC236}">
                      <a16:creationId xmlns:a16="http://schemas.microsoft.com/office/drawing/2014/main" id="{06E17D19-78CB-606C-90D1-FBCA3FF5658C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0" name="TextBox 979">
                  <a:extLst>
                    <a:ext uri="{FF2B5EF4-FFF2-40B4-BE49-F238E27FC236}">
                      <a16:creationId xmlns:a16="http://schemas.microsoft.com/office/drawing/2014/main" id="{5F5D5677-18BF-DC05-DF34-D816EAAA1094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C62086DF-C1A1-3652-CE2F-24A3C9E94FEE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977" name="타원 976">
                  <a:extLst>
                    <a:ext uri="{FF2B5EF4-FFF2-40B4-BE49-F238E27FC236}">
                      <a16:creationId xmlns:a16="http://schemas.microsoft.com/office/drawing/2014/main" id="{5C3D95C8-0E76-B0B9-7B8C-4D266DF76DE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8" name="TextBox 977">
                  <a:extLst>
                    <a:ext uri="{FF2B5EF4-FFF2-40B4-BE49-F238E27FC236}">
                      <a16:creationId xmlns:a16="http://schemas.microsoft.com/office/drawing/2014/main" id="{9CAE7144-9A05-3957-162C-B013D4197E49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2" name="그룹 961">
                <a:extLst>
                  <a:ext uri="{FF2B5EF4-FFF2-40B4-BE49-F238E27FC236}">
                    <a16:creationId xmlns:a16="http://schemas.microsoft.com/office/drawing/2014/main" id="{4B80C94A-D6EA-E2F4-B2F7-10EF7ACD4578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975" name="타원 974">
                  <a:extLst>
                    <a:ext uri="{FF2B5EF4-FFF2-40B4-BE49-F238E27FC236}">
                      <a16:creationId xmlns:a16="http://schemas.microsoft.com/office/drawing/2014/main" id="{303D8117-AFC0-0A40-4F51-A759136906F7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6" name="TextBox 975">
                  <a:extLst>
                    <a:ext uri="{FF2B5EF4-FFF2-40B4-BE49-F238E27FC236}">
                      <a16:creationId xmlns:a16="http://schemas.microsoft.com/office/drawing/2014/main" id="{FA45622A-FC15-7C71-B21B-366EF1ED0742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C9D72805-7E69-99D0-75E0-5F84ABDDD65A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964" name="타원 963">
                <a:extLst>
                  <a:ext uri="{FF2B5EF4-FFF2-40B4-BE49-F238E27FC236}">
                    <a16:creationId xmlns:a16="http://schemas.microsoft.com/office/drawing/2014/main" id="{E131ACFF-B164-DD26-DCAA-AA925153E16A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65" name="그룹 964">
                <a:extLst>
                  <a:ext uri="{FF2B5EF4-FFF2-40B4-BE49-F238E27FC236}">
                    <a16:creationId xmlns:a16="http://schemas.microsoft.com/office/drawing/2014/main" id="{B93DD30E-F75E-AA6D-3E20-E04F58044EFD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973" name="타원 972">
                  <a:extLst>
                    <a:ext uri="{FF2B5EF4-FFF2-40B4-BE49-F238E27FC236}">
                      <a16:creationId xmlns:a16="http://schemas.microsoft.com/office/drawing/2014/main" id="{85F418D4-3485-7CA0-423E-3C6A8B4FB39F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4" name="TextBox 973">
                  <a:extLst>
                    <a:ext uri="{FF2B5EF4-FFF2-40B4-BE49-F238E27FC236}">
                      <a16:creationId xmlns:a16="http://schemas.microsoft.com/office/drawing/2014/main" id="{1615E534-EFF6-FF3D-DF21-5069AB4607EF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6" name="그룹 965">
                <a:extLst>
                  <a:ext uri="{FF2B5EF4-FFF2-40B4-BE49-F238E27FC236}">
                    <a16:creationId xmlns:a16="http://schemas.microsoft.com/office/drawing/2014/main" id="{1CD734DC-D6A3-689D-DD71-855AB4ACD3E4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971" name="타원 970">
                  <a:extLst>
                    <a:ext uri="{FF2B5EF4-FFF2-40B4-BE49-F238E27FC236}">
                      <a16:creationId xmlns:a16="http://schemas.microsoft.com/office/drawing/2014/main" id="{59A7A364-D289-529B-2027-849A0D893035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2" name="TextBox 971">
                  <a:extLst>
                    <a:ext uri="{FF2B5EF4-FFF2-40B4-BE49-F238E27FC236}">
                      <a16:creationId xmlns:a16="http://schemas.microsoft.com/office/drawing/2014/main" id="{970F3E58-7564-98DB-6BFD-F482AE9DF6E9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7" name="그룹 966">
                <a:extLst>
                  <a:ext uri="{FF2B5EF4-FFF2-40B4-BE49-F238E27FC236}">
                    <a16:creationId xmlns:a16="http://schemas.microsoft.com/office/drawing/2014/main" id="{7C1751FE-C732-730F-9D72-F292AC975CE1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969" name="타원 968">
                  <a:extLst>
                    <a:ext uri="{FF2B5EF4-FFF2-40B4-BE49-F238E27FC236}">
                      <a16:creationId xmlns:a16="http://schemas.microsoft.com/office/drawing/2014/main" id="{CDD22F0F-C229-E9CF-5BC1-DCA14334DD88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0" name="TextBox 969">
                  <a:extLst>
                    <a:ext uri="{FF2B5EF4-FFF2-40B4-BE49-F238E27FC236}">
                      <a16:creationId xmlns:a16="http://schemas.microsoft.com/office/drawing/2014/main" id="{9CCC3BDB-95FE-8C59-D118-F017D8DFE5FD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0F0796E4-4A39-52B2-BA83-1E8DE17D23A1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7" name="타원 956">
              <a:extLst>
                <a:ext uri="{FF2B5EF4-FFF2-40B4-BE49-F238E27FC236}">
                  <a16:creationId xmlns:a16="http://schemas.microsoft.com/office/drawing/2014/main" id="{9AD1EF3B-51BC-3D5A-DE75-169022979C03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99FCB56-0550-98A9-67F2-3723FA92CF00}"/>
              </a:ext>
            </a:extLst>
          </p:cNvPr>
          <p:cNvSpPr txBox="1"/>
          <p:nvPr/>
        </p:nvSpPr>
        <p:spPr>
          <a:xfrm>
            <a:off x="263396" y="423527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(127.0.0.1:6003) 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D3DCEE-0188-B566-1691-8B03C487A462}"/>
              </a:ext>
            </a:extLst>
          </p:cNvPr>
          <p:cNvSpPr txBox="1"/>
          <p:nvPr/>
        </p:nvSpPr>
        <p:spPr>
          <a:xfrm>
            <a:off x="1878904" y="431960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876 →</a:t>
            </a:r>
            <a:r>
              <a:rPr lang="en-US" altLang="ko-KR" sz="1000" dirty="0">
                <a:sym typeface="Wingdings" panose="05000000000000000000" pitchFamily="2" charset="2"/>
              </a:rPr>
              <a:t> 906</a:t>
            </a:r>
            <a:endParaRPr lang="ko-KR" altLang="en-US" sz="1000" dirty="0"/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98452762-7E0B-99F1-ED06-79744009F738}"/>
              </a:ext>
            </a:extLst>
          </p:cNvPr>
          <p:cNvSpPr txBox="1"/>
          <p:nvPr/>
        </p:nvSpPr>
        <p:spPr>
          <a:xfrm>
            <a:off x="218346" y="2783698"/>
            <a:ext cx="1048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cxnSp>
        <p:nvCxnSpPr>
          <p:cNvPr id="993" name="연결선: 구부러짐 225">
            <a:extLst>
              <a:ext uri="{FF2B5EF4-FFF2-40B4-BE49-F238E27FC236}">
                <a16:creationId xmlns:a16="http://schemas.microsoft.com/office/drawing/2014/main" id="{7AFB97FA-F0E9-8BCA-8C88-66F22D491495}"/>
              </a:ext>
            </a:extLst>
          </p:cNvPr>
          <p:cNvCxnSpPr>
            <a:cxnSpLocks/>
            <a:stCxn id="992" idx="2"/>
            <a:endCxn id="982" idx="0"/>
          </p:cNvCxnSpPr>
          <p:nvPr/>
        </p:nvCxnSpPr>
        <p:spPr>
          <a:xfrm rot="5400000" flipH="1" flipV="1">
            <a:off x="1329727" y="2358835"/>
            <a:ext cx="83995" cy="1258174"/>
          </a:xfrm>
          <a:prstGeom prst="curvedConnector5">
            <a:avLst>
              <a:gd name="adj1" fmla="val -272159"/>
              <a:gd name="adj2" fmla="val 67974"/>
              <a:gd name="adj3" fmla="val 37215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" name="TextBox 998">
            <a:extLst>
              <a:ext uri="{FF2B5EF4-FFF2-40B4-BE49-F238E27FC236}">
                <a16:creationId xmlns:a16="http://schemas.microsoft.com/office/drawing/2014/main" id="{25275688-8967-EC44-2932-54A515EAF4E1}"/>
              </a:ext>
            </a:extLst>
          </p:cNvPr>
          <p:cNvSpPr txBox="1"/>
          <p:nvPr/>
        </p:nvSpPr>
        <p:spPr>
          <a:xfrm>
            <a:off x="158742" y="-8351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250205_</a:t>
            </a:r>
            <a:r>
              <a:rPr lang="en-US" altLang="ko-KR" dirty="0"/>
              <a:t>Packet CNT 1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FA4EA-9947-A537-EBEB-F36CDEBE0540}"/>
              </a:ext>
            </a:extLst>
          </p:cNvPr>
          <p:cNvSpPr txBox="1"/>
          <p:nvPr/>
        </p:nvSpPr>
        <p:spPr>
          <a:xfrm>
            <a:off x="754575" y="469670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CTR</a:t>
            </a:r>
            <a:r>
              <a:rPr lang="en-US" altLang="ko-KR" sz="600" b="1" baseline="-25000" dirty="0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=0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" name="연결선: 구부러짐 225">
            <a:extLst>
              <a:ext uri="{FF2B5EF4-FFF2-40B4-BE49-F238E27FC236}">
                <a16:creationId xmlns:a16="http://schemas.microsoft.com/office/drawing/2014/main" id="{579B9424-5D09-DB41-9822-C10028BB1D43}"/>
              </a:ext>
            </a:extLst>
          </p:cNvPr>
          <p:cNvCxnSpPr>
            <a:cxnSpLocks/>
            <a:endCxn id="900" idx="2"/>
          </p:cNvCxnSpPr>
          <p:nvPr/>
        </p:nvCxnSpPr>
        <p:spPr>
          <a:xfrm>
            <a:off x="2145493" y="2967108"/>
            <a:ext cx="5668642" cy="1696836"/>
          </a:xfrm>
          <a:prstGeom prst="curvedConnector4">
            <a:avLst>
              <a:gd name="adj1" fmla="val 15957"/>
              <a:gd name="adj2" fmla="val 113472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EB3D1D0-BC2A-71A2-5D57-A549DCC5A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934039"/>
              </p:ext>
            </p:extLst>
          </p:nvPr>
        </p:nvGraphicFramePr>
        <p:xfrm>
          <a:off x="2653324" y="721284"/>
          <a:ext cx="8350002" cy="179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0002">
                  <a:extLst>
                    <a:ext uri="{9D8B030D-6E8A-4147-A177-3AD203B41FA5}">
                      <a16:colId xmlns:a16="http://schemas.microsoft.com/office/drawing/2014/main" val="1840252441"/>
                    </a:ext>
                  </a:extLst>
                </a:gridCol>
              </a:tblGrid>
              <a:tr h="478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127.0.0.1:6000,127.0.0.1:6003</a:t>
                      </a:r>
                      <a:r>
                        <a:rPr lang="en-US" altLang="ko-KR" sz="900" u="none" strike="noStrike" dirty="0">
                          <a:effectLst/>
                        </a:rPr>
                        <a:t>, ,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906)</a:t>
                      </a:r>
                      <a:r>
                        <a:rPr lang="en-US" altLang="ko-KR" sz="900" u="none" strike="noStrike" dirty="0">
                          <a:effectLst/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444756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127.0.0.1:6000,127.0.0.1:6004,127.0.0.1:6002,127.0.0.1:6003,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410914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127.0.0.1:6000,127.0.0.1:6005,127.0.0.1:6009,127.0.0.1:6003,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81406803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03647945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90530633"/>
                  </a:ext>
                </a:extLst>
              </a:tr>
              <a:tr h="271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127.0.0.1:6000,127.0.0.1:6004,127.0.0.1:6005,127.0.0.1:6007,127.0.0.1:6006,127.0.0.1:6009,127.0.0.1:6004,127.0.0.1:6007,127.0.0.1:6002,127.0.0.1:6005,127.0.0.1:6009,127.0.0.1:6007,127.0.0.1:6009,127.0.0.1:6008,127.0.0.1:6003,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24862161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127.0.0.1:6000,127.0.0.1:6005,127.0.0.1:6007,127.0.0.1:6003,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889394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127.0.0.1:6000,127.0.0.1:6007,127.0.0.1:6006,127.0.0.1:6004,127.0.0.1:6002,127.0.0.1:6009,127.0.0.1:6003,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57864099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4226157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127.0.0.1:6000,127.0.0.1:6004,127.0.0.1:6005,127.0.0.1:6009,127.0.0.1:6004,127.0.0.1:6007,127.0.0.1:6002,127.0.0.1:6003,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02698213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8865D17-68E1-201B-9712-2C70796AD233}"/>
              </a:ext>
            </a:extLst>
          </p:cNvPr>
          <p:cNvSpPr txBox="1"/>
          <p:nvPr/>
        </p:nvSpPr>
        <p:spPr>
          <a:xfrm>
            <a:off x="1995776" y="2789546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0021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13D85-B9E4-D410-A99C-3A66F25A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3CAB3045-A567-92EC-BB6B-39EB7E44BD31}"/>
              </a:ext>
            </a:extLst>
          </p:cNvPr>
          <p:cNvSpPr txBox="1"/>
          <p:nvPr/>
        </p:nvSpPr>
        <p:spPr>
          <a:xfrm>
            <a:off x="388367" y="756051"/>
            <a:ext cx="17571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6003) ID: [ 906</a:t>
            </a:r>
            <a:r>
              <a:rPr lang="en-US" altLang="ko-KR" sz="1000" dirty="0">
                <a:solidFill>
                  <a:srgbClr val="FF0000"/>
                </a:solidFill>
              </a:rPr>
              <a:t>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3218587-7868-4F1D-1A5B-796BAC818069}"/>
              </a:ext>
            </a:extLst>
          </p:cNvPr>
          <p:cNvGrpSpPr/>
          <p:nvPr/>
        </p:nvGrpSpPr>
        <p:grpSpPr>
          <a:xfrm>
            <a:off x="8942727" y="4989031"/>
            <a:ext cx="1660788" cy="1859969"/>
            <a:chOff x="840041" y="1033768"/>
            <a:chExt cx="2312914" cy="25903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B4CF2D-84A0-0EE4-EF57-D596BB26C20E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8B3CBB0-D66F-7FCC-0B05-14C8BB0EA6A1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FCCD9C92-681A-45E6-5FDF-650AAC8FECA0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D336ABBD-B8F6-3B03-4D56-42877E3F0EC5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E390D4E-6CEE-9503-FF97-6AA3B9326068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EEFD61BB-DE5A-8880-8249-FBBB2F956FF6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74BD9EB1-08B4-E003-9F3B-B04F2253BD49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D1E6197D-C1AC-0A3D-1D0E-CD56E5D4491A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061FA8D-AFBC-994D-B7CA-B40C68177B14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7F258E8C-F7C0-497B-7E57-54311884B968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4452EB4-0186-82FA-D026-53EE3923CFE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9076C45-8C90-7B64-F6BE-50052C573170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B84CABC4-538E-0BA4-4DE9-8CE00989B7D4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C35AA121-BD94-A9F1-E5DF-80D6A5D4B904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6312E89-9DAF-7C77-26B8-362FF790A018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66D3476-27A4-97F4-91E0-01A6E6ED521C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66370CF0-685D-9753-716A-7983DED77754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87E49FA4-1894-CB73-3E3D-003D0E78A1F4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33C5F1E-7708-0764-5567-561FEF6EBE0C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CA28DDC6-1A0D-AF9F-37F8-EA8325DC0C79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2B11BF61-A46C-9C5B-9EE3-7E17D2DB55DF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83866EA-ADB2-2776-A431-347507D76704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DC1AA55E-4F2B-A4B2-DC4F-6BB9D1EF3793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696858DA-C398-8E8D-F7A0-050B7F9469DE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AB2B6520-8A73-9F5B-CC79-190CE1FDD27A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97AF635-9C73-E294-88B4-806A6A0ABFE9}"/>
              </a:ext>
            </a:extLst>
          </p:cNvPr>
          <p:cNvGrpSpPr/>
          <p:nvPr/>
        </p:nvGrpSpPr>
        <p:grpSpPr>
          <a:xfrm>
            <a:off x="3192203" y="2898585"/>
            <a:ext cx="1598360" cy="1772379"/>
            <a:chOff x="857121" y="1033768"/>
            <a:chExt cx="2230646" cy="247350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0FDC0C5-76D2-D396-42C1-1909FE37E194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A6FFB5F9-0E61-A489-5B06-CF4D5B1B448A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382582A5-7E8F-0936-F8A5-06056EF0F334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68F8D4D4-D0BA-9C33-87A4-FE24DAD99B61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7313AC6-E060-EE53-BA96-3C94890EA313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E93EBAF9-D681-91B5-A8A2-717EE9F38284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5C98E71B-08A7-040A-AAC4-D4DF611757B6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5D3D327-7D55-711D-5799-DCA072115F54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1401192D-B326-0A13-340C-7FB3857AA3F6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44DA1049-DDC9-1056-6CE0-F09ECE032B0B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FF17A5B5-6512-47DF-CAA6-A16A108F475E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9D22717-7752-5A38-0F17-4A944801124C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15D40EC8-72D6-D1A0-5BC3-234B9CBFD78F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F4F2BE7C-6A96-0B28-11C1-79DE25A93237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CAECB2C-6A87-0A1A-BE45-E587E591F62D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CD13875D-E887-E169-357C-C8DB48DEDC6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778FD020-F0E5-3D36-87B3-62FFA1C4B93E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8643687-555D-6A43-298B-7F6064735C9A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F2AC2FE9-D2B0-8496-599A-03839C1EC7F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6EADEAA6-05A8-8569-4045-8F50ACC3DABC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7ADF1BE8-ADE6-7640-16CF-7C29D9F2A1B0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2201E876-E510-9CB2-B651-93DFD174AF05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8AC43412-B62B-5864-1EE7-08C1285B13BC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BAB3C07-488D-5339-0DE0-78E2F7E3E834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01CF6D1A-1142-3BD6-91E5-B2018F094DC7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F2571B56-6BFC-EB5D-06E7-9C502DF5E378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6CB967E-4DEC-7D4C-D7F5-F388760C3A09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23ACAC3C-B7C4-1E77-C62D-00658E585A1D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DB4457D1-0E4F-A9A4-21EB-E456F7BF579C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6750B151-5525-0B09-385F-6C97591A5FE7}"/>
              </a:ext>
            </a:extLst>
          </p:cNvPr>
          <p:cNvGrpSpPr/>
          <p:nvPr/>
        </p:nvGrpSpPr>
        <p:grpSpPr>
          <a:xfrm>
            <a:off x="1093194" y="5006470"/>
            <a:ext cx="1587294" cy="1764233"/>
            <a:chOff x="836343" y="1033768"/>
            <a:chExt cx="2259797" cy="251169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1360E4-AE50-20C5-A685-380D081AC7E6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6980912-7F39-6B2E-C360-872EE6647CDA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F3B25C-9950-59BA-DD40-16DE39B6E3E5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776079D5-FEC3-7468-F13E-E4C0A9F3E52D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51F5801-E069-5C80-3092-58E74587733F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08755BFC-98BD-FC8C-85CB-C2AEC9CF185B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4BBAE3E8-5C70-F012-60AC-AB0801634EA9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2D2B4125-C1E9-340F-CA12-52AAF6C55D71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5971D54-41B2-24E1-A250-2CBA0E9A11E7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BD08CE26-42AD-1387-A981-630A2162F2AD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21" name="타원 120">
                  <a:extLst>
                    <a:ext uri="{FF2B5EF4-FFF2-40B4-BE49-F238E27FC236}">
                      <a16:creationId xmlns:a16="http://schemas.microsoft.com/office/drawing/2014/main" id="{C206F35B-DC78-9DFA-962D-D368BAA250C6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30D79725-0328-7326-A399-C7682110187D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F475F8B2-F83F-2717-A349-141E45F48ABF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DEDE59EF-D23A-008D-2106-983268CF3255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ED48D67-DB1D-282E-EB75-EDCB5290EB3F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54533E8E-BE0F-8C04-95D6-C09B03C31FD9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999DEEEB-1070-81B4-8BFF-9571008D33A2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C17B787-2515-A9F0-1D76-5E24D461A86C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3FCC0D34-A069-2CAC-DBCF-B5A364877DAD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17DABB5A-F8B1-3843-E8A1-09F156DD32EE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5C6B7133-7C22-6BD8-21B5-DB3B68148875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E37B4FAF-2618-9395-F6B1-726674B3EC12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0A6615DA-0273-D1B5-6DF1-7A2ACD817749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010B65EF-2078-82CA-5469-D6BAC38F9F81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960BE008-62E7-3127-871C-CF8239A8C1E6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7BE85680-B376-7E68-F1DE-B834E045F907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42EB7071-D9B0-B601-B06D-778E2726DFF2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A992C62-0D52-00F4-7C79-1A06962313F4}"/>
              </a:ext>
            </a:extLst>
          </p:cNvPr>
          <p:cNvGrpSpPr/>
          <p:nvPr/>
        </p:nvGrpSpPr>
        <p:grpSpPr>
          <a:xfrm>
            <a:off x="3100863" y="5070280"/>
            <a:ext cx="1631005" cy="1727858"/>
            <a:chOff x="71774" y="591927"/>
            <a:chExt cx="1662593" cy="1761321"/>
          </a:xfrm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57BF29DF-2891-7509-AEB9-5F7017C162EB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4F4BF155-7755-3CD6-13AB-1F827BA8935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24EF48C7-2813-26A0-BE32-AFA5C87B9A95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580" name="그룹 579">
                <a:extLst>
                  <a:ext uri="{FF2B5EF4-FFF2-40B4-BE49-F238E27FC236}">
                    <a16:creationId xmlns:a16="http://schemas.microsoft.com/office/drawing/2014/main" id="{9502BC0B-F10B-C1D7-3D41-D41DD0C593FF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597" name="타원 596">
                  <a:extLst>
                    <a:ext uri="{FF2B5EF4-FFF2-40B4-BE49-F238E27FC236}">
                      <a16:creationId xmlns:a16="http://schemas.microsoft.com/office/drawing/2014/main" id="{965CD319-6008-A935-4C56-C1850E44CE96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AD9A0B48-6456-C061-3952-236D01B3EB6A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599" name="타원 598">
                  <a:extLst>
                    <a:ext uri="{FF2B5EF4-FFF2-40B4-BE49-F238E27FC236}">
                      <a16:creationId xmlns:a16="http://schemas.microsoft.com/office/drawing/2014/main" id="{AE880C14-B350-2952-4BD8-2DC305952799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1" name="그룹 580">
                <a:extLst>
                  <a:ext uri="{FF2B5EF4-FFF2-40B4-BE49-F238E27FC236}">
                    <a16:creationId xmlns:a16="http://schemas.microsoft.com/office/drawing/2014/main" id="{4A02682D-564C-EE74-5AAE-9E9E4E937566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595" name="타원 594">
                  <a:extLst>
                    <a:ext uri="{FF2B5EF4-FFF2-40B4-BE49-F238E27FC236}">
                      <a16:creationId xmlns:a16="http://schemas.microsoft.com/office/drawing/2014/main" id="{21D4DBE6-9D00-1F11-1FDF-659A42EBD387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74F597C4-CE69-D94E-A9A4-E76097A6D169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2" name="그룹 581">
                <a:extLst>
                  <a:ext uri="{FF2B5EF4-FFF2-40B4-BE49-F238E27FC236}">
                    <a16:creationId xmlns:a16="http://schemas.microsoft.com/office/drawing/2014/main" id="{994D020C-B810-DDF1-EEED-274762BBA416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593" name="타원 592">
                  <a:extLst>
                    <a:ext uri="{FF2B5EF4-FFF2-40B4-BE49-F238E27FC236}">
                      <a16:creationId xmlns:a16="http://schemas.microsoft.com/office/drawing/2014/main" id="{E3273A98-1532-E5CC-AAD0-A654C3667D61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4" name="TextBox 593">
                  <a:extLst>
                    <a:ext uri="{FF2B5EF4-FFF2-40B4-BE49-F238E27FC236}">
                      <a16:creationId xmlns:a16="http://schemas.microsoft.com/office/drawing/2014/main" id="{79473068-810C-8F81-1FCF-C720945A344F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AB5B269F-3624-803B-65FB-F884DA8EC119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84" name="그룹 583">
                <a:extLst>
                  <a:ext uri="{FF2B5EF4-FFF2-40B4-BE49-F238E27FC236}">
                    <a16:creationId xmlns:a16="http://schemas.microsoft.com/office/drawing/2014/main" id="{6DE825ED-A66A-382A-1DB3-5B49F02D8DD8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591" name="타원 590">
                  <a:extLst>
                    <a:ext uri="{FF2B5EF4-FFF2-40B4-BE49-F238E27FC236}">
                      <a16:creationId xmlns:a16="http://schemas.microsoft.com/office/drawing/2014/main" id="{946330D0-20E0-2942-DB32-66D3FA9D4186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939F7C69-CE10-A42D-2526-369E2838A38A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59DC63AC-2BFE-3825-4146-D0D1720BE734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589" name="타원 588">
                  <a:extLst>
                    <a:ext uri="{FF2B5EF4-FFF2-40B4-BE49-F238E27FC236}">
                      <a16:creationId xmlns:a16="http://schemas.microsoft.com/office/drawing/2014/main" id="{DF141A3D-F9B9-3E14-F0B7-4714382ADE83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0" name="TextBox 589">
                  <a:extLst>
                    <a:ext uri="{FF2B5EF4-FFF2-40B4-BE49-F238E27FC236}">
                      <a16:creationId xmlns:a16="http://schemas.microsoft.com/office/drawing/2014/main" id="{60FB5F02-E68D-E34F-5B9A-4441F7ACBF5E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6" name="타원 585">
                <a:extLst>
                  <a:ext uri="{FF2B5EF4-FFF2-40B4-BE49-F238E27FC236}">
                    <a16:creationId xmlns:a16="http://schemas.microsoft.com/office/drawing/2014/main" id="{93B2A219-8075-8491-14A2-7F6E5CFC835C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678546C5-69EF-3ED5-FB35-BED6D39F06FC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8" name="타원 587">
                <a:extLst>
                  <a:ext uri="{FF2B5EF4-FFF2-40B4-BE49-F238E27FC236}">
                    <a16:creationId xmlns:a16="http://schemas.microsoft.com/office/drawing/2014/main" id="{B249D350-AC4A-DD71-9629-828390A170C9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E90C784E-5400-CFE8-5A8E-C2D06AC86AE5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EA66DF29-17E8-586F-93A1-2CC0D0782C0A}"/>
              </a:ext>
            </a:extLst>
          </p:cNvPr>
          <p:cNvGrpSpPr/>
          <p:nvPr/>
        </p:nvGrpSpPr>
        <p:grpSpPr>
          <a:xfrm>
            <a:off x="9044202" y="2847080"/>
            <a:ext cx="1634192" cy="1823884"/>
            <a:chOff x="2129302" y="890897"/>
            <a:chExt cx="1634192" cy="1823884"/>
          </a:xfrm>
        </p:grpSpPr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27B4837D-0F97-C659-F41F-DFEE043BF761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49B673CD-3853-46D9-1790-7DDB205D165C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타원 603">
                <a:extLst>
                  <a:ext uri="{FF2B5EF4-FFF2-40B4-BE49-F238E27FC236}">
                    <a16:creationId xmlns:a16="http://schemas.microsoft.com/office/drawing/2014/main" id="{AE9019E6-F187-B9D5-C50C-68D2D0D905F0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5" name="그룹 604">
                <a:extLst>
                  <a:ext uri="{FF2B5EF4-FFF2-40B4-BE49-F238E27FC236}">
                    <a16:creationId xmlns:a16="http://schemas.microsoft.com/office/drawing/2014/main" id="{584C9641-1F19-D264-E837-DB6F17230CFD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369" name="타원 368">
                  <a:extLst>
                    <a:ext uri="{FF2B5EF4-FFF2-40B4-BE49-F238E27FC236}">
                      <a16:creationId xmlns:a16="http://schemas.microsoft.com/office/drawing/2014/main" id="{D70C74E9-E9B9-4117-801A-826B62617DFC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45FC0927-DC55-0F95-174E-FC4064F72005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AF5FCE4E-7812-5D57-A188-FB822B3C5154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367" name="타원 366">
                  <a:extLst>
                    <a:ext uri="{FF2B5EF4-FFF2-40B4-BE49-F238E27FC236}">
                      <a16:creationId xmlns:a16="http://schemas.microsoft.com/office/drawing/2014/main" id="{B93C0CDE-013D-3912-2081-D7C9D88301E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705881E3-6F9B-88D4-6E51-CF42328529A2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7" name="그룹 606">
                <a:extLst>
                  <a:ext uri="{FF2B5EF4-FFF2-40B4-BE49-F238E27FC236}">
                    <a16:creationId xmlns:a16="http://schemas.microsoft.com/office/drawing/2014/main" id="{35BB67E1-AE0C-1EB1-310A-56762218B542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FC9CE62D-C67C-FD87-31A9-AD8A45E65B02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A95A4FE9-41C2-8A0E-EF4C-5FE12CAA88D5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8" name="그룹 607">
                <a:extLst>
                  <a:ext uri="{FF2B5EF4-FFF2-40B4-BE49-F238E27FC236}">
                    <a16:creationId xmlns:a16="http://schemas.microsoft.com/office/drawing/2014/main" id="{98627E22-A4D6-C36F-5DBE-0F8B7248535A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327" name="타원 326">
                  <a:extLst>
                    <a:ext uri="{FF2B5EF4-FFF2-40B4-BE49-F238E27FC236}">
                      <a16:creationId xmlns:a16="http://schemas.microsoft.com/office/drawing/2014/main" id="{556BA753-A6BE-C51E-F8EC-A1A4B5C1C02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49FD7EF8-010F-7B23-DB08-BC3ED65E1FAA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4A8CD1F0-F3BB-9057-0B49-45321B67383F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325" name="타원 324">
                  <a:extLst>
                    <a:ext uri="{FF2B5EF4-FFF2-40B4-BE49-F238E27FC236}">
                      <a16:creationId xmlns:a16="http://schemas.microsoft.com/office/drawing/2014/main" id="{A6BD629A-60A9-3A59-3039-C38A4D6F529D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28627A58-2783-B27C-4E40-56F09D490E2D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8F9DB553-88E2-C98E-D7F8-F3D7216408CB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1C0F8957-C8A9-811A-679D-141882B786A2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846663A8-8401-AB4A-4487-FAA4FA02D917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42950577-7F49-B38C-6C7A-70C645A994A0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657AA113-77EF-38E9-3F73-D0195664C502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31E4E9EB-34CA-9FFA-5CE9-05E278744F55}"/>
              </a:ext>
            </a:extLst>
          </p:cNvPr>
          <p:cNvGrpSpPr/>
          <p:nvPr/>
        </p:nvGrpSpPr>
        <p:grpSpPr>
          <a:xfrm>
            <a:off x="7148435" y="5054822"/>
            <a:ext cx="1587295" cy="1739333"/>
            <a:chOff x="2185243" y="3210132"/>
            <a:chExt cx="1587295" cy="1739333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0B7D608B-DE6B-313B-3568-15665C5B9386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334001D-67D7-ED22-5E31-56465EC4F548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AB0D3BF7-4BDF-89FA-BC20-D90CCB6749C5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376" name="타원 375">
                  <a:extLst>
                    <a:ext uri="{FF2B5EF4-FFF2-40B4-BE49-F238E27FC236}">
                      <a16:creationId xmlns:a16="http://schemas.microsoft.com/office/drawing/2014/main" id="{B4BA429B-4198-84C3-4E27-27F36387CC07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77" name="그룹 376">
                  <a:extLst>
                    <a:ext uri="{FF2B5EF4-FFF2-40B4-BE49-F238E27FC236}">
                      <a16:creationId xmlns:a16="http://schemas.microsoft.com/office/drawing/2014/main" id="{CEEEEEE8-2BF9-B135-3CD1-E0C9F737EF4A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67" name="TextBox 866">
                    <a:extLst>
                      <a:ext uri="{FF2B5EF4-FFF2-40B4-BE49-F238E27FC236}">
                        <a16:creationId xmlns:a16="http://schemas.microsoft.com/office/drawing/2014/main" id="{5DA7421B-C8D2-8028-FE6F-75DA6CD5AF4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68" name="타원 867">
                    <a:extLst>
                      <a:ext uri="{FF2B5EF4-FFF2-40B4-BE49-F238E27FC236}">
                        <a16:creationId xmlns:a16="http://schemas.microsoft.com/office/drawing/2014/main" id="{B8D326AB-0566-9014-3060-A5BF96957217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27F5E610-C071-62DA-A512-F9F9B4771CF3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865" name="타원 864">
                    <a:extLst>
                      <a:ext uri="{FF2B5EF4-FFF2-40B4-BE49-F238E27FC236}">
                        <a16:creationId xmlns:a16="http://schemas.microsoft.com/office/drawing/2014/main" id="{CA11C5EE-2A36-C0E4-F61E-7848DECAD40A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6" name="TextBox 865">
                    <a:extLst>
                      <a:ext uri="{FF2B5EF4-FFF2-40B4-BE49-F238E27FC236}">
                        <a16:creationId xmlns:a16="http://schemas.microsoft.com/office/drawing/2014/main" id="{4FFB0AE3-A089-7488-AF28-AEE3E67D35C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BA78E133-1931-C61A-711A-B2529FB1093A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863" name="타원 862">
                    <a:extLst>
                      <a:ext uri="{FF2B5EF4-FFF2-40B4-BE49-F238E27FC236}">
                        <a16:creationId xmlns:a16="http://schemas.microsoft.com/office/drawing/2014/main" id="{A0396DCB-3C37-5F27-8D2D-7C9B1CD3033D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4" name="TextBox 863">
                    <a:extLst>
                      <a:ext uri="{FF2B5EF4-FFF2-40B4-BE49-F238E27FC236}">
                        <a16:creationId xmlns:a16="http://schemas.microsoft.com/office/drawing/2014/main" id="{862AEEF7-3BE6-C15E-C406-3D7D3689127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0" name="그룹 379">
                  <a:extLst>
                    <a:ext uri="{FF2B5EF4-FFF2-40B4-BE49-F238E27FC236}">
                      <a16:creationId xmlns:a16="http://schemas.microsoft.com/office/drawing/2014/main" id="{D48B0D8A-0596-0FCC-3731-A6EB3BC5910E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61" name="타원 860">
                    <a:extLst>
                      <a:ext uri="{FF2B5EF4-FFF2-40B4-BE49-F238E27FC236}">
                        <a16:creationId xmlns:a16="http://schemas.microsoft.com/office/drawing/2014/main" id="{4383E64F-362E-9EC3-2752-B27D0949110F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862" name="TextBox 861">
                    <a:extLst>
                      <a:ext uri="{FF2B5EF4-FFF2-40B4-BE49-F238E27FC236}">
                        <a16:creationId xmlns:a16="http://schemas.microsoft.com/office/drawing/2014/main" id="{EB993BA0-29A0-0450-E5E2-04C12A50CD6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1" name="그룹 380">
                  <a:extLst>
                    <a:ext uri="{FF2B5EF4-FFF2-40B4-BE49-F238E27FC236}">
                      <a16:creationId xmlns:a16="http://schemas.microsoft.com/office/drawing/2014/main" id="{6BBA72C1-D0A0-1F84-ADBA-8AC948F565DC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59" name="타원 858">
                    <a:extLst>
                      <a:ext uri="{FF2B5EF4-FFF2-40B4-BE49-F238E27FC236}">
                        <a16:creationId xmlns:a16="http://schemas.microsoft.com/office/drawing/2014/main" id="{A0419197-B12A-054D-CCD3-E46BD252031A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0" name="TextBox 859">
                    <a:extLst>
                      <a:ext uri="{FF2B5EF4-FFF2-40B4-BE49-F238E27FC236}">
                        <a16:creationId xmlns:a16="http://schemas.microsoft.com/office/drawing/2014/main" id="{7C84E3F7-AC81-F0B0-510B-23329E49C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F25320D9-5961-BA23-05A3-2A3ABCBE724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57" name="타원 856">
                    <a:extLst>
                      <a:ext uri="{FF2B5EF4-FFF2-40B4-BE49-F238E27FC236}">
                        <a16:creationId xmlns:a16="http://schemas.microsoft.com/office/drawing/2014/main" id="{6FE0867A-1CC7-4AC7-5E82-7588F21138D2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8" name="TextBox 857">
                    <a:extLst>
                      <a:ext uri="{FF2B5EF4-FFF2-40B4-BE49-F238E27FC236}">
                        <a16:creationId xmlns:a16="http://schemas.microsoft.com/office/drawing/2014/main" id="{77CE8BB9-55AC-6AD5-A965-553299CA4CEA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383" name="타원 382">
                  <a:extLst>
                    <a:ext uri="{FF2B5EF4-FFF2-40B4-BE49-F238E27FC236}">
                      <a16:creationId xmlns:a16="http://schemas.microsoft.com/office/drawing/2014/main" id="{8F40F86F-04CD-EE1F-9987-1B1D31745331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5" name="타원 854">
                  <a:extLst>
                    <a:ext uri="{FF2B5EF4-FFF2-40B4-BE49-F238E27FC236}">
                      <a16:creationId xmlns:a16="http://schemas.microsoft.com/office/drawing/2014/main" id="{07B64A59-EC35-9087-6DA4-A771C9993742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D46A3F6C-5CBF-21DD-4DD3-A63006128044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0C81642C-C278-7002-16A3-48B40A63E410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87062118-BC9A-1529-EA1D-5B2CC94B8549}"/>
              </a:ext>
            </a:extLst>
          </p:cNvPr>
          <p:cNvGrpSpPr/>
          <p:nvPr/>
        </p:nvGrpSpPr>
        <p:grpSpPr>
          <a:xfrm>
            <a:off x="5029630" y="2875861"/>
            <a:ext cx="1603941" cy="1811418"/>
            <a:chOff x="4062400" y="3210132"/>
            <a:chExt cx="1603941" cy="1811418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33AE816E-87ED-0DD2-E303-8B6D6C793667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3B43CF18-045D-63F9-45AF-C6C10AC17F66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873" name="그룹 872">
                <a:extLst>
                  <a:ext uri="{FF2B5EF4-FFF2-40B4-BE49-F238E27FC236}">
                    <a16:creationId xmlns:a16="http://schemas.microsoft.com/office/drawing/2014/main" id="{1DCF3706-A307-47CD-230E-AE0FB027E5BA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874" name="타원 873">
                  <a:extLst>
                    <a:ext uri="{FF2B5EF4-FFF2-40B4-BE49-F238E27FC236}">
                      <a16:creationId xmlns:a16="http://schemas.microsoft.com/office/drawing/2014/main" id="{675E58DF-A454-EDDF-1A7E-9804356A9B0E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75" name="그룹 874">
                  <a:extLst>
                    <a:ext uri="{FF2B5EF4-FFF2-40B4-BE49-F238E27FC236}">
                      <a16:creationId xmlns:a16="http://schemas.microsoft.com/office/drawing/2014/main" id="{FFA6C90E-3F6E-AA03-91A7-76184AD96C1F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2C57D914-E106-CA95-CA90-9F4970551B18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96" name="타원 895">
                    <a:extLst>
                      <a:ext uri="{FF2B5EF4-FFF2-40B4-BE49-F238E27FC236}">
                        <a16:creationId xmlns:a16="http://schemas.microsoft.com/office/drawing/2014/main" id="{44B5D654-A45D-3152-482B-B0A8C7846A5F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76" name="그룹 875">
                  <a:extLst>
                    <a:ext uri="{FF2B5EF4-FFF2-40B4-BE49-F238E27FC236}">
                      <a16:creationId xmlns:a16="http://schemas.microsoft.com/office/drawing/2014/main" id="{30EEAEC4-53DF-3AF5-3715-5FE734C244CA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893" name="타원 892">
                    <a:extLst>
                      <a:ext uri="{FF2B5EF4-FFF2-40B4-BE49-F238E27FC236}">
                        <a16:creationId xmlns:a16="http://schemas.microsoft.com/office/drawing/2014/main" id="{E665D028-F339-2B47-9F21-A13CEBAF4A51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4" name="TextBox 893">
                    <a:extLst>
                      <a:ext uri="{FF2B5EF4-FFF2-40B4-BE49-F238E27FC236}">
                        <a16:creationId xmlns:a16="http://schemas.microsoft.com/office/drawing/2014/main" id="{F71613F7-4BFB-25BE-D0BD-B15FC576188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7" name="그룹 876">
                  <a:extLst>
                    <a:ext uri="{FF2B5EF4-FFF2-40B4-BE49-F238E27FC236}">
                      <a16:creationId xmlns:a16="http://schemas.microsoft.com/office/drawing/2014/main" id="{4ED1F722-4C58-67C0-58F2-2F86D77261CC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891" name="타원 890">
                    <a:extLst>
                      <a:ext uri="{FF2B5EF4-FFF2-40B4-BE49-F238E27FC236}">
                        <a16:creationId xmlns:a16="http://schemas.microsoft.com/office/drawing/2014/main" id="{10CBA929-0224-6D82-3E82-BB7DCDA87440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0FC0B3B3-F1D1-0A06-55FE-11C2B0E73F34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8" name="그룹 877">
                  <a:extLst>
                    <a:ext uri="{FF2B5EF4-FFF2-40B4-BE49-F238E27FC236}">
                      <a16:creationId xmlns:a16="http://schemas.microsoft.com/office/drawing/2014/main" id="{CBEEE6DD-9511-3545-56BE-6330BEF30679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89" name="타원 888">
                    <a:extLst>
                      <a:ext uri="{FF2B5EF4-FFF2-40B4-BE49-F238E27FC236}">
                        <a16:creationId xmlns:a16="http://schemas.microsoft.com/office/drawing/2014/main" id="{58E0F3B7-1B46-59F6-17AA-BC4BCF19FE21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F8C216C2-A442-55D3-85E6-7A73266CD05E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9" name="그룹 878">
                  <a:extLst>
                    <a:ext uri="{FF2B5EF4-FFF2-40B4-BE49-F238E27FC236}">
                      <a16:creationId xmlns:a16="http://schemas.microsoft.com/office/drawing/2014/main" id="{1CE73935-45B3-F104-E8BB-7795DF26440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87" name="타원 886">
                    <a:extLst>
                      <a:ext uri="{FF2B5EF4-FFF2-40B4-BE49-F238E27FC236}">
                        <a16:creationId xmlns:a16="http://schemas.microsoft.com/office/drawing/2014/main" id="{9FB0FD5C-2EDE-1568-94B8-758236B95A1D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84784B81-54A8-0C45-B992-C78429FDC223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4D2E2EA7-699A-E603-B886-8C185CD1372D}"/>
                    </a:ext>
                  </a:extLst>
                </p:cNvPr>
                <p:cNvSpPr txBox="1"/>
                <p:nvPr/>
              </p:nvSpPr>
              <p:spPr>
                <a:xfrm>
                  <a:off x="1308785" y="4232403"/>
                  <a:ext cx="262996" cy="26290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881" name="타원 880">
                  <a:extLst>
                    <a:ext uri="{FF2B5EF4-FFF2-40B4-BE49-F238E27FC236}">
                      <a16:creationId xmlns:a16="http://schemas.microsoft.com/office/drawing/2014/main" id="{F6658805-D784-403C-E750-284118776CB3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2" name="타원 881">
                  <a:extLst>
                    <a:ext uri="{FF2B5EF4-FFF2-40B4-BE49-F238E27FC236}">
                      <a16:creationId xmlns:a16="http://schemas.microsoft.com/office/drawing/2014/main" id="{98A0F258-6297-A458-3A06-7874B39C9408}"/>
                    </a:ext>
                  </a:extLst>
                </p:cNvPr>
                <p:cNvSpPr/>
                <p:nvPr/>
              </p:nvSpPr>
              <p:spPr>
                <a:xfrm>
                  <a:off x="1364729" y="4023605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3" name="타원 882">
                  <a:extLst>
                    <a:ext uri="{FF2B5EF4-FFF2-40B4-BE49-F238E27FC236}">
                      <a16:creationId xmlns:a16="http://schemas.microsoft.com/office/drawing/2014/main" id="{CD58BEA5-0ECE-38DA-EC7C-815FA8499C57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4" name="타원 883">
                  <a:extLst>
                    <a:ext uri="{FF2B5EF4-FFF2-40B4-BE49-F238E27FC236}">
                      <a16:creationId xmlns:a16="http://schemas.microsoft.com/office/drawing/2014/main" id="{662F832C-8716-200E-1359-D88C9CA2E9B4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71" name="타원 870">
              <a:extLst>
                <a:ext uri="{FF2B5EF4-FFF2-40B4-BE49-F238E27FC236}">
                  <a16:creationId xmlns:a16="http://schemas.microsoft.com/office/drawing/2014/main" id="{A940093C-6A0D-718D-A3E8-87CA74CA4F3D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7" name="그룹 896">
            <a:extLst>
              <a:ext uri="{FF2B5EF4-FFF2-40B4-BE49-F238E27FC236}">
                <a16:creationId xmlns:a16="http://schemas.microsoft.com/office/drawing/2014/main" id="{6ECF5A75-D140-A3C9-98E2-B03933FE24D2}"/>
              </a:ext>
            </a:extLst>
          </p:cNvPr>
          <p:cNvGrpSpPr/>
          <p:nvPr/>
        </p:nvGrpSpPr>
        <p:grpSpPr>
          <a:xfrm>
            <a:off x="7020488" y="2873630"/>
            <a:ext cx="1587294" cy="1790314"/>
            <a:chOff x="5982700" y="3210132"/>
            <a:chExt cx="1587294" cy="1790314"/>
          </a:xfrm>
        </p:grpSpPr>
        <p:grpSp>
          <p:nvGrpSpPr>
            <p:cNvPr id="898" name="그룹 897">
              <a:extLst>
                <a:ext uri="{FF2B5EF4-FFF2-40B4-BE49-F238E27FC236}">
                  <a16:creationId xmlns:a16="http://schemas.microsoft.com/office/drawing/2014/main" id="{B0431024-8007-C373-CEB3-B97B37167D95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900" name="TextBox 899">
                <a:extLst>
                  <a:ext uri="{FF2B5EF4-FFF2-40B4-BE49-F238E27FC236}">
                    <a16:creationId xmlns:a16="http://schemas.microsoft.com/office/drawing/2014/main" id="{184EE3F5-A687-ECE4-B608-E52CD973A065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901" name="그룹 900">
                <a:extLst>
                  <a:ext uri="{FF2B5EF4-FFF2-40B4-BE49-F238E27FC236}">
                    <a16:creationId xmlns:a16="http://schemas.microsoft.com/office/drawing/2014/main" id="{75C4252B-28D9-D186-21F0-6C5E2B5D7B55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902" name="타원 901">
                  <a:extLst>
                    <a:ext uri="{FF2B5EF4-FFF2-40B4-BE49-F238E27FC236}">
                      <a16:creationId xmlns:a16="http://schemas.microsoft.com/office/drawing/2014/main" id="{EABF37BC-EBE9-D918-9681-F8130F06003B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03" name="그룹 902">
                  <a:extLst>
                    <a:ext uri="{FF2B5EF4-FFF2-40B4-BE49-F238E27FC236}">
                      <a16:creationId xmlns:a16="http://schemas.microsoft.com/office/drawing/2014/main" id="{81F44F36-C86D-1192-304A-46B21EE9E1CE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23" name="TextBox 922">
                    <a:extLst>
                      <a:ext uri="{FF2B5EF4-FFF2-40B4-BE49-F238E27FC236}">
                        <a16:creationId xmlns:a16="http://schemas.microsoft.com/office/drawing/2014/main" id="{C344511E-546D-583B-825A-7D61114988FB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24" name="타원 923">
                    <a:extLst>
                      <a:ext uri="{FF2B5EF4-FFF2-40B4-BE49-F238E27FC236}">
                        <a16:creationId xmlns:a16="http://schemas.microsoft.com/office/drawing/2014/main" id="{C9C9EE9D-8FC0-482E-15AA-CC7240D10AD3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D435AB5B-F4A9-5C90-EB19-9DFE5C483C4E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921" name="타원 920">
                    <a:extLst>
                      <a:ext uri="{FF2B5EF4-FFF2-40B4-BE49-F238E27FC236}">
                        <a16:creationId xmlns:a16="http://schemas.microsoft.com/office/drawing/2014/main" id="{9C884FFE-0ACA-37D4-0BC4-680771ABB0F2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2" name="TextBox 921">
                    <a:extLst>
                      <a:ext uri="{FF2B5EF4-FFF2-40B4-BE49-F238E27FC236}">
                        <a16:creationId xmlns:a16="http://schemas.microsoft.com/office/drawing/2014/main" id="{47D11B18-CD18-0BD8-D683-DBA58A3B6AB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5" name="그룹 904">
                  <a:extLst>
                    <a:ext uri="{FF2B5EF4-FFF2-40B4-BE49-F238E27FC236}">
                      <a16:creationId xmlns:a16="http://schemas.microsoft.com/office/drawing/2014/main" id="{911FFA01-1033-995A-F853-FA8791C4270D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19" name="타원 918">
                    <a:extLst>
                      <a:ext uri="{FF2B5EF4-FFF2-40B4-BE49-F238E27FC236}">
                        <a16:creationId xmlns:a16="http://schemas.microsoft.com/office/drawing/2014/main" id="{DF145EE0-9EC0-98A3-A4CC-661764730328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0" name="TextBox 919">
                    <a:extLst>
                      <a:ext uri="{FF2B5EF4-FFF2-40B4-BE49-F238E27FC236}">
                        <a16:creationId xmlns:a16="http://schemas.microsoft.com/office/drawing/2014/main" id="{56E2F5DB-7943-1748-6F2E-0F89A9C513ED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52551CA3-B822-EFBF-B5E7-9E0CB161441A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17" name="타원 916">
                    <a:extLst>
                      <a:ext uri="{FF2B5EF4-FFF2-40B4-BE49-F238E27FC236}">
                        <a16:creationId xmlns:a16="http://schemas.microsoft.com/office/drawing/2014/main" id="{F12D778F-044D-B0A0-EDD4-A841CA09A783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8" name="TextBox 917">
                    <a:extLst>
                      <a:ext uri="{FF2B5EF4-FFF2-40B4-BE49-F238E27FC236}">
                        <a16:creationId xmlns:a16="http://schemas.microsoft.com/office/drawing/2014/main" id="{2CAEB135-02CF-2DA4-3587-BEB91F6D9982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7" name="그룹 906">
                  <a:extLst>
                    <a:ext uri="{FF2B5EF4-FFF2-40B4-BE49-F238E27FC236}">
                      <a16:creationId xmlns:a16="http://schemas.microsoft.com/office/drawing/2014/main" id="{405425BE-2B5C-4AEF-702B-FA990115CF46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15" name="타원 914">
                    <a:extLst>
                      <a:ext uri="{FF2B5EF4-FFF2-40B4-BE49-F238E27FC236}">
                        <a16:creationId xmlns:a16="http://schemas.microsoft.com/office/drawing/2014/main" id="{172BE44C-5CF5-4770-F8FE-F35E1FFBE2BE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6" name="TextBox 915">
                    <a:extLst>
                      <a:ext uri="{FF2B5EF4-FFF2-40B4-BE49-F238E27FC236}">
                        <a16:creationId xmlns:a16="http://schemas.microsoft.com/office/drawing/2014/main" id="{1C7C4C41-D7FA-4CC4-D987-BD8F69D29E4B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85AD2E5C-DC33-F09B-5287-29BCE4DC7EA7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13" name="타원 912">
                    <a:extLst>
                      <a:ext uri="{FF2B5EF4-FFF2-40B4-BE49-F238E27FC236}">
                        <a16:creationId xmlns:a16="http://schemas.microsoft.com/office/drawing/2014/main" id="{67F3A554-F1E2-BF47-E993-0CB9F8801C88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4" name="TextBox 913">
                    <a:extLst>
                      <a:ext uri="{FF2B5EF4-FFF2-40B4-BE49-F238E27FC236}">
                        <a16:creationId xmlns:a16="http://schemas.microsoft.com/office/drawing/2014/main" id="{6C7B83DA-6451-C51D-772B-43F80A08C392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09" name="타원 908">
                  <a:extLst>
                    <a:ext uri="{FF2B5EF4-FFF2-40B4-BE49-F238E27FC236}">
                      <a16:creationId xmlns:a16="http://schemas.microsoft.com/office/drawing/2014/main" id="{4C27E3DB-B39E-EDEA-3350-1BFDEE21CF6F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0" name="타원 909">
                  <a:extLst>
                    <a:ext uri="{FF2B5EF4-FFF2-40B4-BE49-F238E27FC236}">
                      <a16:creationId xmlns:a16="http://schemas.microsoft.com/office/drawing/2014/main" id="{F11C4C6D-39A6-4A8C-4208-F1CA73AD28FD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1" name="타원 910">
                  <a:extLst>
                    <a:ext uri="{FF2B5EF4-FFF2-40B4-BE49-F238E27FC236}">
                      <a16:creationId xmlns:a16="http://schemas.microsoft.com/office/drawing/2014/main" id="{BA1DAF3E-560C-A520-9041-7E2C957876AF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2" name="타원 911">
                  <a:extLst>
                    <a:ext uri="{FF2B5EF4-FFF2-40B4-BE49-F238E27FC236}">
                      <a16:creationId xmlns:a16="http://schemas.microsoft.com/office/drawing/2014/main" id="{95E0C67A-6526-1DF7-368A-CB85150BCBF3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99" name="타원 898">
              <a:extLst>
                <a:ext uri="{FF2B5EF4-FFF2-40B4-BE49-F238E27FC236}">
                  <a16:creationId xmlns:a16="http://schemas.microsoft.com/office/drawing/2014/main" id="{C39FBA3A-5D02-A06B-3FD3-CB3CF36A14ED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FA5876C9-E140-9E83-51E7-B0281B1DC7F8}"/>
              </a:ext>
            </a:extLst>
          </p:cNvPr>
          <p:cNvGrpSpPr/>
          <p:nvPr/>
        </p:nvGrpSpPr>
        <p:grpSpPr>
          <a:xfrm>
            <a:off x="4975277" y="5029708"/>
            <a:ext cx="1643081" cy="1712683"/>
            <a:chOff x="7864758" y="3210132"/>
            <a:chExt cx="1643081" cy="1712683"/>
          </a:xfrm>
        </p:grpSpPr>
        <p:grpSp>
          <p:nvGrpSpPr>
            <p:cNvPr id="926" name="그룹 925">
              <a:extLst>
                <a:ext uri="{FF2B5EF4-FFF2-40B4-BE49-F238E27FC236}">
                  <a16:creationId xmlns:a16="http://schemas.microsoft.com/office/drawing/2014/main" id="{3441E7F6-FD4D-2DB1-8C61-8CAC5B67D3A2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395F9A49-C7E7-B7FB-7E80-4A4FA9BADE99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E893D1FF-F11B-EFFC-8D6D-08C7C98FBDA4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930" name="타원 929">
                  <a:extLst>
                    <a:ext uri="{FF2B5EF4-FFF2-40B4-BE49-F238E27FC236}">
                      <a16:creationId xmlns:a16="http://schemas.microsoft.com/office/drawing/2014/main" id="{2E830B83-D030-CE66-C46E-69EC40C2FDA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31" name="그룹 930">
                  <a:extLst>
                    <a:ext uri="{FF2B5EF4-FFF2-40B4-BE49-F238E27FC236}">
                      <a16:creationId xmlns:a16="http://schemas.microsoft.com/office/drawing/2014/main" id="{BCF3C800-6CFE-496A-83CB-FEFF1A8E6401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50" name="TextBox 949">
                    <a:extLst>
                      <a:ext uri="{FF2B5EF4-FFF2-40B4-BE49-F238E27FC236}">
                        <a16:creationId xmlns:a16="http://schemas.microsoft.com/office/drawing/2014/main" id="{B2141CEF-447B-AC57-000A-36C479F60BC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51" name="타원 950">
                    <a:extLst>
                      <a:ext uri="{FF2B5EF4-FFF2-40B4-BE49-F238E27FC236}">
                        <a16:creationId xmlns:a16="http://schemas.microsoft.com/office/drawing/2014/main" id="{BBA3DFEA-45E7-5630-3BDB-BF43AAF7D2E9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1EB073CC-8E85-87E3-CDBF-9D46686DF99F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948" name="타원 947">
                    <a:extLst>
                      <a:ext uri="{FF2B5EF4-FFF2-40B4-BE49-F238E27FC236}">
                        <a16:creationId xmlns:a16="http://schemas.microsoft.com/office/drawing/2014/main" id="{ACF9A009-4D7A-E4CD-FBA6-C6D245F89B9E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9" name="TextBox 948">
                    <a:extLst>
                      <a:ext uri="{FF2B5EF4-FFF2-40B4-BE49-F238E27FC236}">
                        <a16:creationId xmlns:a16="http://schemas.microsoft.com/office/drawing/2014/main" id="{6F5895FA-C1E5-A17B-EFAB-47304224B29F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3" name="그룹 932">
                  <a:extLst>
                    <a:ext uri="{FF2B5EF4-FFF2-40B4-BE49-F238E27FC236}">
                      <a16:creationId xmlns:a16="http://schemas.microsoft.com/office/drawing/2014/main" id="{4AE34D50-B550-861A-9967-57CED4ACCD5E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46" name="타원 945">
                    <a:extLst>
                      <a:ext uri="{FF2B5EF4-FFF2-40B4-BE49-F238E27FC236}">
                        <a16:creationId xmlns:a16="http://schemas.microsoft.com/office/drawing/2014/main" id="{BE389FE5-6228-D16D-A280-EF9226D051FC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7" name="TextBox 946">
                    <a:extLst>
                      <a:ext uri="{FF2B5EF4-FFF2-40B4-BE49-F238E27FC236}">
                        <a16:creationId xmlns:a16="http://schemas.microsoft.com/office/drawing/2014/main" id="{60C4A84E-B2EB-21C9-1461-91D4B835D3AA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4" name="그룹 933">
                  <a:extLst>
                    <a:ext uri="{FF2B5EF4-FFF2-40B4-BE49-F238E27FC236}">
                      <a16:creationId xmlns:a16="http://schemas.microsoft.com/office/drawing/2014/main" id="{016DFE3C-DD4B-CF03-72B7-4A48F96818D2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44" name="타원 943">
                    <a:extLst>
                      <a:ext uri="{FF2B5EF4-FFF2-40B4-BE49-F238E27FC236}">
                        <a16:creationId xmlns:a16="http://schemas.microsoft.com/office/drawing/2014/main" id="{E15CD0FA-9132-02A3-AF3D-8CABC51B4A0D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5" name="TextBox 944">
                    <a:extLst>
                      <a:ext uri="{FF2B5EF4-FFF2-40B4-BE49-F238E27FC236}">
                        <a16:creationId xmlns:a16="http://schemas.microsoft.com/office/drawing/2014/main" id="{3167F3A2-5CED-1523-F462-E5986933FE8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5" name="그룹 934">
                  <a:extLst>
                    <a:ext uri="{FF2B5EF4-FFF2-40B4-BE49-F238E27FC236}">
                      <a16:creationId xmlns:a16="http://schemas.microsoft.com/office/drawing/2014/main" id="{3F791348-3059-350C-28CB-863E215144EB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42" name="타원 941">
                    <a:extLst>
                      <a:ext uri="{FF2B5EF4-FFF2-40B4-BE49-F238E27FC236}">
                        <a16:creationId xmlns:a16="http://schemas.microsoft.com/office/drawing/2014/main" id="{E7C17B2B-2194-A76E-FFE3-EDB5B24ECDE7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3" name="TextBox 942">
                    <a:extLst>
                      <a:ext uri="{FF2B5EF4-FFF2-40B4-BE49-F238E27FC236}">
                        <a16:creationId xmlns:a16="http://schemas.microsoft.com/office/drawing/2014/main" id="{2B2A35C3-B7AE-F485-B19A-1AF7BE0D56B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36" name="그룹 935">
                  <a:extLst>
                    <a:ext uri="{FF2B5EF4-FFF2-40B4-BE49-F238E27FC236}">
                      <a16:creationId xmlns:a16="http://schemas.microsoft.com/office/drawing/2014/main" id="{EED7675A-7B79-D58E-8C87-95FA1412C351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40" name="타원 939">
                    <a:extLst>
                      <a:ext uri="{FF2B5EF4-FFF2-40B4-BE49-F238E27FC236}">
                        <a16:creationId xmlns:a16="http://schemas.microsoft.com/office/drawing/2014/main" id="{2EAFB581-295C-D2CB-3CD5-58503B2943BF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1" name="TextBox 940">
                    <a:extLst>
                      <a:ext uri="{FF2B5EF4-FFF2-40B4-BE49-F238E27FC236}">
                        <a16:creationId xmlns:a16="http://schemas.microsoft.com/office/drawing/2014/main" id="{804BC6DD-5739-E449-D815-E4A792FB64F6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37" name="타원 936">
                  <a:extLst>
                    <a:ext uri="{FF2B5EF4-FFF2-40B4-BE49-F238E27FC236}">
                      <a16:creationId xmlns:a16="http://schemas.microsoft.com/office/drawing/2014/main" id="{B0D9E6AA-864A-03C0-B66E-F076EE3BFAB8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8" name="타원 937">
                  <a:extLst>
                    <a:ext uri="{FF2B5EF4-FFF2-40B4-BE49-F238E27FC236}">
                      <a16:creationId xmlns:a16="http://schemas.microsoft.com/office/drawing/2014/main" id="{3EA8BDC1-091A-2EF7-EFFA-A7275885309F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9" name="타원 938">
                  <a:extLst>
                    <a:ext uri="{FF2B5EF4-FFF2-40B4-BE49-F238E27FC236}">
                      <a16:creationId xmlns:a16="http://schemas.microsoft.com/office/drawing/2014/main" id="{3D805088-CC75-94FB-D723-AD0DB6C1C69B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7" name="타원 926">
              <a:extLst>
                <a:ext uri="{FF2B5EF4-FFF2-40B4-BE49-F238E27FC236}">
                  <a16:creationId xmlns:a16="http://schemas.microsoft.com/office/drawing/2014/main" id="{36CBEA5D-82A6-412D-BF88-717C7F19D894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3" name="그룹 952">
            <a:extLst>
              <a:ext uri="{FF2B5EF4-FFF2-40B4-BE49-F238E27FC236}">
                <a16:creationId xmlns:a16="http://schemas.microsoft.com/office/drawing/2014/main" id="{0BAA0171-1D1D-B13E-3098-D59ADC71C670}"/>
              </a:ext>
            </a:extLst>
          </p:cNvPr>
          <p:cNvGrpSpPr/>
          <p:nvPr/>
        </p:nvGrpSpPr>
        <p:grpSpPr>
          <a:xfrm>
            <a:off x="1195416" y="2945924"/>
            <a:ext cx="1843591" cy="1774663"/>
            <a:chOff x="483084" y="1035890"/>
            <a:chExt cx="1843591" cy="1774663"/>
          </a:xfrm>
        </p:grpSpPr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115CB794-65FC-0078-DB33-BBD05333C43D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955" name="그룹 954">
              <a:extLst>
                <a:ext uri="{FF2B5EF4-FFF2-40B4-BE49-F238E27FC236}">
                  <a16:creationId xmlns:a16="http://schemas.microsoft.com/office/drawing/2014/main" id="{5F0B9C05-0405-E5C6-984F-4725DE2A9FA5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958" name="타원 957">
                <a:extLst>
                  <a:ext uri="{FF2B5EF4-FFF2-40B4-BE49-F238E27FC236}">
                    <a16:creationId xmlns:a16="http://schemas.microsoft.com/office/drawing/2014/main" id="{3F9686A5-B167-1F6E-D68F-DD392FF4C1A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235FA745-5F54-52EB-1CC4-47AC8D11DF41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981" name="TextBox 980">
                  <a:extLst>
                    <a:ext uri="{FF2B5EF4-FFF2-40B4-BE49-F238E27FC236}">
                      <a16:creationId xmlns:a16="http://schemas.microsoft.com/office/drawing/2014/main" id="{A5DF9C84-9D8C-2E67-29DF-F4A78620F309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2" name="타원 981">
                  <a:extLst>
                    <a:ext uri="{FF2B5EF4-FFF2-40B4-BE49-F238E27FC236}">
                      <a16:creationId xmlns:a16="http://schemas.microsoft.com/office/drawing/2014/main" id="{DD6D054F-6397-C903-B749-FBCC21A20E9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D5817792-71EA-BD51-6C0D-FFC1A089F540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979" name="타원 978">
                  <a:extLst>
                    <a:ext uri="{FF2B5EF4-FFF2-40B4-BE49-F238E27FC236}">
                      <a16:creationId xmlns:a16="http://schemas.microsoft.com/office/drawing/2014/main" id="{31C69A20-A357-6E40-7DAB-C45379185A19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0" name="TextBox 979">
                  <a:extLst>
                    <a:ext uri="{FF2B5EF4-FFF2-40B4-BE49-F238E27FC236}">
                      <a16:creationId xmlns:a16="http://schemas.microsoft.com/office/drawing/2014/main" id="{59BACC84-2280-D2C2-1E92-8E3D897C18A5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27184E20-01F0-F9C3-ABCC-3A3D8327DD91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977" name="타원 976">
                  <a:extLst>
                    <a:ext uri="{FF2B5EF4-FFF2-40B4-BE49-F238E27FC236}">
                      <a16:creationId xmlns:a16="http://schemas.microsoft.com/office/drawing/2014/main" id="{A9DF88FB-F333-BD58-81E3-D6757F865C26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8" name="TextBox 977">
                  <a:extLst>
                    <a:ext uri="{FF2B5EF4-FFF2-40B4-BE49-F238E27FC236}">
                      <a16:creationId xmlns:a16="http://schemas.microsoft.com/office/drawing/2014/main" id="{1C183E7B-0F4A-49CD-63BB-C2F1A8E5EBA8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2" name="그룹 961">
                <a:extLst>
                  <a:ext uri="{FF2B5EF4-FFF2-40B4-BE49-F238E27FC236}">
                    <a16:creationId xmlns:a16="http://schemas.microsoft.com/office/drawing/2014/main" id="{5208ED2B-87DE-09F5-F9E3-28A85008BA50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975" name="타원 974">
                  <a:extLst>
                    <a:ext uri="{FF2B5EF4-FFF2-40B4-BE49-F238E27FC236}">
                      <a16:creationId xmlns:a16="http://schemas.microsoft.com/office/drawing/2014/main" id="{DAFB2483-9D65-062A-DF71-9FF73F448CF7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6" name="TextBox 975">
                  <a:extLst>
                    <a:ext uri="{FF2B5EF4-FFF2-40B4-BE49-F238E27FC236}">
                      <a16:creationId xmlns:a16="http://schemas.microsoft.com/office/drawing/2014/main" id="{155A4696-7CCC-1021-2D75-4C78B044A54C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A849DC1B-1548-1248-CD51-1E76F93EC984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964" name="타원 963">
                <a:extLst>
                  <a:ext uri="{FF2B5EF4-FFF2-40B4-BE49-F238E27FC236}">
                    <a16:creationId xmlns:a16="http://schemas.microsoft.com/office/drawing/2014/main" id="{59CFCFF2-3176-FE6E-03B8-AD10007E73A3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65" name="그룹 964">
                <a:extLst>
                  <a:ext uri="{FF2B5EF4-FFF2-40B4-BE49-F238E27FC236}">
                    <a16:creationId xmlns:a16="http://schemas.microsoft.com/office/drawing/2014/main" id="{F36DCD2B-9545-4693-3319-F16F1E2295DA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973" name="타원 972">
                  <a:extLst>
                    <a:ext uri="{FF2B5EF4-FFF2-40B4-BE49-F238E27FC236}">
                      <a16:creationId xmlns:a16="http://schemas.microsoft.com/office/drawing/2014/main" id="{D431AFA3-E0A1-7068-87B7-46F6CDF58B3D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4" name="TextBox 973">
                  <a:extLst>
                    <a:ext uri="{FF2B5EF4-FFF2-40B4-BE49-F238E27FC236}">
                      <a16:creationId xmlns:a16="http://schemas.microsoft.com/office/drawing/2014/main" id="{8E01CB5B-7D1C-17D4-03DE-0193A5077380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6" name="그룹 965">
                <a:extLst>
                  <a:ext uri="{FF2B5EF4-FFF2-40B4-BE49-F238E27FC236}">
                    <a16:creationId xmlns:a16="http://schemas.microsoft.com/office/drawing/2014/main" id="{4ED1ED3C-9B1B-65B1-C423-CEA7EFAB8761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971" name="타원 970">
                  <a:extLst>
                    <a:ext uri="{FF2B5EF4-FFF2-40B4-BE49-F238E27FC236}">
                      <a16:creationId xmlns:a16="http://schemas.microsoft.com/office/drawing/2014/main" id="{590B5B7C-FB78-4C60-A717-7B2E2A1E3F08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2" name="TextBox 971">
                  <a:extLst>
                    <a:ext uri="{FF2B5EF4-FFF2-40B4-BE49-F238E27FC236}">
                      <a16:creationId xmlns:a16="http://schemas.microsoft.com/office/drawing/2014/main" id="{BF9EBBF6-A056-1D15-1B4F-EB5C56575AB7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7" name="그룹 966">
                <a:extLst>
                  <a:ext uri="{FF2B5EF4-FFF2-40B4-BE49-F238E27FC236}">
                    <a16:creationId xmlns:a16="http://schemas.microsoft.com/office/drawing/2014/main" id="{9F3DF3AC-A424-9748-2479-985D4FB1C15A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969" name="타원 968">
                  <a:extLst>
                    <a:ext uri="{FF2B5EF4-FFF2-40B4-BE49-F238E27FC236}">
                      <a16:creationId xmlns:a16="http://schemas.microsoft.com/office/drawing/2014/main" id="{14A96621-C63B-F207-D16B-508EF5CEE402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0" name="TextBox 969">
                  <a:extLst>
                    <a:ext uri="{FF2B5EF4-FFF2-40B4-BE49-F238E27FC236}">
                      <a16:creationId xmlns:a16="http://schemas.microsoft.com/office/drawing/2014/main" id="{94A24630-AE8D-8011-D4DC-1EC91472B93A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6FCA74B2-BDEB-78F1-62F6-96D0C92BFFBA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7" name="타원 956">
              <a:extLst>
                <a:ext uri="{FF2B5EF4-FFF2-40B4-BE49-F238E27FC236}">
                  <a16:creationId xmlns:a16="http://schemas.microsoft.com/office/drawing/2014/main" id="{B4DB38D9-A83F-708D-D0A5-E564418A0621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5A3858-2947-BB4E-31C2-4A13F796B9B3}"/>
              </a:ext>
            </a:extLst>
          </p:cNvPr>
          <p:cNvSpPr txBox="1"/>
          <p:nvPr/>
        </p:nvSpPr>
        <p:spPr>
          <a:xfrm>
            <a:off x="263396" y="423527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(127.0.0.1:6003) 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76086B-E87A-4DB1-EB07-C24D3C4902A2}"/>
              </a:ext>
            </a:extLst>
          </p:cNvPr>
          <p:cNvSpPr txBox="1"/>
          <p:nvPr/>
        </p:nvSpPr>
        <p:spPr>
          <a:xfrm>
            <a:off x="1878904" y="431960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876 →</a:t>
            </a:r>
            <a:r>
              <a:rPr lang="en-US" altLang="ko-KR" sz="1000" dirty="0">
                <a:sym typeface="Wingdings" panose="05000000000000000000" pitchFamily="2" charset="2"/>
              </a:rPr>
              <a:t> 906</a:t>
            </a:r>
            <a:endParaRPr lang="ko-KR" altLang="en-US" sz="1000" dirty="0"/>
          </a:p>
        </p:txBody>
      </p:sp>
      <p:cxnSp>
        <p:nvCxnSpPr>
          <p:cNvPr id="991" name="연결선: 구부러짐 70">
            <a:extLst>
              <a:ext uri="{FF2B5EF4-FFF2-40B4-BE49-F238E27FC236}">
                <a16:creationId xmlns:a16="http://schemas.microsoft.com/office/drawing/2014/main" id="{4A0D5C3E-EC25-29F8-18FA-91DD53CB0471}"/>
              </a:ext>
            </a:extLst>
          </p:cNvPr>
          <p:cNvCxnSpPr>
            <a:cxnSpLocks/>
            <a:stCxn id="604" idx="4"/>
            <a:endCxn id="324" idx="5"/>
          </p:cNvCxnSpPr>
          <p:nvPr/>
        </p:nvCxnSpPr>
        <p:spPr>
          <a:xfrm rot="5400000">
            <a:off x="9588878" y="2833090"/>
            <a:ext cx="126586" cy="442744"/>
          </a:xfrm>
          <a:prstGeom prst="curvedConnector3">
            <a:avLst>
              <a:gd name="adj1" fmla="val 297248"/>
            </a:avLst>
          </a:prstGeom>
          <a:ln w="12700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2" name="TextBox 991">
            <a:extLst>
              <a:ext uri="{FF2B5EF4-FFF2-40B4-BE49-F238E27FC236}">
                <a16:creationId xmlns:a16="http://schemas.microsoft.com/office/drawing/2014/main" id="{418FAE4E-6C86-2BDB-793B-830A2952B779}"/>
              </a:ext>
            </a:extLst>
          </p:cNvPr>
          <p:cNvSpPr txBox="1"/>
          <p:nvPr/>
        </p:nvSpPr>
        <p:spPr>
          <a:xfrm>
            <a:off x="218346" y="2783698"/>
            <a:ext cx="1048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cxnSp>
        <p:nvCxnSpPr>
          <p:cNvPr id="993" name="연결선: 구부러짐 225">
            <a:extLst>
              <a:ext uri="{FF2B5EF4-FFF2-40B4-BE49-F238E27FC236}">
                <a16:creationId xmlns:a16="http://schemas.microsoft.com/office/drawing/2014/main" id="{14928BB3-C479-6063-EE37-FF0417763477}"/>
              </a:ext>
            </a:extLst>
          </p:cNvPr>
          <p:cNvCxnSpPr>
            <a:cxnSpLocks/>
            <a:stCxn id="992" idx="2"/>
            <a:endCxn id="982" idx="0"/>
          </p:cNvCxnSpPr>
          <p:nvPr/>
        </p:nvCxnSpPr>
        <p:spPr>
          <a:xfrm rot="5400000" flipH="1" flipV="1">
            <a:off x="1329727" y="2358835"/>
            <a:ext cx="83995" cy="1258174"/>
          </a:xfrm>
          <a:prstGeom prst="curvedConnector5">
            <a:avLst>
              <a:gd name="adj1" fmla="val -272159"/>
              <a:gd name="adj2" fmla="val 67974"/>
              <a:gd name="adj3" fmla="val 37215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" name="TextBox 998">
            <a:extLst>
              <a:ext uri="{FF2B5EF4-FFF2-40B4-BE49-F238E27FC236}">
                <a16:creationId xmlns:a16="http://schemas.microsoft.com/office/drawing/2014/main" id="{CE0D5DF3-AA9D-B8D9-BF01-D5F1F7E95D94}"/>
              </a:ext>
            </a:extLst>
          </p:cNvPr>
          <p:cNvSpPr txBox="1"/>
          <p:nvPr/>
        </p:nvSpPr>
        <p:spPr>
          <a:xfrm>
            <a:off x="158742" y="-8351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250205_</a:t>
            </a:r>
            <a:r>
              <a:rPr lang="en-US" altLang="ko-KR" dirty="0"/>
              <a:t>Packet CNT 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2DD89-02C2-D389-74D7-AFAD5A61F3A4}"/>
              </a:ext>
            </a:extLst>
          </p:cNvPr>
          <p:cNvSpPr txBox="1"/>
          <p:nvPr/>
        </p:nvSpPr>
        <p:spPr>
          <a:xfrm>
            <a:off x="754575" y="4696709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</a:t>
            </a:r>
            <a:r>
              <a:rPr lang="en-US" altLang="ko-KR" sz="6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6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0BB55-A96D-D0EC-AA81-AA14AFB83DE9}"/>
              </a:ext>
            </a:extLst>
          </p:cNvPr>
          <p:cNvSpPr txBox="1"/>
          <p:nvPr/>
        </p:nvSpPr>
        <p:spPr>
          <a:xfrm>
            <a:off x="1750157" y="3768111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33BEBF9E-3827-A9A7-CE65-FE94DD0B927A}"/>
              </a:ext>
            </a:extLst>
          </p:cNvPr>
          <p:cNvCxnSpPr>
            <a:cxnSpLocks/>
            <a:stCxn id="982" idx="5"/>
            <a:endCxn id="971" idx="7"/>
          </p:cNvCxnSpPr>
          <p:nvPr/>
        </p:nvCxnSpPr>
        <p:spPr>
          <a:xfrm rot="5400000">
            <a:off x="1301305" y="3163075"/>
            <a:ext cx="844659" cy="656181"/>
          </a:xfrm>
          <a:prstGeom prst="curvedConnector3">
            <a:avLst>
              <a:gd name="adj1" fmla="val 10519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225">
            <a:extLst>
              <a:ext uri="{FF2B5EF4-FFF2-40B4-BE49-F238E27FC236}">
                <a16:creationId xmlns:a16="http://schemas.microsoft.com/office/drawing/2014/main" id="{A2A2020F-A79B-6A2E-5480-BD1C200D46E8}"/>
              </a:ext>
            </a:extLst>
          </p:cNvPr>
          <p:cNvCxnSpPr>
            <a:cxnSpLocks/>
            <a:stCxn id="971" idx="3"/>
            <a:endCxn id="604" idx="0"/>
          </p:cNvCxnSpPr>
          <p:nvPr/>
        </p:nvCxnSpPr>
        <p:spPr>
          <a:xfrm rot="5400000" flipH="1" flipV="1">
            <a:off x="4999511" y="-858712"/>
            <a:ext cx="1168239" cy="8579824"/>
          </a:xfrm>
          <a:prstGeom prst="curvedConnector5">
            <a:avLst>
              <a:gd name="adj1" fmla="val -19568"/>
              <a:gd name="adj2" fmla="val 50302"/>
              <a:gd name="adj3" fmla="val 119568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F48EFA-166B-4E55-5CFD-5171E591FBA8}"/>
              </a:ext>
            </a:extLst>
          </p:cNvPr>
          <p:cNvSpPr txBox="1"/>
          <p:nvPr/>
        </p:nvSpPr>
        <p:spPr>
          <a:xfrm>
            <a:off x="1129355" y="4329172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  <p:cxnSp>
        <p:nvCxnSpPr>
          <p:cNvPr id="17" name="연결선: 구부러짐 225">
            <a:extLst>
              <a:ext uri="{FF2B5EF4-FFF2-40B4-BE49-F238E27FC236}">
                <a16:creationId xmlns:a16="http://schemas.microsoft.com/office/drawing/2014/main" id="{A3DB6793-A31B-9ABD-6507-4493FA9A0E24}"/>
              </a:ext>
            </a:extLst>
          </p:cNvPr>
          <p:cNvCxnSpPr>
            <a:cxnSpLocks/>
            <a:stCxn id="324" idx="1"/>
            <a:endCxn id="896" idx="0"/>
          </p:cNvCxnSpPr>
          <p:nvPr/>
        </p:nvCxnSpPr>
        <p:spPr>
          <a:xfrm rot="16200000" flipV="1">
            <a:off x="7521240" y="1208195"/>
            <a:ext cx="140070" cy="3475401"/>
          </a:xfrm>
          <a:prstGeom prst="curvedConnector3">
            <a:avLst>
              <a:gd name="adj1" fmla="val 263204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A0383E-F1AF-DDD3-846E-807D3EFC2D5E}"/>
              </a:ext>
            </a:extLst>
          </p:cNvPr>
          <p:cNvSpPr txBox="1"/>
          <p:nvPr/>
        </p:nvSpPr>
        <p:spPr>
          <a:xfrm>
            <a:off x="8707219" y="2933435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  <p:cxnSp>
        <p:nvCxnSpPr>
          <p:cNvPr id="25" name="연결선: 구부러짐 70">
            <a:extLst>
              <a:ext uri="{FF2B5EF4-FFF2-40B4-BE49-F238E27FC236}">
                <a16:creationId xmlns:a16="http://schemas.microsoft.com/office/drawing/2014/main" id="{AD902925-2F7A-A05A-AF92-CE794D52FB93}"/>
              </a:ext>
            </a:extLst>
          </p:cNvPr>
          <p:cNvCxnSpPr>
            <a:cxnSpLocks/>
            <a:stCxn id="896" idx="3"/>
            <a:endCxn id="883" idx="6"/>
          </p:cNvCxnSpPr>
          <p:nvPr/>
        </p:nvCxnSpPr>
        <p:spPr>
          <a:xfrm rot="5400000">
            <a:off x="5299057" y="2924654"/>
            <a:ext cx="433517" cy="576980"/>
          </a:xfrm>
          <a:prstGeom prst="curvedConnector2">
            <a:avLst/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25">
            <a:extLst>
              <a:ext uri="{FF2B5EF4-FFF2-40B4-BE49-F238E27FC236}">
                <a16:creationId xmlns:a16="http://schemas.microsoft.com/office/drawing/2014/main" id="{778EAB29-0EDB-3F3C-A0CC-733C7D4FDE5E}"/>
              </a:ext>
            </a:extLst>
          </p:cNvPr>
          <p:cNvCxnSpPr>
            <a:cxnSpLocks/>
            <a:stCxn id="883" idx="2"/>
            <a:endCxn id="900" idx="2"/>
          </p:cNvCxnSpPr>
          <p:nvPr/>
        </p:nvCxnSpPr>
        <p:spPr>
          <a:xfrm rot="10800000" flipH="1" flipV="1">
            <a:off x="5083325" y="3429902"/>
            <a:ext cx="2730810" cy="1234041"/>
          </a:xfrm>
          <a:prstGeom prst="curvedConnector4">
            <a:avLst>
              <a:gd name="adj1" fmla="val -8371"/>
              <a:gd name="adj2" fmla="val 118525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0BA22A9-B33C-E411-9099-B928FFF2E600}"/>
              </a:ext>
            </a:extLst>
          </p:cNvPr>
          <p:cNvSpPr txBox="1"/>
          <p:nvPr/>
        </p:nvSpPr>
        <p:spPr>
          <a:xfrm>
            <a:off x="4583915" y="3148605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6B3299A-0C19-BB59-0E3A-59257BFFD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871037"/>
              </p:ext>
            </p:extLst>
          </p:nvPr>
        </p:nvGraphicFramePr>
        <p:xfrm>
          <a:off x="2680488" y="761400"/>
          <a:ext cx="8350002" cy="179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0002">
                  <a:extLst>
                    <a:ext uri="{9D8B030D-6E8A-4147-A177-3AD203B41FA5}">
                      <a16:colId xmlns:a16="http://schemas.microsoft.com/office/drawing/2014/main" val="1840252441"/>
                    </a:ext>
                  </a:extLst>
                </a:gridCol>
              </a:tblGrid>
              <a:tr h="1162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127.0.0.1:6000,127.0.0.1:6003, ,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906)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444756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127.0.0.1:6000,127.0.0.1:6004,127.0.0.1:6002,127.0.0.1:6003,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60 621  906)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410914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127.0.0.1:6000,127.0.0.1:6005,127.0.0.1:6009,127.0.0.1:6003,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81406803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03647945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90530633"/>
                  </a:ext>
                </a:extLst>
              </a:tr>
              <a:tr h="271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127.0.0.1:6000,127.0.0.1:6004,127.0.0.1:6005,127.0.0.1:6007,127.0.0.1:6006,127.0.0.1:6009,127.0.0.1:6004,127.0.0.1:6007,127.0.0.1:6002,127.0.0.1:6005,127.0.0.1:6009,127.0.0.1:6007,127.0.0.1:6009,127.0.0.1:6008,127.0.0.1:6003,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24862161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127.0.0.1:6000,127.0.0.1:6005,127.0.0.1:6007,127.0.0.1:6003,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889394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127.0.0.1:6000,127.0.0.1:6007,127.0.0.1:6006,127.0.0.1:6004,127.0.0.1:6002,127.0.0.1:6009,127.0.0.1:6003, 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57864099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4226157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127.0.0.1:6000,127.0.0.1:6004,127.0.0.1:6005,127.0.0.1:6009,127.0.0.1:6004,127.0.0.1:6007,127.0.0.1:6002,127.0.0.1:6003, 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02698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651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9F72-924C-1FAE-5FEA-AA4F3779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E1A3FFBF-11DA-D7C0-4E79-03E3AD4DE7E4}"/>
              </a:ext>
            </a:extLst>
          </p:cNvPr>
          <p:cNvSpPr txBox="1"/>
          <p:nvPr/>
        </p:nvSpPr>
        <p:spPr>
          <a:xfrm>
            <a:off x="388367" y="756051"/>
            <a:ext cx="17571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6000) ID: [ 876]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6001) ID: [ 481]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6002) ID: [ 621]  </a:t>
            </a:r>
          </a:p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(127.0.0.1 : 6003) ID: [ 906</a:t>
            </a:r>
            <a:r>
              <a:rPr lang="en-US" altLang="ko-KR" sz="1000" dirty="0">
                <a:solidFill>
                  <a:srgbClr val="FF0000"/>
                </a:solidFill>
              </a:rPr>
              <a:t>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6004) ID: [  60]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6005) ID: [ 112]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6006) ID: [ 477]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6007) ID: [ 377]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6008) ID: [ 864]     </a:t>
            </a:r>
          </a:p>
          <a:p>
            <a:r>
              <a:rPr lang="en-US" altLang="ko-KR" sz="1000" dirty="0">
                <a:solidFill>
                  <a:srgbClr val="FF0000"/>
                </a:solidFill>
              </a:rPr>
              <a:t>(127.0.0.1 : 6009) ID: [ 772]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D4B6AF6-6CE2-D97D-1E58-4EC2B2B22B4D}"/>
              </a:ext>
            </a:extLst>
          </p:cNvPr>
          <p:cNvGrpSpPr/>
          <p:nvPr/>
        </p:nvGrpSpPr>
        <p:grpSpPr>
          <a:xfrm>
            <a:off x="8942727" y="4989031"/>
            <a:ext cx="1660788" cy="1859969"/>
            <a:chOff x="840041" y="1033768"/>
            <a:chExt cx="2312914" cy="25903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2C93BCA-9DCF-D122-F8C2-779477F09F98}"/>
                </a:ext>
              </a:extLst>
            </p:cNvPr>
            <p:cNvSpPr txBox="1"/>
            <p:nvPr/>
          </p:nvSpPr>
          <p:spPr>
            <a:xfrm>
              <a:off x="942393" y="3270455"/>
              <a:ext cx="2210562" cy="3536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>
                  <a:solidFill>
                    <a:srgbClr val="FF0000"/>
                  </a:solidFill>
                </a:rPr>
                <a:t>772 (127.0.0.1 : 6009)</a:t>
              </a:r>
              <a:endParaRPr lang="en-US" altLang="ko-KR" sz="1050" b="1" u="sng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A03365B-EF79-5296-55B2-C3B7C5448623}"/>
                </a:ext>
              </a:extLst>
            </p:cNvPr>
            <p:cNvGrpSpPr/>
            <p:nvPr/>
          </p:nvGrpSpPr>
          <p:grpSpPr>
            <a:xfrm>
              <a:off x="840041" y="1033768"/>
              <a:ext cx="2247454" cy="2413631"/>
              <a:chOff x="345387" y="2077312"/>
              <a:chExt cx="2247454" cy="2413631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410D0C89-E291-519A-4BAE-0118DC01C684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D1270110-1073-DA08-E254-0394EA34727D}"/>
                  </a:ext>
                </a:extLst>
              </p:cNvPr>
              <p:cNvGrpSpPr/>
              <p:nvPr/>
            </p:nvGrpSpPr>
            <p:grpSpPr>
              <a:xfrm>
                <a:off x="1354469" y="2077312"/>
                <a:ext cx="257268" cy="438386"/>
                <a:chOff x="3526453" y="1171800"/>
                <a:chExt cx="257268" cy="438386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A535617-37B7-16F8-C287-AAF1701454EB}"/>
                    </a:ext>
                  </a:extLst>
                </p:cNvPr>
                <p:cNvSpPr txBox="1"/>
                <p:nvPr/>
              </p:nvSpPr>
              <p:spPr>
                <a:xfrm>
                  <a:off x="3526453" y="1353009"/>
                  <a:ext cx="257268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745537-979B-B648-2C28-13F9611D7973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198390" cy="20102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8BD07383-A259-0180-C27A-5F26947496A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726" cy="424758"/>
                <a:chOff x="4208423" y="1448069"/>
                <a:chExt cx="295726" cy="424758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D42EB2A6-1426-6B2D-D2DA-86B60E4AF0B3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D984A93-8CEC-C7B7-ADF9-5747BFEA8A62}"/>
                    </a:ext>
                  </a:extLst>
                </p:cNvPr>
                <p:cNvSpPr txBox="1"/>
                <p:nvPr/>
              </p:nvSpPr>
              <p:spPr>
                <a:xfrm>
                  <a:off x="4246883" y="1615650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FE6F8CB3-C8E0-F5C2-B8C9-B30389FC4EAC}"/>
                  </a:ext>
                </a:extLst>
              </p:cNvPr>
              <p:cNvGrpSpPr/>
              <p:nvPr/>
            </p:nvGrpSpPr>
            <p:grpSpPr>
              <a:xfrm>
                <a:off x="2335569" y="2794621"/>
                <a:ext cx="257272" cy="432872"/>
                <a:chOff x="4507553" y="1889109"/>
                <a:chExt cx="257272" cy="432872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2AB53F4A-1EBC-33EA-77B3-68467FF0ECF0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A31EF3C-C42D-B13A-6E22-EBCD30EDDD56}"/>
                    </a:ext>
                  </a:extLst>
                </p:cNvPr>
                <p:cNvSpPr txBox="1"/>
                <p:nvPr/>
              </p:nvSpPr>
              <p:spPr>
                <a:xfrm>
                  <a:off x="4507559" y="2064804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BE019B37-8201-01DB-BF82-D55996BD56F3}"/>
                  </a:ext>
                </a:extLst>
              </p:cNvPr>
              <p:cNvGrpSpPr/>
              <p:nvPr/>
            </p:nvGrpSpPr>
            <p:grpSpPr>
              <a:xfrm>
                <a:off x="2260482" y="3419469"/>
                <a:ext cx="257266" cy="426266"/>
                <a:chOff x="4432466" y="2513957"/>
                <a:chExt cx="257266" cy="426266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29927949-2282-2179-72EF-7857808C2C5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37F044A-AF0F-E593-925B-A8BBBFDD207B}"/>
                    </a:ext>
                  </a:extLst>
                </p:cNvPr>
                <p:cNvSpPr txBox="1"/>
                <p:nvPr/>
              </p:nvSpPr>
              <p:spPr>
                <a:xfrm>
                  <a:off x="4432466" y="268304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3E296964-EE8D-9B31-7CF1-6981A3CA313A}"/>
                  </a:ext>
                </a:extLst>
              </p:cNvPr>
              <p:cNvSpPr/>
              <p:nvPr/>
            </p:nvSpPr>
            <p:spPr>
              <a:xfrm>
                <a:off x="1934275" y="3748090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864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F333E568-F93B-8481-21B1-09AEA12A5C89}"/>
                  </a:ext>
                </a:extLst>
              </p:cNvPr>
              <p:cNvGrpSpPr/>
              <p:nvPr/>
            </p:nvGrpSpPr>
            <p:grpSpPr>
              <a:xfrm>
                <a:off x="975740" y="3979920"/>
                <a:ext cx="1074249" cy="511023"/>
                <a:chOff x="3147724" y="3074408"/>
                <a:chExt cx="1074249" cy="51102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FEFDDAE5-6462-C14D-4AF9-F8A04BC5C6A9}"/>
                    </a:ext>
                  </a:extLst>
                </p:cNvPr>
                <p:cNvSpPr/>
                <p:nvPr/>
              </p:nvSpPr>
              <p:spPr>
                <a:xfrm>
                  <a:off x="3480779" y="3074408"/>
                  <a:ext cx="200543" cy="2005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864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28B0B9E-49C0-BE57-A76B-A2ECCC1DEAD3}"/>
                    </a:ext>
                  </a:extLst>
                </p:cNvPr>
                <p:cNvSpPr txBox="1"/>
                <p:nvPr/>
              </p:nvSpPr>
              <p:spPr>
                <a:xfrm>
                  <a:off x="3147724" y="3328254"/>
                  <a:ext cx="1074249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/>
                    <a:t>127.0.0.1 : 6001</a:t>
                  </a:r>
                  <a:endParaRPr lang="ko-KR" altLang="en-US" dirty="0"/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8451C362-F222-75D8-6A65-99693327291D}"/>
                  </a:ext>
                </a:extLst>
              </p:cNvPr>
              <p:cNvGrpSpPr/>
              <p:nvPr/>
            </p:nvGrpSpPr>
            <p:grpSpPr>
              <a:xfrm>
                <a:off x="663477" y="3878206"/>
                <a:ext cx="268442" cy="428439"/>
                <a:chOff x="2835461" y="2972694"/>
                <a:chExt cx="268442" cy="428439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61149594-5BFF-3029-4289-40CAF2516DF4}"/>
                    </a:ext>
                  </a:extLst>
                </p:cNvPr>
                <p:cNvSpPr/>
                <p:nvPr/>
              </p:nvSpPr>
              <p:spPr>
                <a:xfrm>
                  <a:off x="2903360" y="2972694"/>
                  <a:ext cx="200543" cy="200543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864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6E4260A-B7E5-02CA-B5A3-1175EBC89973}"/>
                    </a:ext>
                  </a:extLst>
                </p:cNvPr>
                <p:cNvSpPr txBox="1"/>
                <p:nvPr/>
              </p:nvSpPr>
              <p:spPr>
                <a:xfrm>
                  <a:off x="2835461" y="3143956"/>
                  <a:ext cx="257266" cy="2571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E23D9605-258B-33AC-A436-5959E28E3FC0}"/>
                  </a:ext>
                </a:extLst>
              </p:cNvPr>
              <p:cNvSpPr/>
              <p:nvPr/>
            </p:nvSpPr>
            <p:spPr>
              <a:xfrm>
                <a:off x="454538" y="3420931"/>
                <a:ext cx="198390" cy="20102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906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C9A8C70-3129-E86B-0755-A387E0DC782A}"/>
                  </a:ext>
                </a:extLst>
              </p:cNvPr>
              <p:cNvSpPr/>
              <p:nvPr/>
            </p:nvSpPr>
            <p:spPr>
              <a:xfrm>
                <a:off x="345387" y="2719704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E72DE7F-163F-1C52-4AB1-6811FF7760FB}"/>
                  </a:ext>
                </a:extLst>
              </p:cNvPr>
              <p:cNvSpPr/>
              <p:nvPr/>
            </p:nvSpPr>
            <p:spPr>
              <a:xfrm>
                <a:off x="693254" y="2265277"/>
                <a:ext cx="200543" cy="200543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62EFC45-4209-9C34-4792-F4553CCD6081}"/>
              </a:ext>
            </a:extLst>
          </p:cNvPr>
          <p:cNvGrpSpPr/>
          <p:nvPr/>
        </p:nvGrpSpPr>
        <p:grpSpPr>
          <a:xfrm>
            <a:off x="3192203" y="2898585"/>
            <a:ext cx="1598360" cy="1772379"/>
            <a:chOff x="857121" y="1033768"/>
            <a:chExt cx="2230646" cy="247350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9BA8378-F3D6-F282-DDFB-5173985FA202}"/>
                </a:ext>
              </a:extLst>
            </p:cNvPr>
            <p:cNvSpPr txBox="1"/>
            <p:nvPr/>
          </p:nvSpPr>
          <p:spPr>
            <a:xfrm>
              <a:off x="857121" y="3152910"/>
              <a:ext cx="2215203" cy="3543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481 (127.0.0.1 : 6001)</a:t>
              </a: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321CE5BD-619B-2124-42BC-AA18A66473B3}"/>
                </a:ext>
              </a:extLst>
            </p:cNvPr>
            <p:cNvGrpSpPr/>
            <p:nvPr/>
          </p:nvGrpSpPr>
          <p:grpSpPr>
            <a:xfrm>
              <a:off x="906748" y="1033768"/>
              <a:ext cx="2181019" cy="2412809"/>
              <a:chOff x="412094" y="2077312"/>
              <a:chExt cx="2181019" cy="2412809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DA9F6E3B-94E8-7DA2-F59E-BB363A66EB1F}"/>
                  </a:ext>
                </a:extLst>
              </p:cNvPr>
              <p:cNvSpPr/>
              <p:nvPr/>
            </p:nvSpPr>
            <p:spPr>
              <a:xfrm>
                <a:off x="481999" y="2172942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CF262175-40EF-C5EB-B2CC-A4B8164D2974}"/>
                  </a:ext>
                </a:extLst>
              </p:cNvPr>
              <p:cNvGrpSpPr/>
              <p:nvPr/>
            </p:nvGrpSpPr>
            <p:grpSpPr>
              <a:xfrm>
                <a:off x="1354199" y="2077312"/>
                <a:ext cx="257808" cy="438925"/>
                <a:chOff x="3526183" y="1171800"/>
                <a:chExt cx="257808" cy="43892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8CF2A20-78FD-DFBF-4A6F-C2CE7958CC9B}"/>
                    </a:ext>
                  </a:extLst>
                </p:cNvPr>
                <p:cNvSpPr txBox="1"/>
                <p:nvPr/>
              </p:nvSpPr>
              <p:spPr>
                <a:xfrm>
                  <a:off x="3526183" y="135300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" name="타원 97">
                  <a:extLst>
                    <a:ext uri="{FF2B5EF4-FFF2-40B4-BE49-F238E27FC236}">
                      <a16:creationId xmlns:a16="http://schemas.microsoft.com/office/drawing/2014/main" id="{B6CDE037-B4D4-CE89-5D7C-E031DACC332F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0964" cy="20096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829D2A92-745A-661E-F36A-168E4CDBA290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5998" cy="425299"/>
                <a:chOff x="4208422" y="1448069"/>
                <a:chExt cx="295998" cy="425299"/>
              </a:xfrm>
            </p:grpSpPr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CE332F5F-2CAC-B807-3BD4-991BC10290D8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0F0C4F3-3028-2F50-F402-86447B643208}"/>
                    </a:ext>
                  </a:extLst>
                </p:cNvPr>
                <p:cNvSpPr txBox="1"/>
                <p:nvPr/>
              </p:nvSpPr>
              <p:spPr>
                <a:xfrm>
                  <a:off x="4246613" y="1615651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D8157B6B-19DE-F33A-33E6-34CCBFBE6E05}"/>
                  </a:ext>
                </a:extLst>
              </p:cNvPr>
              <p:cNvGrpSpPr/>
              <p:nvPr/>
            </p:nvGrpSpPr>
            <p:grpSpPr>
              <a:xfrm>
                <a:off x="2335305" y="2794621"/>
                <a:ext cx="257808" cy="433411"/>
                <a:chOff x="4507289" y="1889109"/>
                <a:chExt cx="257808" cy="433411"/>
              </a:xfrm>
            </p:grpSpPr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A8607B84-193D-0051-CFAA-3DC7E416AB7A}"/>
                    </a:ext>
                  </a:extLst>
                </p:cNvPr>
                <p:cNvSpPr/>
                <p:nvPr/>
              </p:nvSpPr>
              <p:spPr>
                <a:xfrm>
                  <a:off x="4507551" y="1889109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6C99DEE-84E5-370C-F8B4-F0A54FC6A0CA}"/>
                    </a:ext>
                  </a:extLst>
                </p:cNvPr>
                <p:cNvSpPr txBox="1"/>
                <p:nvPr/>
              </p:nvSpPr>
              <p:spPr>
                <a:xfrm>
                  <a:off x="4507289" y="2064803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348D247D-0A12-179D-35C1-CD44C88EDCA3}"/>
                  </a:ext>
                </a:extLst>
              </p:cNvPr>
              <p:cNvGrpSpPr/>
              <p:nvPr/>
            </p:nvGrpSpPr>
            <p:grpSpPr>
              <a:xfrm>
                <a:off x="2260212" y="3419469"/>
                <a:ext cx="257807" cy="426805"/>
                <a:chOff x="4432196" y="2513957"/>
                <a:chExt cx="257807" cy="426805"/>
              </a:xfrm>
            </p:grpSpPr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E5D6531C-CF76-2F6D-83C9-D64374F052DD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298AEA8-A10C-1898-1867-54A337BD5CF1}"/>
                    </a:ext>
                  </a:extLst>
                </p:cNvPr>
                <p:cNvSpPr txBox="1"/>
                <p:nvPr/>
              </p:nvSpPr>
              <p:spPr>
                <a:xfrm>
                  <a:off x="4432196" y="2683045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C25C8104-0B32-60E2-EA7C-F5643854C0F1}"/>
                  </a:ext>
                </a:extLst>
              </p:cNvPr>
              <p:cNvGrpSpPr/>
              <p:nvPr/>
            </p:nvGrpSpPr>
            <p:grpSpPr>
              <a:xfrm>
                <a:off x="1949808" y="3836418"/>
                <a:ext cx="257808" cy="418589"/>
                <a:chOff x="4121792" y="2930906"/>
                <a:chExt cx="257808" cy="418589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44CB7B38-78DC-501F-E0EC-CC1AE7E1C29C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0964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1511435-018D-9689-E68A-74F38A8FD822}"/>
                    </a:ext>
                  </a:extLst>
                </p:cNvPr>
                <p:cNvSpPr txBox="1"/>
                <p:nvPr/>
              </p:nvSpPr>
              <p:spPr>
                <a:xfrm>
                  <a:off x="4121792" y="3091778"/>
                  <a:ext cx="257808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F1DE7246-60C7-4FC0-184D-14EB76CEF25F}"/>
                  </a:ext>
                </a:extLst>
              </p:cNvPr>
              <p:cNvGrpSpPr/>
              <p:nvPr/>
            </p:nvGrpSpPr>
            <p:grpSpPr>
              <a:xfrm>
                <a:off x="1311380" y="4068248"/>
                <a:ext cx="257807" cy="421873"/>
                <a:chOff x="3483364" y="3162736"/>
                <a:chExt cx="257807" cy="421873"/>
              </a:xfrm>
            </p:grpSpPr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C30E6B45-30F5-9B86-ED31-DE588B37AB1F}"/>
                    </a:ext>
                  </a:extLst>
                </p:cNvPr>
                <p:cNvSpPr/>
                <p:nvPr/>
              </p:nvSpPr>
              <p:spPr>
                <a:xfrm>
                  <a:off x="3532044" y="3162736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6E71441-2C23-E2FA-0CE1-37875762E4C9}"/>
                    </a:ext>
                  </a:extLst>
                </p:cNvPr>
                <p:cNvSpPr txBox="1"/>
                <p:nvPr/>
              </p:nvSpPr>
              <p:spPr>
                <a:xfrm>
                  <a:off x="3483364" y="3326892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A5745924-253E-7CB1-D077-BD633BE1FB07}"/>
                  </a:ext>
                </a:extLst>
              </p:cNvPr>
              <p:cNvGrpSpPr/>
              <p:nvPr/>
            </p:nvGrpSpPr>
            <p:grpSpPr>
              <a:xfrm>
                <a:off x="663207" y="3845515"/>
                <a:ext cx="279767" cy="461670"/>
                <a:chOff x="2835191" y="2940003"/>
                <a:chExt cx="279767" cy="461670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79847BA6-97C5-E7E4-ACC9-DAAEB27C84C1}"/>
                    </a:ext>
                  </a:extLst>
                </p:cNvPr>
                <p:cNvSpPr/>
                <p:nvPr/>
              </p:nvSpPr>
              <p:spPr>
                <a:xfrm>
                  <a:off x="2913993" y="2940003"/>
                  <a:ext cx="200965" cy="2009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38ED6E4-B905-05E1-F2F1-FE55FF431330}"/>
                    </a:ext>
                  </a:extLst>
                </p:cNvPr>
                <p:cNvSpPr txBox="1"/>
                <p:nvPr/>
              </p:nvSpPr>
              <p:spPr>
                <a:xfrm>
                  <a:off x="2835191" y="3143957"/>
                  <a:ext cx="257807" cy="25771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D59F3F27-1DDD-FA95-3284-57DD2D124B75}"/>
                  </a:ext>
                </a:extLst>
              </p:cNvPr>
              <p:cNvGrpSpPr/>
              <p:nvPr/>
            </p:nvGrpSpPr>
            <p:grpSpPr>
              <a:xfrm>
                <a:off x="424829" y="3420932"/>
                <a:ext cx="257807" cy="425043"/>
                <a:chOff x="2596813" y="2515420"/>
                <a:chExt cx="257807" cy="425043"/>
              </a:xfrm>
            </p:grpSpPr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5646392E-E99D-976C-6A99-190DB744B9D0}"/>
                    </a:ext>
                  </a:extLst>
                </p:cNvPr>
                <p:cNvSpPr/>
                <p:nvPr/>
              </p:nvSpPr>
              <p:spPr>
                <a:xfrm>
                  <a:off x="2626521" y="2515420"/>
                  <a:ext cx="200965" cy="20096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621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278F7B8-42A9-E7D4-2069-93082948F7FC}"/>
                    </a:ext>
                  </a:extLst>
                </p:cNvPr>
                <p:cNvSpPr txBox="1"/>
                <p:nvPr/>
              </p:nvSpPr>
              <p:spPr>
                <a:xfrm>
                  <a:off x="2596813" y="2682746"/>
                  <a:ext cx="257807" cy="25771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F4CB8953-EA41-DC2D-5F2F-9B2F1469E4CB}"/>
                  </a:ext>
                </a:extLst>
              </p:cNvPr>
              <p:cNvSpPr/>
              <p:nvPr/>
            </p:nvSpPr>
            <p:spPr>
              <a:xfrm>
                <a:off x="412094" y="277463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7D3E12E5-1386-DE97-643D-84749D5F5625}"/>
                  </a:ext>
                </a:extLst>
              </p:cNvPr>
              <p:cNvSpPr/>
              <p:nvPr/>
            </p:nvSpPr>
            <p:spPr>
              <a:xfrm>
                <a:off x="780849" y="2342003"/>
                <a:ext cx="200964" cy="20096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C53419F4-613E-340F-CCC9-B58E5FE74972}"/>
              </a:ext>
            </a:extLst>
          </p:cNvPr>
          <p:cNvGrpSpPr/>
          <p:nvPr/>
        </p:nvGrpSpPr>
        <p:grpSpPr>
          <a:xfrm>
            <a:off x="1093194" y="5006470"/>
            <a:ext cx="1587294" cy="1764233"/>
            <a:chOff x="836343" y="1033768"/>
            <a:chExt cx="2259797" cy="251169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7C0D029-3DEE-D346-ABFC-5F500A14D0A2}"/>
                </a:ext>
              </a:extLst>
            </p:cNvPr>
            <p:cNvSpPr txBox="1"/>
            <p:nvPr/>
          </p:nvSpPr>
          <p:spPr>
            <a:xfrm>
              <a:off x="836343" y="3183971"/>
              <a:ext cx="2259797" cy="3614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112 (127.0.0.1 : 6005)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47A87C1-AF55-0F74-39EA-6C3FA0274DC6}"/>
                </a:ext>
              </a:extLst>
            </p:cNvPr>
            <p:cNvGrpSpPr/>
            <p:nvPr/>
          </p:nvGrpSpPr>
          <p:grpSpPr>
            <a:xfrm>
              <a:off x="883311" y="1033768"/>
              <a:ext cx="2207050" cy="2417997"/>
              <a:chOff x="388657" y="2077312"/>
              <a:chExt cx="2207050" cy="2417997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D68A20AB-CD31-63A0-426A-B5BD55E7F848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9F1E2ACA-70A9-21AE-60F3-5136238D6DD0}"/>
                  </a:ext>
                </a:extLst>
              </p:cNvPr>
              <p:cNvGrpSpPr/>
              <p:nvPr/>
            </p:nvGrpSpPr>
            <p:grpSpPr>
              <a:xfrm>
                <a:off x="1351603" y="2077312"/>
                <a:ext cx="262997" cy="444113"/>
                <a:chOff x="3523587" y="1171800"/>
                <a:chExt cx="262997" cy="444113"/>
              </a:xfrm>
            </p:grpSpPr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2380FE72-154C-825E-2A4E-41D1591667A7}"/>
                    </a:ext>
                  </a:extLst>
                </p:cNvPr>
                <p:cNvSpPr txBox="1"/>
                <p:nvPr/>
              </p:nvSpPr>
              <p:spPr>
                <a:xfrm>
                  <a:off x="3523587" y="1353008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D827FF48-02EA-EF97-B240-4D474C3F9C44}"/>
                    </a:ext>
                  </a:extLst>
                </p:cNvPr>
                <p:cNvSpPr/>
                <p:nvPr/>
              </p:nvSpPr>
              <p:spPr>
                <a:xfrm>
                  <a:off x="3558030" y="1171800"/>
                  <a:ext cx="205009" cy="205009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CCA6AAA5-45D2-1DB9-006D-E76C8C8830B0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8592" cy="430488"/>
                <a:chOff x="4208423" y="1448069"/>
                <a:chExt cx="298592" cy="430488"/>
              </a:xfrm>
            </p:grpSpPr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A1ED5A36-EEEE-0208-5BD5-6E7E1CCD12B7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205009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4504317-B007-1259-BE61-E8D15BE63358}"/>
                    </a:ext>
                  </a:extLst>
                </p:cNvPr>
                <p:cNvSpPr txBox="1"/>
                <p:nvPr/>
              </p:nvSpPr>
              <p:spPr>
                <a:xfrm>
                  <a:off x="4244019" y="161565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ECB6C2B-06D0-9509-4F5C-E6B53B9BACEA}"/>
                  </a:ext>
                </a:extLst>
              </p:cNvPr>
              <p:cNvGrpSpPr/>
              <p:nvPr/>
            </p:nvGrpSpPr>
            <p:grpSpPr>
              <a:xfrm>
                <a:off x="2332711" y="2794621"/>
                <a:ext cx="262996" cy="438599"/>
                <a:chOff x="4504695" y="1889109"/>
                <a:chExt cx="262996" cy="438599"/>
              </a:xfrm>
            </p:grpSpPr>
            <p:sp>
              <p:nvSpPr>
                <p:cNvPr id="121" name="타원 120">
                  <a:extLst>
                    <a:ext uri="{FF2B5EF4-FFF2-40B4-BE49-F238E27FC236}">
                      <a16:creationId xmlns:a16="http://schemas.microsoft.com/office/drawing/2014/main" id="{AE7CA483-8399-EB35-4A1A-0885692B8EC9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3D6C668-DFFA-2503-43C5-F7242726F527}"/>
                    </a:ext>
                  </a:extLst>
                </p:cNvPr>
                <p:cNvSpPr txBox="1"/>
                <p:nvPr/>
              </p:nvSpPr>
              <p:spPr>
                <a:xfrm>
                  <a:off x="4504695" y="2064803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5C8D708D-7AA3-1DC4-0C9F-1A31D866CAFB}"/>
                  </a:ext>
                </a:extLst>
              </p:cNvPr>
              <p:cNvGrpSpPr/>
              <p:nvPr/>
            </p:nvGrpSpPr>
            <p:grpSpPr>
              <a:xfrm>
                <a:off x="2257618" y="3419469"/>
                <a:ext cx="262996" cy="431992"/>
                <a:chOff x="4429602" y="2513957"/>
                <a:chExt cx="262996" cy="431992"/>
              </a:xfrm>
            </p:grpSpPr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CEC6AF39-6F5E-7D6C-699E-4C7DEC48580A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365028E-780D-A6A1-2E2C-52F5F9EC459C}"/>
                    </a:ext>
                  </a:extLst>
                </p:cNvPr>
                <p:cNvSpPr txBox="1"/>
                <p:nvPr/>
              </p:nvSpPr>
              <p:spPr>
                <a:xfrm>
                  <a:off x="4429602" y="2683044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2D3592AE-6481-5A03-C869-AFB1B0384EC2}"/>
                  </a:ext>
                </a:extLst>
              </p:cNvPr>
              <p:cNvGrpSpPr/>
              <p:nvPr/>
            </p:nvGrpSpPr>
            <p:grpSpPr>
              <a:xfrm>
                <a:off x="1947214" y="3836418"/>
                <a:ext cx="262997" cy="423776"/>
                <a:chOff x="4119198" y="2930906"/>
                <a:chExt cx="262997" cy="423776"/>
              </a:xfrm>
            </p:grpSpPr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0A9CBF89-9AF6-3531-7F23-8A4D8606FC46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F669E14-903E-7A2B-8005-33F1665D4CC2}"/>
                    </a:ext>
                  </a:extLst>
                </p:cNvPr>
                <p:cNvSpPr txBox="1"/>
                <p:nvPr/>
              </p:nvSpPr>
              <p:spPr>
                <a:xfrm>
                  <a:off x="4119198" y="3091777"/>
                  <a:ext cx="262997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15C07E77-12ED-8037-1FC1-CEA08BCB3250}"/>
                  </a:ext>
                </a:extLst>
              </p:cNvPr>
              <p:cNvGrpSpPr/>
              <p:nvPr/>
            </p:nvGrpSpPr>
            <p:grpSpPr>
              <a:xfrm>
                <a:off x="1308786" y="4068248"/>
                <a:ext cx="262996" cy="427061"/>
                <a:chOff x="3480770" y="3162736"/>
                <a:chExt cx="262996" cy="427061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5DB50EC6-90C8-7018-6707-BB24E964D5FB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205010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1E85A8F0-BCAD-9B0A-112A-9F7F3C4E314C}"/>
                    </a:ext>
                  </a:extLst>
                </p:cNvPr>
                <p:cNvSpPr txBox="1"/>
                <p:nvPr/>
              </p:nvSpPr>
              <p:spPr>
                <a:xfrm>
                  <a:off x="3480770" y="3326892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A7816FE9-0331-A298-9051-E6123319AF33}"/>
                  </a:ext>
                </a:extLst>
              </p:cNvPr>
              <p:cNvGrpSpPr/>
              <p:nvPr/>
            </p:nvGrpSpPr>
            <p:grpSpPr>
              <a:xfrm>
                <a:off x="660613" y="3878206"/>
                <a:ext cx="275770" cy="434168"/>
                <a:chOff x="2832597" y="2972694"/>
                <a:chExt cx="275770" cy="434168"/>
              </a:xfrm>
            </p:grpSpPr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6E2B30D5-2B1C-5573-5549-440A24E7E0B9}"/>
                    </a:ext>
                  </a:extLst>
                </p:cNvPr>
                <p:cNvSpPr/>
                <p:nvPr/>
              </p:nvSpPr>
              <p:spPr>
                <a:xfrm>
                  <a:off x="2903358" y="2972694"/>
                  <a:ext cx="205009" cy="20501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B7E0B7E-2AA1-F556-4173-FE2B1A855738}"/>
                    </a:ext>
                  </a:extLst>
                </p:cNvPr>
                <p:cNvSpPr txBox="1"/>
                <p:nvPr/>
              </p:nvSpPr>
              <p:spPr>
                <a:xfrm>
                  <a:off x="2832597" y="3143957"/>
                  <a:ext cx="262996" cy="26290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4E8143BF-E2E5-3590-384C-07066825EAB3}"/>
                  </a:ext>
                </a:extLst>
              </p:cNvPr>
              <p:cNvSpPr/>
              <p:nvPr/>
            </p:nvSpPr>
            <p:spPr>
              <a:xfrm>
                <a:off x="446542" y="3376483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73704D3-A270-BFA1-203B-AAC9CDE69F2C}"/>
                  </a:ext>
                </a:extLst>
              </p:cNvPr>
              <p:cNvSpPr/>
              <p:nvPr/>
            </p:nvSpPr>
            <p:spPr>
              <a:xfrm>
                <a:off x="388657" y="2763583"/>
                <a:ext cx="205010" cy="205009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377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73BCDBBD-1151-1F15-D857-4028B3181982}"/>
                  </a:ext>
                </a:extLst>
              </p:cNvPr>
              <p:cNvSpPr/>
              <p:nvPr/>
            </p:nvSpPr>
            <p:spPr>
              <a:xfrm>
                <a:off x="688058" y="2239016"/>
                <a:ext cx="205010" cy="205009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D0C5339-0566-235C-D698-F5C81112A48E}"/>
              </a:ext>
            </a:extLst>
          </p:cNvPr>
          <p:cNvGrpSpPr/>
          <p:nvPr/>
        </p:nvGrpSpPr>
        <p:grpSpPr>
          <a:xfrm>
            <a:off x="3100863" y="5070280"/>
            <a:ext cx="1631005" cy="1727858"/>
            <a:chOff x="71774" y="591927"/>
            <a:chExt cx="1662593" cy="1761321"/>
          </a:xfrm>
        </p:grpSpPr>
        <p:grpSp>
          <p:nvGrpSpPr>
            <p:cNvPr id="576" name="그룹 575">
              <a:extLst>
                <a:ext uri="{FF2B5EF4-FFF2-40B4-BE49-F238E27FC236}">
                  <a16:creationId xmlns:a16="http://schemas.microsoft.com/office/drawing/2014/main" id="{E1A3DD28-96CC-EA68-16B0-E9A982C1A013}"/>
                </a:ext>
              </a:extLst>
            </p:cNvPr>
            <p:cNvGrpSpPr/>
            <p:nvPr/>
          </p:nvGrpSpPr>
          <p:grpSpPr>
            <a:xfrm>
              <a:off x="107280" y="591927"/>
              <a:ext cx="1627087" cy="1761321"/>
              <a:chOff x="356853" y="2069859"/>
              <a:chExt cx="2236792" cy="2421327"/>
            </a:xfrm>
          </p:grpSpPr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08D505D1-BB1A-EFFC-F73F-060E1009C07E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TextBox 578">
                <a:extLst>
                  <a:ext uri="{FF2B5EF4-FFF2-40B4-BE49-F238E27FC236}">
                    <a16:creationId xmlns:a16="http://schemas.microsoft.com/office/drawing/2014/main" id="{9193D6C5-7EB3-6A53-4C10-EC621F68E9D2}"/>
                  </a:ext>
                </a:extLst>
              </p:cNvPr>
              <p:cNvSpPr txBox="1"/>
              <p:nvPr/>
            </p:nvSpPr>
            <p:spPr>
              <a:xfrm>
                <a:off x="1353667" y="2258521"/>
                <a:ext cx="258871" cy="25878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endParaRPr lang="ko-KR" altLang="en-US" dirty="0"/>
              </a:p>
            </p:txBody>
          </p:sp>
          <p:grpSp>
            <p:nvGrpSpPr>
              <p:cNvPr id="580" name="그룹 579">
                <a:extLst>
                  <a:ext uri="{FF2B5EF4-FFF2-40B4-BE49-F238E27FC236}">
                    <a16:creationId xmlns:a16="http://schemas.microsoft.com/office/drawing/2014/main" id="{386DD092-7122-711D-C721-33F98293E6FC}"/>
                  </a:ext>
                </a:extLst>
              </p:cNvPr>
              <p:cNvGrpSpPr/>
              <p:nvPr/>
            </p:nvGrpSpPr>
            <p:grpSpPr>
              <a:xfrm>
                <a:off x="1372392" y="2069859"/>
                <a:ext cx="960577" cy="710084"/>
                <a:chOff x="3544376" y="1164347"/>
                <a:chExt cx="960577" cy="710084"/>
              </a:xfrm>
            </p:grpSpPr>
            <p:sp>
              <p:nvSpPr>
                <p:cNvPr id="597" name="타원 596">
                  <a:extLst>
                    <a:ext uri="{FF2B5EF4-FFF2-40B4-BE49-F238E27FC236}">
                      <a16:creationId xmlns:a16="http://schemas.microsoft.com/office/drawing/2014/main" id="{B9C68F1A-96CE-BC8C-859E-45C9D440B1BD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8" name="TextBox 597">
                  <a:extLst>
                    <a:ext uri="{FF2B5EF4-FFF2-40B4-BE49-F238E27FC236}">
                      <a16:creationId xmlns:a16="http://schemas.microsoft.com/office/drawing/2014/main" id="{8C7091FE-5291-5009-DDEE-FED981BC931D}"/>
                    </a:ext>
                  </a:extLst>
                </p:cNvPr>
                <p:cNvSpPr txBox="1"/>
                <p:nvPr/>
              </p:nvSpPr>
              <p:spPr>
                <a:xfrm>
                  <a:off x="4246081" y="1615650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599" name="타원 598">
                  <a:extLst>
                    <a:ext uri="{FF2B5EF4-FFF2-40B4-BE49-F238E27FC236}">
                      <a16:creationId xmlns:a16="http://schemas.microsoft.com/office/drawing/2014/main" id="{55F52F16-539E-67A3-C793-79718745A613}"/>
                    </a:ext>
                  </a:extLst>
                </p:cNvPr>
                <p:cNvSpPr/>
                <p:nvPr/>
              </p:nvSpPr>
              <p:spPr>
                <a:xfrm>
                  <a:off x="3544376" y="1164347"/>
                  <a:ext cx="201794" cy="201794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481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1" name="그룹 580">
                <a:extLst>
                  <a:ext uri="{FF2B5EF4-FFF2-40B4-BE49-F238E27FC236}">
                    <a16:creationId xmlns:a16="http://schemas.microsoft.com/office/drawing/2014/main" id="{F4345AB7-D4D6-D1DF-F241-5F604FA21034}"/>
                  </a:ext>
                </a:extLst>
              </p:cNvPr>
              <p:cNvGrpSpPr/>
              <p:nvPr/>
            </p:nvGrpSpPr>
            <p:grpSpPr>
              <a:xfrm>
                <a:off x="2334773" y="2794621"/>
                <a:ext cx="258872" cy="434476"/>
                <a:chOff x="4506757" y="1889109"/>
                <a:chExt cx="258872" cy="434476"/>
              </a:xfrm>
            </p:grpSpPr>
            <p:sp>
              <p:nvSpPr>
                <p:cNvPr id="595" name="타원 594">
                  <a:extLst>
                    <a:ext uri="{FF2B5EF4-FFF2-40B4-BE49-F238E27FC236}">
                      <a16:creationId xmlns:a16="http://schemas.microsoft.com/office/drawing/2014/main" id="{7AE7EA09-0921-B87E-FC20-4EF2B60FC233}"/>
                    </a:ext>
                  </a:extLst>
                </p:cNvPr>
                <p:cNvSpPr/>
                <p:nvPr/>
              </p:nvSpPr>
              <p:spPr>
                <a:xfrm>
                  <a:off x="4507552" y="1889109"/>
                  <a:ext cx="201794" cy="201794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481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96" name="TextBox 595">
                  <a:extLst>
                    <a:ext uri="{FF2B5EF4-FFF2-40B4-BE49-F238E27FC236}">
                      <a16:creationId xmlns:a16="http://schemas.microsoft.com/office/drawing/2014/main" id="{54B15AA2-27D9-D7E7-DC81-FEE2FAB3CD14}"/>
                    </a:ext>
                  </a:extLst>
                </p:cNvPr>
                <p:cNvSpPr txBox="1"/>
                <p:nvPr/>
              </p:nvSpPr>
              <p:spPr>
                <a:xfrm>
                  <a:off x="4506757" y="2064804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2" name="그룹 581">
                <a:extLst>
                  <a:ext uri="{FF2B5EF4-FFF2-40B4-BE49-F238E27FC236}">
                    <a16:creationId xmlns:a16="http://schemas.microsoft.com/office/drawing/2014/main" id="{9B6928C9-A9B2-AA40-3879-C1E1E2DB41D2}"/>
                  </a:ext>
                </a:extLst>
              </p:cNvPr>
              <p:cNvGrpSpPr/>
              <p:nvPr/>
            </p:nvGrpSpPr>
            <p:grpSpPr>
              <a:xfrm>
                <a:off x="2259680" y="3419469"/>
                <a:ext cx="258872" cy="427869"/>
                <a:chOff x="4431664" y="2513957"/>
                <a:chExt cx="258872" cy="427869"/>
              </a:xfrm>
            </p:grpSpPr>
            <p:sp>
              <p:nvSpPr>
                <p:cNvPr id="593" name="타원 592">
                  <a:extLst>
                    <a:ext uri="{FF2B5EF4-FFF2-40B4-BE49-F238E27FC236}">
                      <a16:creationId xmlns:a16="http://schemas.microsoft.com/office/drawing/2014/main" id="{73794D03-16C7-CCA7-2F14-F7418EEEC523}"/>
                    </a:ext>
                  </a:extLst>
                </p:cNvPr>
                <p:cNvSpPr/>
                <p:nvPr/>
              </p:nvSpPr>
              <p:spPr>
                <a:xfrm>
                  <a:off x="4474614" y="2513957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4" name="TextBox 593">
                  <a:extLst>
                    <a:ext uri="{FF2B5EF4-FFF2-40B4-BE49-F238E27FC236}">
                      <a16:creationId xmlns:a16="http://schemas.microsoft.com/office/drawing/2014/main" id="{CFEDD48A-0AA2-6FBA-6781-968FF5C75C27}"/>
                    </a:ext>
                  </a:extLst>
                </p:cNvPr>
                <p:cNvSpPr txBox="1"/>
                <p:nvPr/>
              </p:nvSpPr>
              <p:spPr>
                <a:xfrm>
                  <a:off x="4431664" y="2683045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FB825977-D38E-2A68-8E85-442E4424496C}"/>
                  </a:ext>
                </a:extLst>
              </p:cNvPr>
              <p:cNvSpPr/>
              <p:nvPr/>
            </p:nvSpPr>
            <p:spPr>
              <a:xfrm>
                <a:off x="1941365" y="3764985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84" name="그룹 583">
                <a:extLst>
                  <a:ext uri="{FF2B5EF4-FFF2-40B4-BE49-F238E27FC236}">
                    <a16:creationId xmlns:a16="http://schemas.microsoft.com/office/drawing/2014/main" id="{EDC8F17E-ECD3-5FD0-6221-FBAB0AEC9804}"/>
                  </a:ext>
                </a:extLst>
              </p:cNvPr>
              <p:cNvGrpSpPr/>
              <p:nvPr/>
            </p:nvGrpSpPr>
            <p:grpSpPr>
              <a:xfrm>
                <a:off x="1310848" y="4068248"/>
                <a:ext cx="258872" cy="422938"/>
                <a:chOff x="3482832" y="3162736"/>
                <a:chExt cx="258872" cy="422938"/>
              </a:xfrm>
            </p:grpSpPr>
            <p:sp>
              <p:nvSpPr>
                <p:cNvPr id="591" name="타원 590">
                  <a:extLst>
                    <a:ext uri="{FF2B5EF4-FFF2-40B4-BE49-F238E27FC236}">
                      <a16:creationId xmlns:a16="http://schemas.microsoft.com/office/drawing/2014/main" id="{BFB94840-EC9B-7146-C1B8-0A5F4199DCA6}"/>
                    </a:ext>
                  </a:extLst>
                </p:cNvPr>
                <p:cNvSpPr/>
                <p:nvPr/>
              </p:nvSpPr>
              <p:spPr>
                <a:xfrm>
                  <a:off x="3532043" y="3162736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2" name="TextBox 591">
                  <a:extLst>
                    <a:ext uri="{FF2B5EF4-FFF2-40B4-BE49-F238E27FC236}">
                      <a16:creationId xmlns:a16="http://schemas.microsoft.com/office/drawing/2014/main" id="{5B3537B2-4CAA-4A06-68DD-8C77A43327CB}"/>
                    </a:ext>
                  </a:extLst>
                </p:cNvPr>
                <p:cNvSpPr txBox="1"/>
                <p:nvPr/>
              </p:nvSpPr>
              <p:spPr>
                <a:xfrm>
                  <a:off x="3482832" y="3326893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1319EED0-AF45-B3CC-6599-EE497151B919}"/>
                  </a:ext>
                </a:extLst>
              </p:cNvPr>
              <p:cNvGrpSpPr/>
              <p:nvPr/>
            </p:nvGrpSpPr>
            <p:grpSpPr>
              <a:xfrm>
                <a:off x="662675" y="3851831"/>
                <a:ext cx="281172" cy="456419"/>
                <a:chOff x="2834659" y="2946319"/>
                <a:chExt cx="281172" cy="456419"/>
              </a:xfrm>
            </p:grpSpPr>
            <p:sp>
              <p:nvSpPr>
                <p:cNvPr id="589" name="타원 588">
                  <a:extLst>
                    <a:ext uri="{FF2B5EF4-FFF2-40B4-BE49-F238E27FC236}">
                      <a16:creationId xmlns:a16="http://schemas.microsoft.com/office/drawing/2014/main" id="{82ED93EF-E733-E383-527F-1C909FA2E39C}"/>
                    </a:ext>
                  </a:extLst>
                </p:cNvPr>
                <p:cNvSpPr/>
                <p:nvPr/>
              </p:nvSpPr>
              <p:spPr>
                <a:xfrm>
                  <a:off x="2914037" y="2946319"/>
                  <a:ext cx="201794" cy="20179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621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0" name="TextBox 589">
                  <a:extLst>
                    <a:ext uri="{FF2B5EF4-FFF2-40B4-BE49-F238E27FC236}">
                      <a16:creationId xmlns:a16="http://schemas.microsoft.com/office/drawing/2014/main" id="{ACB7B397-8F38-8F4D-9CA2-82FDA96B73DC}"/>
                    </a:ext>
                  </a:extLst>
                </p:cNvPr>
                <p:cNvSpPr txBox="1"/>
                <p:nvPr/>
              </p:nvSpPr>
              <p:spPr>
                <a:xfrm>
                  <a:off x="2834659" y="3143957"/>
                  <a:ext cx="258872" cy="25878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586" name="타원 585">
                <a:extLst>
                  <a:ext uri="{FF2B5EF4-FFF2-40B4-BE49-F238E27FC236}">
                    <a16:creationId xmlns:a16="http://schemas.microsoft.com/office/drawing/2014/main" id="{7885C901-4BF8-6D69-3546-809107DAE343}"/>
                  </a:ext>
                </a:extLst>
              </p:cNvPr>
              <p:cNvSpPr/>
              <p:nvPr/>
            </p:nvSpPr>
            <p:spPr>
              <a:xfrm>
                <a:off x="414737" y="3349500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92FEDD7C-E7B1-E290-0D50-FE14F84DCE67}"/>
                  </a:ext>
                </a:extLst>
              </p:cNvPr>
              <p:cNvSpPr/>
              <p:nvPr/>
            </p:nvSpPr>
            <p:spPr>
              <a:xfrm>
                <a:off x="356853" y="2736598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772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8" name="타원 587">
                <a:extLst>
                  <a:ext uri="{FF2B5EF4-FFF2-40B4-BE49-F238E27FC236}">
                    <a16:creationId xmlns:a16="http://schemas.microsoft.com/office/drawing/2014/main" id="{607A9D1D-8E4E-B4AD-7902-555B1760D0D4}"/>
                  </a:ext>
                </a:extLst>
              </p:cNvPr>
              <p:cNvSpPr/>
              <p:nvPr/>
            </p:nvSpPr>
            <p:spPr>
              <a:xfrm>
                <a:off x="656255" y="2212034"/>
                <a:ext cx="201794" cy="201794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60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F6B8F0EE-8F5E-54CD-DA23-0942FC15283C}"/>
                </a:ext>
              </a:extLst>
            </p:cNvPr>
            <p:cNvSpPr txBox="1"/>
            <p:nvPr/>
          </p:nvSpPr>
          <p:spPr>
            <a:xfrm>
              <a:off x="71774" y="2066448"/>
              <a:ext cx="1618035" cy="258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477 (127.0.0.1 : 6006)</a:t>
              </a:r>
            </a:p>
          </p:txBody>
        </p: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798AD3FA-5441-A29E-792F-9FBE44DBDFD6}"/>
              </a:ext>
            </a:extLst>
          </p:cNvPr>
          <p:cNvGrpSpPr/>
          <p:nvPr/>
        </p:nvGrpSpPr>
        <p:grpSpPr>
          <a:xfrm>
            <a:off x="9044202" y="2847080"/>
            <a:ext cx="1634192" cy="1823884"/>
            <a:chOff x="2129302" y="890897"/>
            <a:chExt cx="1634192" cy="1823884"/>
          </a:xfrm>
        </p:grpSpPr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6B93AD1C-4EAC-45A3-1F48-A6A20746A9AC}"/>
                </a:ext>
              </a:extLst>
            </p:cNvPr>
            <p:cNvGrpSpPr/>
            <p:nvPr/>
          </p:nvGrpSpPr>
          <p:grpSpPr>
            <a:xfrm>
              <a:off x="2129302" y="890897"/>
              <a:ext cx="1623386" cy="1729341"/>
              <a:chOff x="328168" y="2077312"/>
              <a:chExt cx="2264906" cy="2412734"/>
            </a:xfrm>
          </p:grpSpPr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49730E4B-4052-7991-6056-82866EB4B467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타원 603">
                <a:extLst>
                  <a:ext uri="{FF2B5EF4-FFF2-40B4-BE49-F238E27FC236}">
                    <a16:creationId xmlns:a16="http://schemas.microsoft.com/office/drawing/2014/main" id="{A937572A-ED55-2574-0D8C-03DBD7C73994}"/>
                  </a:ext>
                </a:extLst>
              </p:cNvPr>
              <p:cNvSpPr/>
              <p:nvPr/>
            </p:nvSpPr>
            <p:spPr>
              <a:xfrm>
                <a:off x="1386047" y="2077312"/>
                <a:ext cx="198390" cy="201029"/>
              </a:xfrm>
              <a:prstGeom prst="ellipse">
                <a:avLst/>
              </a:prstGeom>
              <a:solidFill>
                <a:srgbClr val="A3DBFF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112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5" name="그룹 604">
                <a:extLst>
                  <a:ext uri="{FF2B5EF4-FFF2-40B4-BE49-F238E27FC236}">
                    <a16:creationId xmlns:a16="http://schemas.microsoft.com/office/drawing/2014/main" id="{F7B951E6-FBCF-A6D1-9779-F7D60BBDE9D5}"/>
                  </a:ext>
                </a:extLst>
              </p:cNvPr>
              <p:cNvGrpSpPr/>
              <p:nvPr/>
            </p:nvGrpSpPr>
            <p:grpSpPr>
              <a:xfrm>
                <a:off x="2036439" y="2353581"/>
                <a:ext cx="295959" cy="425222"/>
                <a:chOff x="4208423" y="1448069"/>
                <a:chExt cx="295959" cy="425222"/>
              </a:xfrm>
            </p:grpSpPr>
            <p:sp>
              <p:nvSpPr>
                <p:cNvPr id="369" name="타원 368">
                  <a:extLst>
                    <a:ext uri="{FF2B5EF4-FFF2-40B4-BE49-F238E27FC236}">
                      <a16:creationId xmlns:a16="http://schemas.microsoft.com/office/drawing/2014/main" id="{742918B7-E3B0-6745-9E7C-DCB86BDCF999}"/>
                    </a:ext>
                  </a:extLst>
                </p:cNvPr>
                <p:cNvSpPr/>
                <p:nvPr/>
              </p:nvSpPr>
              <p:spPr>
                <a:xfrm>
                  <a:off x="4208423" y="144806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02AEAF34-CFB7-7ECB-CC54-07B2D71EB4F3}"/>
                    </a:ext>
                  </a:extLst>
                </p:cNvPr>
                <p:cNvSpPr txBox="1"/>
                <p:nvPr/>
              </p:nvSpPr>
              <p:spPr>
                <a:xfrm>
                  <a:off x="4246650" y="1615650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4BED7F8B-C49B-4EB2-0CA5-774960878B70}"/>
                  </a:ext>
                </a:extLst>
              </p:cNvPr>
              <p:cNvGrpSpPr/>
              <p:nvPr/>
            </p:nvGrpSpPr>
            <p:grpSpPr>
              <a:xfrm>
                <a:off x="2335342" y="2794621"/>
                <a:ext cx="257732" cy="433335"/>
                <a:chOff x="4507326" y="1889109"/>
                <a:chExt cx="257732" cy="433335"/>
              </a:xfrm>
            </p:grpSpPr>
            <p:sp>
              <p:nvSpPr>
                <p:cNvPr id="367" name="타원 366">
                  <a:extLst>
                    <a:ext uri="{FF2B5EF4-FFF2-40B4-BE49-F238E27FC236}">
                      <a16:creationId xmlns:a16="http://schemas.microsoft.com/office/drawing/2014/main" id="{1A1A20D8-22CA-517A-1DF1-CCED2B32392D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E077542A-CF58-CCBB-402C-3F527BE478B5}"/>
                    </a:ext>
                  </a:extLst>
                </p:cNvPr>
                <p:cNvSpPr txBox="1"/>
                <p:nvPr/>
              </p:nvSpPr>
              <p:spPr>
                <a:xfrm>
                  <a:off x="4507326" y="2064803"/>
                  <a:ext cx="257732" cy="25764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7" name="그룹 606">
                <a:extLst>
                  <a:ext uri="{FF2B5EF4-FFF2-40B4-BE49-F238E27FC236}">
                    <a16:creationId xmlns:a16="http://schemas.microsoft.com/office/drawing/2014/main" id="{4AA6B28A-5027-D0EE-4B9F-FA8EA5A5F6D7}"/>
                  </a:ext>
                </a:extLst>
              </p:cNvPr>
              <p:cNvGrpSpPr/>
              <p:nvPr/>
            </p:nvGrpSpPr>
            <p:grpSpPr>
              <a:xfrm>
                <a:off x="2260249" y="3419469"/>
                <a:ext cx="257732" cy="426730"/>
                <a:chOff x="4432233" y="2513957"/>
                <a:chExt cx="257732" cy="426730"/>
              </a:xfrm>
            </p:grpSpPr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E196DD99-19D3-425D-E941-E1D88FCF9BF6}"/>
                    </a:ext>
                  </a:extLst>
                </p:cNvPr>
                <p:cNvSpPr/>
                <p:nvPr/>
              </p:nvSpPr>
              <p:spPr>
                <a:xfrm>
                  <a:off x="4474615" y="2513957"/>
                  <a:ext cx="198390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33421C4-7D7A-C183-F0FF-7E4AD6063C6B}"/>
                    </a:ext>
                  </a:extLst>
                </p:cNvPr>
                <p:cNvSpPr txBox="1"/>
                <p:nvPr/>
              </p:nvSpPr>
              <p:spPr>
                <a:xfrm>
                  <a:off x="4432233" y="2683045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608" name="그룹 607">
                <a:extLst>
                  <a:ext uri="{FF2B5EF4-FFF2-40B4-BE49-F238E27FC236}">
                    <a16:creationId xmlns:a16="http://schemas.microsoft.com/office/drawing/2014/main" id="{73D4FEAE-C308-0205-9A22-7B0CE3D9101D}"/>
                  </a:ext>
                </a:extLst>
              </p:cNvPr>
              <p:cNvGrpSpPr/>
              <p:nvPr/>
            </p:nvGrpSpPr>
            <p:grpSpPr>
              <a:xfrm>
                <a:off x="1949847" y="3836418"/>
                <a:ext cx="257732" cy="418514"/>
                <a:chOff x="4121831" y="2930906"/>
                <a:chExt cx="257732" cy="418514"/>
              </a:xfrm>
            </p:grpSpPr>
            <p:sp>
              <p:nvSpPr>
                <p:cNvPr id="327" name="타원 326">
                  <a:extLst>
                    <a:ext uri="{FF2B5EF4-FFF2-40B4-BE49-F238E27FC236}">
                      <a16:creationId xmlns:a16="http://schemas.microsoft.com/office/drawing/2014/main" id="{3E275EB3-7C14-B959-4555-0BBBA3C481CA}"/>
                    </a:ext>
                  </a:extLst>
                </p:cNvPr>
                <p:cNvSpPr/>
                <p:nvPr/>
              </p:nvSpPr>
              <p:spPr>
                <a:xfrm>
                  <a:off x="4157525" y="2930906"/>
                  <a:ext cx="209078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59FB48D5-2734-5008-62E4-B107D2D5DD3E}"/>
                    </a:ext>
                  </a:extLst>
                </p:cNvPr>
                <p:cNvSpPr txBox="1"/>
                <p:nvPr/>
              </p:nvSpPr>
              <p:spPr>
                <a:xfrm>
                  <a:off x="4121831" y="3091778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4130207C-8565-8ABB-43C1-F4EA35CE1816}"/>
                  </a:ext>
                </a:extLst>
              </p:cNvPr>
              <p:cNvGrpSpPr/>
              <p:nvPr/>
            </p:nvGrpSpPr>
            <p:grpSpPr>
              <a:xfrm>
                <a:off x="1311417" y="4068248"/>
                <a:ext cx="257732" cy="421798"/>
                <a:chOff x="3483401" y="3162736"/>
                <a:chExt cx="257732" cy="421798"/>
              </a:xfrm>
            </p:grpSpPr>
            <p:sp>
              <p:nvSpPr>
                <p:cNvPr id="325" name="타원 324">
                  <a:extLst>
                    <a:ext uri="{FF2B5EF4-FFF2-40B4-BE49-F238E27FC236}">
                      <a16:creationId xmlns:a16="http://schemas.microsoft.com/office/drawing/2014/main" id="{86B33EB2-3C89-E2F9-8C8B-5BE48503E5BA}"/>
                    </a:ext>
                  </a:extLst>
                </p:cNvPr>
                <p:cNvSpPr/>
                <p:nvPr/>
              </p:nvSpPr>
              <p:spPr>
                <a:xfrm>
                  <a:off x="3532045" y="3162736"/>
                  <a:ext cx="198390" cy="20102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112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2BBC7B41-10E7-5CA5-B755-59DD10C8E077}"/>
                    </a:ext>
                  </a:extLst>
                </p:cNvPr>
                <p:cNvSpPr txBox="1"/>
                <p:nvPr/>
              </p:nvSpPr>
              <p:spPr>
                <a:xfrm>
                  <a:off x="3483401" y="3326892"/>
                  <a:ext cx="257732" cy="25764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E4F161D5-FC85-386B-00E6-2CF1B57AE6F1}"/>
                  </a:ext>
                </a:extLst>
              </p:cNvPr>
              <p:cNvSpPr/>
              <p:nvPr/>
            </p:nvSpPr>
            <p:spPr>
              <a:xfrm>
                <a:off x="731376" y="3878206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8F35850F-F5F0-A703-A38E-6AD7E6E48E43}"/>
                  </a:ext>
                </a:extLst>
              </p:cNvPr>
              <p:cNvSpPr/>
              <p:nvPr/>
            </p:nvSpPr>
            <p:spPr>
              <a:xfrm>
                <a:off x="454537" y="3420931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1F99DBD2-37DB-8CA4-0B91-C3D38F13E8EF}"/>
                  </a:ext>
                </a:extLst>
              </p:cNvPr>
              <p:cNvSpPr/>
              <p:nvPr/>
            </p:nvSpPr>
            <p:spPr>
              <a:xfrm>
                <a:off x="328168" y="2808032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088B253A-1EAB-D90F-D40E-6D4079C21FA5}"/>
                  </a:ext>
                </a:extLst>
              </p:cNvPr>
              <p:cNvSpPr/>
              <p:nvPr/>
            </p:nvSpPr>
            <p:spPr>
              <a:xfrm>
                <a:off x="696055" y="2283467"/>
                <a:ext cx="200905" cy="200905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621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AF5A2293-41E9-53D9-5D32-3C4663D0C26D}"/>
                </a:ext>
              </a:extLst>
            </p:cNvPr>
            <p:cNvSpPr txBox="1"/>
            <p:nvPr/>
          </p:nvSpPr>
          <p:spPr>
            <a:xfrm>
              <a:off x="2254748" y="2460865"/>
              <a:ext cx="150874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60 (127.0.0.1 : 6004)</a:t>
              </a:r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D1202FB5-3AD1-4556-B239-75375281AA66}"/>
              </a:ext>
            </a:extLst>
          </p:cNvPr>
          <p:cNvGrpSpPr/>
          <p:nvPr/>
        </p:nvGrpSpPr>
        <p:grpSpPr>
          <a:xfrm>
            <a:off x="7148435" y="5054822"/>
            <a:ext cx="1587295" cy="1739333"/>
            <a:chOff x="2185243" y="3210132"/>
            <a:chExt cx="1587295" cy="1739333"/>
          </a:xfrm>
        </p:grpSpPr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11140CA4-D856-945B-EFE8-0739C44D3ABF}"/>
                </a:ext>
              </a:extLst>
            </p:cNvPr>
            <p:cNvGrpSpPr/>
            <p:nvPr/>
          </p:nvGrpSpPr>
          <p:grpSpPr>
            <a:xfrm>
              <a:off x="2185243" y="3210132"/>
              <a:ext cx="1587295" cy="1739333"/>
              <a:chOff x="880070" y="1033768"/>
              <a:chExt cx="2259795" cy="2476247"/>
            </a:xfrm>
          </p:grpSpPr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3E0874E5-88CD-23B4-EBBA-8220C5A8A0EA}"/>
                  </a:ext>
                </a:extLst>
              </p:cNvPr>
              <p:cNvSpPr txBox="1"/>
              <p:nvPr/>
            </p:nvSpPr>
            <p:spPr>
              <a:xfrm>
                <a:off x="880070" y="314852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864 (127.0.0.1 : 6008)</a:t>
                </a: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D6CF1F98-563B-6760-84A9-C70C1641C86A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49" cy="2417997"/>
                <a:chOff x="388657" y="2077312"/>
                <a:chExt cx="2207049" cy="2417997"/>
              </a:xfrm>
            </p:grpSpPr>
            <p:sp>
              <p:nvSpPr>
                <p:cNvPr id="376" name="타원 375">
                  <a:extLst>
                    <a:ext uri="{FF2B5EF4-FFF2-40B4-BE49-F238E27FC236}">
                      <a16:creationId xmlns:a16="http://schemas.microsoft.com/office/drawing/2014/main" id="{87015969-CD9E-AA89-0DEC-7994781CDFD3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77" name="그룹 376">
                  <a:extLst>
                    <a:ext uri="{FF2B5EF4-FFF2-40B4-BE49-F238E27FC236}">
                      <a16:creationId xmlns:a16="http://schemas.microsoft.com/office/drawing/2014/main" id="{E7A5A3E0-7AE1-1990-3BE6-5A7622C2E2FD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67" name="TextBox 866">
                    <a:extLst>
                      <a:ext uri="{FF2B5EF4-FFF2-40B4-BE49-F238E27FC236}">
                        <a16:creationId xmlns:a16="http://schemas.microsoft.com/office/drawing/2014/main" id="{F6A1DF85-787B-944E-8DC0-FF4EB41544F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68" name="타원 867">
                    <a:extLst>
                      <a:ext uri="{FF2B5EF4-FFF2-40B4-BE49-F238E27FC236}">
                        <a16:creationId xmlns:a16="http://schemas.microsoft.com/office/drawing/2014/main" id="{FED30890-B230-7A3E-33AC-4A6802AB95A5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7C393FA1-29E1-232F-87EF-75E35C6ACFEA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1" cy="430488"/>
                  <a:chOff x="4208423" y="1448069"/>
                  <a:chExt cx="298591" cy="430488"/>
                </a:xfrm>
              </p:grpSpPr>
              <p:sp>
                <p:nvSpPr>
                  <p:cNvPr id="865" name="타원 864">
                    <a:extLst>
                      <a:ext uri="{FF2B5EF4-FFF2-40B4-BE49-F238E27FC236}">
                        <a16:creationId xmlns:a16="http://schemas.microsoft.com/office/drawing/2014/main" id="{F547CC95-28B7-538D-C90B-EB2E04E31EE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6" name="TextBox 865">
                    <a:extLst>
                      <a:ext uri="{FF2B5EF4-FFF2-40B4-BE49-F238E27FC236}">
                        <a16:creationId xmlns:a16="http://schemas.microsoft.com/office/drawing/2014/main" id="{B0BC5F51-8ADA-03CB-CE15-73BE2B3C482A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8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C96E8842-9924-6D0F-6AC9-98E9AB6E3A92}"/>
                    </a:ext>
                  </a:extLst>
                </p:cNvPr>
                <p:cNvGrpSpPr/>
                <p:nvPr/>
              </p:nvGrpSpPr>
              <p:grpSpPr>
                <a:xfrm>
                  <a:off x="2332710" y="2794621"/>
                  <a:ext cx="262996" cy="438599"/>
                  <a:chOff x="4504694" y="1889109"/>
                  <a:chExt cx="262996" cy="438599"/>
                </a:xfrm>
              </p:grpSpPr>
              <p:sp>
                <p:nvSpPr>
                  <p:cNvPr id="863" name="타원 862">
                    <a:extLst>
                      <a:ext uri="{FF2B5EF4-FFF2-40B4-BE49-F238E27FC236}">
                        <a16:creationId xmlns:a16="http://schemas.microsoft.com/office/drawing/2014/main" id="{64944079-78F6-AB7C-2510-65E24124D125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4" name="TextBox 863">
                    <a:extLst>
                      <a:ext uri="{FF2B5EF4-FFF2-40B4-BE49-F238E27FC236}">
                        <a16:creationId xmlns:a16="http://schemas.microsoft.com/office/drawing/2014/main" id="{6E7B8468-D30E-9EFA-7929-0006FD666261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4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0" name="그룹 379">
                  <a:extLst>
                    <a:ext uri="{FF2B5EF4-FFF2-40B4-BE49-F238E27FC236}">
                      <a16:creationId xmlns:a16="http://schemas.microsoft.com/office/drawing/2014/main" id="{B1CFF6EB-7108-89BD-95DF-40319ED19EDF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61" name="타원 860">
                    <a:extLst>
                      <a:ext uri="{FF2B5EF4-FFF2-40B4-BE49-F238E27FC236}">
                        <a16:creationId xmlns:a16="http://schemas.microsoft.com/office/drawing/2014/main" id="{B5C5D464-6BB5-2058-7F77-765DA293B5FF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rgbClr val="FFFF00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rgbClr val="FF0000"/>
                        </a:solidFill>
                      </a:rPr>
                      <a:t>876</a:t>
                    </a:r>
                    <a:endParaRPr lang="ko-KR" altLang="en-US" sz="6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862" name="TextBox 861">
                    <a:extLst>
                      <a:ext uri="{FF2B5EF4-FFF2-40B4-BE49-F238E27FC236}">
                        <a16:creationId xmlns:a16="http://schemas.microsoft.com/office/drawing/2014/main" id="{ABE17021-DFD9-C0B0-59A9-94D42521FAA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381" name="그룹 380">
                  <a:extLst>
                    <a:ext uri="{FF2B5EF4-FFF2-40B4-BE49-F238E27FC236}">
                      <a16:creationId xmlns:a16="http://schemas.microsoft.com/office/drawing/2014/main" id="{997B9EFA-51CA-640D-F98A-C82C25AB6DC1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59" name="타원 858">
                    <a:extLst>
                      <a:ext uri="{FF2B5EF4-FFF2-40B4-BE49-F238E27FC236}">
                        <a16:creationId xmlns:a16="http://schemas.microsoft.com/office/drawing/2014/main" id="{F37B0435-AE9B-2301-F5B4-B9BEFE6D3719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60" name="TextBox 859">
                    <a:extLst>
                      <a:ext uri="{FF2B5EF4-FFF2-40B4-BE49-F238E27FC236}">
                        <a16:creationId xmlns:a16="http://schemas.microsoft.com/office/drawing/2014/main" id="{38F5852E-5F83-5ADC-B9BF-42025A3D2D1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382" name="그룹 381">
                  <a:extLst>
                    <a:ext uri="{FF2B5EF4-FFF2-40B4-BE49-F238E27FC236}">
                      <a16:creationId xmlns:a16="http://schemas.microsoft.com/office/drawing/2014/main" id="{F0D856B2-799B-8E9E-7C66-1FC0B0EEF083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857" name="타원 856">
                    <a:extLst>
                      <a:ext uri="{FF2B5EF4-FFF2-40B4-BE49-F238E27FC236}">
                        <a16:creationId xmlns:a16="http://schemas.microsoft.com/office/drawing/2014/main" id="{3CCF5CCA-D077-5433-598B-56539BCD4D73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906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8" name="TextBox 857">
                    <a:extLst>
                      <a:ext uri="{FF2B5EF4-FFF2-40B4-BE49-F238E27FC236}">
                        <a16:creationId xmlns:a16="http://schemas.microsoft.com/office/drawing/2014/main" id="{146F3296-D635-4FFF-6D14-A5A6DA44DA7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383" name="타원 382">
                  <a:extLst>
                    <a:ext uri="{FF2B5EF4-FFF2-40B4-BE49-F238E27FC236}">
                      <a16:creationId xmlns:a16="http://schemas.microsoft.com/office/drawing/2014/main" id="{E0E5920F-4CBD-FA84-2A68-C6B275B6F9FB}"/>
                    </a:ext>
                  </a:extLst>
                </p:cNvPr>
                <p:cNvSpPr/>
                <p:nvPr/>
              </p:nvSpPr>
              <p:spPr>
                <a:xfrm>
                  <a:off x="446543" y="3376482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5" name="타원 854">
                  <a:extLst>
                    <a:ext uri="{FF2B5EF4-FFF2-40B4-BE49-F238E27FC236}">
                      <a16:creationId xmlns:a16="http://schemas.microsoft.com/office/drawing/2014/main" id="{BDA0A2F6-4C9B-87AB-796C-CA1E76987B33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C67E6E4E-7868-2CE4-6F4E-C8F2C87869BC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2D0C970D-0DF9-8B19-F1B6-5E0281071BC0}"/>
                </a:ext>
              </a:extLst>
            </p:cNvPr>
            <p:cNvSpPr/>
            <p:nvPr/>
          </p:nvSpPr>
          <p:spPr>
            <a:xfrm>
              <a:off x="2397215" y="445699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60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7F6A3D5D-D4EB-8A45-100C-A51077D506D5}"/>
              </a:ext>
            </a:extLst>
          </p:cNvPr>
          <p:cNvGrpSpPr/>
          <p:nvPr/>
        </p:nvGrpSpPr>
        <p:grpSpPr>
          <a:xfrm>
            <a:off x="5029630" y="2875861"/>
            <a:ext cx="1603941" cy="1811418"/>
            <a:chOff x="4062400" y="3210132"/>
            <a:chExt cx="1603941" cy="1811418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D61ABB16-18C1-90A2-0E1D-7897145573A9}"/>
                </a:ext>
              </a:extLst>
            </p:cNvPr>
            <p:cNvGrpSpPr/>
            <p:nvPr/>
          </p:nvGrpSpPr>
          <p:grpSpPr>
            <a:xfrm>
              <a:off x="4062400" y="3210132"/>
              <a:ext cx="1603941" cy="1811418"/>
              <a:chOff x="806867" y="1033768"/>
              <a:chExt cx="2283494" cy="2578872"/>
            </a:xfrm>
          </p:grpSpPr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8C8478B1-DE7E-E71B-1B1A-3E76F39303A6}"/>
                  </a:ext>
                </a:extLst>
              </p:cNvPr>
              <p:cNvSpPr txBox="1"/>
              <p:nvPr/>
            </p:nvSpPr>
            <p:spPr>
              <a:xfrm>
                <a:off x="806867" y="3251146"/>
                <a:ext cx="2259794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621 (127.0.0.1 : 6002)</a:t>
                </a:r>
              </a:p>
            </p:txBody>
          </p:sp>
          <p:grpSp>
            <p:nvGrpSpPr>
              <p:cNvPr id="873" name="그룹 872">
                <a:extLst>
                  <a:ext uri="{FF2B5EF4-FFF2-40B4-BE49-F238E27FC236}">
                    <a16:creationId xmlns:a16="http://schemas.microsoft.com/office/drawing/2014/main" id="{D59B1D0C-D332-38C0-615B-031BCDA29F84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874" name="타원 873">
                  <a:extLst>
                    <a:ext uri="{FF2B5EF4-FFF2-40B4-BE49-F238E27FC236}">
                      <a16:creationId xmlns:a16="http://schemas.microsoft.com/office/drawing/2014/main" id="{74C27902-12C4-2D58-CE1B-1E8EC483D3C1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75" name="그룹 874">
                  <a:extLst>
                    <a:ext uri="{FF2B5EF4-FFF2-40B4-BE49-F238E27FC236}">
                      <a16:creationId xmlns:a16="http://schemas.microsoft.com/office/drawing/2014/main" id="{466C54B6-47DD-8E83-3C61-9A46400BDF65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3F06B24F-9A66-E3BC-9694-51B99631910A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896" name="타원 895">
                    <a:extLst>
                      <a:ext uri="{FF2B5EF4-FFF2-40B4-BE49-F238E27FC236}">
                        <a16:creationId xmlns:a16="http://schemas.microsoft.com/office/drawing/2014/main" id="{5E6DC4B9-8B1F-84D2-32B2-36E7F389C14D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76" name="그룹 875">
                  <a:extLst>
                    <a:ext uri="{FF2B5EF4-FFF2-40B4-BE49-F238E27FC236}">
                      <a16:creationId xmlns:a16="http://schemas.microsoft.com/office/drawing/2014/main" id="{E12C3DA7-89BA-D30C-5E0C-5D0BF07756C4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893" name="타원 892">
                    <a:extLst>
                      <a:ext uri="{FF2B5EF4-FFF2-40B4-BE49-F238E27FC236}">
                        <a16:creationId xmlns:a16="http://schemas.microsoft.com/office/drawing/2014/main" id="{89DEABC5-381C-2456-59CE-F2E32A65C91D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4" name="TextBox 893">
                    <a:extLst>
                      <a:ext uri="{FF2B5EF4-FFF2-40B4-BE49-F238E27FC236}">
                        <a16:creationId xmlns:a16="http://schemas.microsoft.com/office/drawing/2014/main" id="{28152C64-62BA-C94E-9B01-A6024BBD3D4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7" name="그룹 876">
                  <a:extLst>
                    <a:ext uri="{FF2B5EF4-FFF2-40B4-BE49-F238E27FC236}">
                      <a16:creationId xmlns:a16="http://schemas.microsoft.com/office/drawing/2014/main" id="{4CA30327-4FB1-2AC2-56E2-266B28DBDAEF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891" name="타원 890">
                    <a:extLst>
                      <a:ext uri="{FF2B5EF4-FFF2-40B4-BE49-F238E27FC236}">
                        <a16:creationId xmlns:a16="http://schemas.microsoft.com/office/drawing/2014/main" id="{BC248D56-1799-3C64-2108-6686773747BC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539A21FE-7391-B4D0-4077-7376D5B1287F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8" name="그룹 877">
                  <a:extLst>
                    <a:ext uri="{FF2B5EF4-FFF2-40B4-BE49-F238E27FC236}">
                      <a16:creationId xmlns:a16="http://schemas.microsoft.com/office/drawing/2014/main" id="{347B03D4-3EE3-BE0F-5368-C17A6FE2FC6B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889" name="타원 888">
                    <a:extLst>
                      <a:ext uri="{FF2B5EF4-FFF2-40B4-BE49-F238E27FC236}">
                        <a16:creationId xmlns:a16="http://schemas.microsoft.com/office/drawing/2014/main" id="{179571CF-1042-0A0B-B43D-28948F9CB4B6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FE5E4B4A-83FC-BA4C-C254-6B7323FDC55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879" name="그룹 878">
                  <a:extLst>
                    <a:ext uri="{FF2B5EF4-FFF2-40B4-BE49-F238E27FC236}">
                      <a16:creationId xmlns:a16="http://schemas.microsoft.com/office/drawing/2014/main" id="{951D335C-3505-D8DF-7265-B8072B5347FE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887" name="타원 886">
                    <a:extLst>
                      <a:ext uri="{FF2B5EF4-FFF2-40B4-BE49-F238E27FC236}">
                        <a16:creationId xmlns:a16="http://schemas.microsoft.com/office/drawing/2014/main" id="{C1F93C90-2F0A-8B22-1E5F-62B9BD0CB1D8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772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EA1061C4-766D-C2FF-6234-F57AB24FB9F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567679D6-B3B2-7419-F6C9-0F849F10B5A3}"/>
                    </a:ext>
                  </a:extLst>
                </p:cNvPr>
                <p:cNvSpPr txBox="1"/>
                <p:nvPr/>
              </p:nvSpPr>
              <p:spPr>
                <a:xfrm>
                  <a:off x="1308785" y="4232403"/>
                  <a:ext cx="262996" cy="26290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881" name="타원 880">
                  <a:extLst>
                    <a:ext uri="{FF2B5EF4-FFF2-40B4-BE49-F238E27FC236}">
                      <a16:creationId xmlns:a16="http://schemas.microsoft.com/office/drawing/2014/main" id="{41C7ABCD-800D-A8BE-82B1-84C8BC11CD80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2" name="타원 881">
                  <a:extLst>
                    <a:ext uri="{FF2B5EF4-FFF2-40B4-BE49-F238E27FC236}">
                      <a16:creationId xmlns:a16="http://schemas.microsoft.com/office/drawing/2014/main" id="{498741B9-6ED9-24AE-3D4E-6FE5FFE6A1A0}"/>
                    </a:ext>
                  </a:extLst>
                </p:cNvPr>
                <p:cNvSpPr/>
                <p:nvPr/>
              </p:nvSpPr>
              <p:spPr>
                <a:xfrm>
                  <a:off x="1364729" y="4023605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3" name="타원 882">
                  <a:extLst>
                    <a:ext uri="{FF2B5EF4-FFF2-40B4-BE49-F238E27FC236}">
                      <a16:creationId xmlns:a16="http://schemas.microsoft.com/office/drawing/2014/main" id="{234BAD53-3B5A-BBD1-8BA4-535BDB4CD52B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4" name="타원 883">
                  <a:extLst>
                    <a:ext uri="{FF2B5EF4-FFF2-40B4-BE49-F238E27FC236}">
                      <a16:creationId xmlns:a16="http://schemas.microsoft.com/office/drawing/2014/main" id="{FBA510FC-E33A-0FBA-A340-CB2A7873FC98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71" name="타원 870">
              <a:extLst>
                <a:ext uri="{FF2B5EF4-FFF2-40B4-BE49-F238E27FC236}">
                  <a16:creationId xmlns:a16="http://schemas.microsoft.com/office/drawing/2014/main" id="{1C04858F-5D4E-FDD8-D092-32C97E40295D}"/>
                </a:ext>
              </a:extLst>
            </p:cNvPr>
            <p:cNvSpPr/>
            <p:nvPr/>
          </p:nvSpPr>
          <p:spPr>
            <a:xfrm>
              <a:off x="4128854" y="4140133"/>
              <a:ext cx="144000" cy="144000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772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7" name="그룹 896">
            <a:extLst>
              <a:ext uri="{FF2B5EF4-FFF2-40B4-BE49-F238E27FC236}">
                <a16:creationId xmlns:a16="http://schemas.microsoft.com/office/drawing/2014/main" id="{B0227D6E-CFBA-6D6C-8F6E-F110CA9996D4}"/>
              </a:ext>
            </a:extLst>
          </p:cNvPr>
          <p:cNvGrpSpPr/>
          <p:nvPr/>
        </p:nvGrpSpPr>
        <p:grpSpPr>
          <a:xfrm>
            <a:off x="7020488" y="2873630"/>
            <a:ext cx="1587294" cy="1790314"/>
            <a:chOff x="5982700" y="3210132"/>
            <a:chExt cx="1587294" cy="1790314"/>
          </a:xfrm>
        </p:grpSpPr>
        <p:grpSp>
          <p:nvGrpSpPr>
            <p:cNvPr id="898" name="그룹 897">
              <a:extLst>
                <a:ext uri="{FF2B5EF4-FFF2-40B4-BE49-F238E27FC236}">
                  <a16:creationId xmlns:a16="http://schemas.microsoft.com/office/drawing/2014/main" id="{7BEF57FF-547E-30D2-A4FA-FCB18B874358}"/>
                </a:ext>
              </a:extLst>
            </p:cNvPr>
            <p:cNvGrpSpPr/>
            <p:nvPr/>
          </p:nvGrpSpPr>
          <p:grpSpPr>
            <a:xfrm>
              <a:off x="5982700" y="3210132"/>
              <a:ext cx="1587294" cy="1790314"/>
              <a:chOff x="865600" y="1033768"/>
              <a:chExt cx="2259795" cy="2548827"/>
            </a:xfrm>
          </p:grpSpPr>
          <p:sp>
            <p:nvSpPr>
              <p:cNvPr id="900" name="TextBox 899">
                <a:extLst>
                  <a:ext uri="{FF2B5EF4-FFF2-40B4-BE49-F238E27FC236}">
                    <a16:creationId xmlns:a16="http://schemas.microsoft.com/office/drawing/2014/main" id="{5A257EDA-16F7-4B95-70C2-8CF1AF43621F}"/>
                  </a:ext>
                </a:extLst>
              </p:cNvPr>
              <p:cNvSpPr txBox="1"/>
              <p:nvPr/>
            </p:nvSpPr>
            <p:spPr>
              <a:xfrm>
                <a:off x="865600" y="3221101"/>
                <a:ext cx="2259795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906 (127.0.0.1 : 6003)</a:t>
                </a:r>
              </a:p>
            </p:txBody>
          </p:sp>
          <p:grpSp>
            <p:nvGrpSpPr>
              <p:cNvPr id="901" name="그룹 900">
                <a:extLst>
                  <a:ext uri="{FF2B5EF4-FFF2-40B4-BE49-F238E27FC236}">
                    <a16:creationId xmlns:a16="http://schemas.microsoft.com/office/drawing/2014/main" id="{932262C4-0FC9-0EE1-EE60-CE6673E59B41}"/>
                  </a:ext>
                </a:extLst>
              </p:cNvPr>
              <p:cNvGrpSpPr/>
              <p:nvPr/>
            </p:nvGrpSpPr>
            <p:grpSpPr>
              <a:xfrm>
                <a:off x="883310" y="1033768"/>
                <a:ext cx="2207051" cy="2417997"/>
                <a:chOff x="388656" y="2077312"/>
                <a:chExt cx="2207051" cy="2417997"/>
              </a:xfrm>
            </p:grpSpPr>
            <p:sp>
              <p:nvSpPr>
                <p:cNvPr id="902" name="타원 901">
                  <a:extLst>
                    <a:ext uri="{FF2B5EF4-FFF2-40B4-BE49-F238E27FC236}">
                      <a16:creationId xmlns:a16="http://schemas.microsoft.com/office/drawing/2014/main" id="{DCAA770C-21C6-A945-8418-191952A149AD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03" name="그룹 902">
                  <a:extLst>
                    <a:ext uri="{FF2B5EF4-FFF2-40B4-BE49-F238E27FC236}">
                      <a16:creationId xmlns:a16="http://schemas.microsoft.com/office/drawing/2014/main" id="{3332EE0B-3270-63D3-00CE-5C15EA7F7567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23" name="TextBox 922">
                    <a:extLst>
                      <a:ext uri="{FF2B5EF4-FFF2-40B4-BE49-F238E27FC236}">
                        <a16:creationId xmlns:a16="http://schemas.microsoft.com/office/drawing/2014/main" id="{E8FFD64B-E0F2-3B02-F812-AF0A9F0EF5F9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24" name="타원 923">
                    <a:extLst>
                      <a:ext uri="{FF2B5EF4-FFF2-40B4-BE49-F238E27FC236}">
                        <a16:creationId xmlns:a16="http://schemas.microsoft.com/office/drawing/2014/main" id="{92DE83CB-DAC4-D137-300D-FD8A8A8E8991}"/>
                      </a:ext>
                    </a:extLst>
                  </p:cNvPr>
                  <p:cNvSpPr/>
                  <p:nvPr/>
                </p:nvSpPr>
                <p:spPr>
                  <a:xfrm>
                    <a:off x="3558032" y="1171800"/>
                    <a:ext cx="198390" cy="20102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4" name="그룹 903">
                  <a:extLst>
                    <a:ext uri="{FF2B5EF4-FFF2-40B4-BE49-F238E27FC236}">
                      <a16:creationId xmlns:a16="http://schemas.microsoft.com/office/drawing/2014/main" id="{EA84A47D-7878-DEE1-A4C9-FDE4D3E9D011}"/>
                    </a:ext>
                  </a:extLst>
                </p:cNvPr>
                <p:cNvGrpSpPr/>
                <p:nvPr/>
              </p:nvGrpSpPr>
              <p:grpSpPr>
                <a:xfrm>
                  <a:off x="2036439" y="2353581"/>
                  <a:ext cx="298592" cy="430488"/>
                  <a:chOff x="4208423" y="1448069"/>
                  <a:chExt cx="298592" cy="430488"/>
                </a:xfrm>
              </p:grpSpPr>
              <p:sp>
                <p:nvSpPr>
                  <p:cNvPr id="921" name="타원 920">
                    <a:extLst>
                      <a:ext uri="{FF2B5EF4-FFF2-40B4-BE49-F238E27FC236}">
                        <a16:creationId xmlns:a16="http://schemas.microsoft.com/office/drawing/2014/main" id="{286B89E2-B5AC-4F92-A939-65B856FAA788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4806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2" name="TextBox 921">
                    <a:extLst>
                      <a:ext uri="{FF2B5EF4-FFF2-40B4-BE49-F238E27FC236}">
                        <a16:creationId xmlns:a16="http://schemas.microsoft.com/office/drawing/2014/main" id="{75436389-4629-59B1-7E02-43686673ABA3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5" name="그룹 904">
                  <a:extLst>
                    <a:ext uri="{FF2B5EF4-FFF2-40B4-BE49-F238E27FC236}">
                      <a16:creationId xmlns:a16="http://schemas.microsoft.com/office/drawing/2014/main" id="{9D60940E-6ACB-BE5E-D81A-02591F5DC1D4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19" name="타원 918">
                    <a:extLst>
                      <a:ext uri="{FF2B5EF4-FFF2-40B4-BE49-F238E27FC236}">
                        <a16:creationId xmlns:a16="http://schemas.microsoft.com/office/drawing/2014/main" id="{2AB675CA-4044-00AF-5B01-EF5E8D19FC17}"/>
                      </a:ext>
                    </a:extLst>
                  </p:cNvPr>
                  <p:cNvSpPr/>
                  <p:nvPr/>
                </p:nvSpPr>
                <p:spPr>
                  <a:xfrm>
                    <a:off x="4507553" y="1889109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0" name="TextBox 919">
                    <a:extLst>
                      <a:ext uri="{FF2B5EF4-FFF2-40B4-BE49-F238E27FC236}">
                        <a16:creationId xmlns:a16="http://schemas.microsoft.com/office/drawing/2014/main" id="{16D356AC-D6D3-E074-8B2F-EB31E479935F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92965CFB-35F1-6943-69C0-EEE45AF45699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17" name="타원 916">
                    <a:extLst>
                      <a:ext uri="{FF2B5EF4-FFF2-40B4-BE49-F238E27FC236}">
                        <a16:creationId xmlns:a16="http://schemas.microsoft.com/office/drawing/2014/main" id="{94AA92AC-EDD2-ADED-1557-EDA599B2A4AA}"/>
                      </a:ext>
                    </a:extLst>
                  </p:cNvPr>
                  <p:cNvSpPr/>
                  <p:nvPr/>
                </p:nvSpPr>
                <p:spPr>
                  <a:xfrm>
                    <a:off x="4474615" y="2513957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8" name="TextBox 917">
                    <a:extLst>
                      <a:ext uri="{FF2B5EF4-FFF2-40B4-BE49-F238E27FC236}">
                        <a16:creationId xmlns:a16="http://schemas.microsoft.com/office/drawing/2014/main" id="{85E5166F-3FF3-ED69-261C-4B564AFBD49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07" name="그룹 906">
                  <a:extLst>
                    <a:ext uri="{FF2B5EF4-FFF2-40B4-BE49-F238E27FC236}">
                      <a16:creationId xmlns:a16="http://schemas.microsoft.com/office/drawing/2014/main" id="{8668F0B1-6E7D-1D2F-7064-18A112AFF449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15" name="타원 914">
                    <a:extLst>
                      <a:ext uri="{FF2B5EF4-FFF2-40B4-BE49-F238E27FC236}">
                        <a16:creationId xmlns:a16="http://schemas.microsoft.com/office/drawing/2014/main" id="{C129682B-4DD6-EED7-7270-48EDF2C3EF32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9078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6" name="TextBox 915">
                    <a:extLst>
                      <a:ext uri="{FF2B5EF4-FFF2-40B4-BE49-F238E27FC236}">
                        <a16:creationId xmlns:a16="http://schemas.microsoft.com/office/drawing/2014/main" id="{9D99669D-8AD6-49F1-41AC-8A63DF89BBAD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DB4265C4-F358-0E27-AE71-EE3222F80984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13" name="타원 912">
                    <a:extLst>
                      <a:ext uri="{FF2B5EF4-FFF2-40B4-BE49-F238E27FC236}">
                        <a16:creationId xmlns:a16="http://schemas.microsoft.com/office/drawing/2014/main" id="{1EE052DA-FCF0-2895-0B99-0D35A742B23E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198390" cy="20102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60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14" name="TextBox 913">
                    <a:extLst>
                      <a:ext uri="{FF2B5EF4-FFF2-40B4-BE49-F238E27FC236}">
                        <a16:creationId xmlns:a16="http://schemas.microsoft.com/office/drawing/2014/main" id="{C35F2CCC-2E6E-AD49-C56E-7DCE0461D610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09" name="타원 908">
                  <a:extLst>
                    <a:ext uri="{FF2B5EF4-FFF2-40B4-BE49-F238E27FC236}">
                      <a16:creationId xmlns:a16="http://schemas.microsoft.com/office/drawing/2014/main" id="{B230679D-CB4E-AFBC-4285-FC273EC877FB}"/>
                    </a:ext>
                  </a:extLst>
                </p:cNvPr>
                <p:cNvSpPr/>
                <p:nvPr/>
              </p:nvSpPr>
              <p:spPr>
                <a:xfrm>
                  <a:off x="731375" y="3878206"/>
                  <a:ext cx="198389" cy="201029"/>
                </a:xfrm>
                <a:prstGeom prst="ellipse">
                  <a:avLst/>
                </a:prstGeom>
                <a:noFill/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0" name="타원 909">
                  <a:extLst>
                    <a:ext uri="{FF2B5EF4-FFF2-40B4-BE49-F238E27FC236}">
                      <a16:creationId xmlns:a16="http://schemas.microsoft.com/office/drawing/2014/main" id="{D73FCBE7-BE3E-6CD9-392A-A0D79BD1A4F5}"/>
                    </a:ext>
                  </a:extLst>
                </p:cNvPr>
                <p:cNvSpPr/>
                <p:nvPr/>
              </p:nvSpPr>
              <p:spPr>
                <a:xfrm>
                  <a:off x="702211" y="3819930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1" name="타원 910">
                  <a:extLst>
                    <a:ext uri="{FF2B5EF4-FFF2-40B4-BE49-F238E27FC236}">
                      <a16:creationId xmlns:a16="http://schemas.microsoft.com/office/drawing/2014/main" id="{72ED4653-25D2-C29C-1B9F-828A500A7287}"/>
                    </a:ext>
                  </a:extLst>
                </p:cNvPr>
                <p:cNvSpPr/>
                <p:nvPr/>
              </p:nvSpPr>
              <p:spPr>
                <a:xfrm>
                  <a:off x="388656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377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2" name="타원 911">
                  <a:extLst>
                    <a:ext uri="{FF2B5EF4-FFF2-40B4-BE49-F238E27FC236}">
                      <a16:creationId xmlns:a16="http://schemas.microsoft.com/office/drawing/2014/main" id="{805CD290-5559-E09D-CD60-AB56B94C026D}"/>
                    </a:ext>
                  </a:extLst>
                </p:cNvPr>
                <p:cNvSpPr/>
                <p:nvPr/>
              </p:nvSpPr>
              <p:spPr>
                <a:xfrm>
                  <a:off x="688059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477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99" name="타원 898">
              <a:extLst>
                <a:ext uri="{FF2B5EF4-FFF2-40B4-BE49-F238E27FC236}">
                  <a16:creationId xmlns:a16="http://schemas.microsoft.com/office/drawing/2014/main" id="{40A78B39-7E65-08AE-1965-448C8835042E}"/>
                </a:ext>
              </a:extLst>
            </p:cNvPr>
            <p:cNvSpPr/>
            <p:nvPr/>
          </p:nvSpPr>
          <p:spPr>
            <a:xfrm>
              <a:off x="6060705" y="4204493"/>
              <a:ext cx="139350" cy="141204"/>
            </a:xfrm>
            <a:prstGeom prst="ellipse">
              <a:avLst/>
            </a:prstGeom>
            <a:solidFill>
              <a:srgbClr val="FFFF00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rgbClr val="FF0000"/>
                  </a:solidFill>
                </a:rPr>
                <a:t>60</a:t>
              </a:r>
              <a:endParaRPr lang="ko-KR" altLang="en-US" sz="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B4C60ED1-D270-BCD8-0B99-84D727017E01}"/>
              </a:ext>
            </a:extLst>
          </p:cNvPr>
          <p:cNvGrpSpPr/>
          <p:nvPr/>
        </p:nvGrpSpPr>
        <p:grpSpPr>
          <a:xfrm>
            <a:off x="4975277" y="5029708"/>
            <a:ext cx="1643081" cy="1712683"/>
            <a:chOff x="7864758" y="3210132"/>
            <a:chExt cx="1643081" cy="1712683"/>
          </a:xfrm>
        </p:grpSpPr>
        <p:grpSp>
          <p:nvGrpSpPr>
            <p:cNvPr id="926" name="그룹 925">
              <a:extLst>
                <a:ext uri="{FF2B5EF4-FFF2-40B4-BE49-F238E27FC236}">
                  <a16:creationId xmlns:a16="http://schemas.microsoft.com/office/drawing/2014/main" id="{6DC04292-764B-C718-E944-BA63B2E31A4E}"/>
                </a:ext>
              </a:extLst>
            </p:cNvPr>
            <p:cNvGrpSpPr/>
            <p:nvPr/>
          </p:nvGrpSpPr>
          <p:grpSpPr>
            <a:xfrm>
              <a:off x="7864758" y="3210132"/>
              <a:ext cx="1643081" cy="1712683"/>
              <a:chOff x="751141" y="1033768"/>
              <a:chExt cx="2339220" cy="2438306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CBE3F1DF-CBB1-B5B9-BB23-2370762F2557}"/>
                  </a:ext>
                </a:extLst>
              </p:cNvPr>
              <p:cNvSpPr txBox="1"/>
              <p:nvPr/>
            </p:nvSpPr>
            <p:spPr>
              <a:xfrm>
                <a:off x="751141" y="3110580"/>
                <a:ext cx="2259797" cy="36149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ko-KR" sz="1050" b="1" u="sng" dirty="0">
                    <a:solidFill>
                      <a:srgbClr val="FF0000"/>
                    </a:solidFill>
                  </a:rPr>
                  <a:t>377 (127.0.0.1 : 6007)</a:t>
                </a:r>
              </a:p>
            </p:txBody>
          </p: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60355DEC-EB18-7548-4174-4B2FD588D9CA}"/>
                  </a:ext>
                </a:extLst>
              </p:cNvPr>
              <p:cNvGrpSpPr/>
              <p:nvPr/>
            </p:nvGrpSpPr>
            <p:grpSpPr>
              <a:xfrm>
                <a:off x="883311" y="1033768"/>
                <a:ext cx="2207050" cy="2417997"/>
                <a:chOff x="388657" y="2077312"/>
                <a:chExt cx="2207050" cy="2417997"/>
              </a:xfrm>
            </p:grpSpPr>
            <p:sp>
              <p:nvSpPr>
                <p:cNvPr id="930" name="타원 929">
                  <a:extLst>
                    <a:ext uri="{FF2B5EF4-FFF2-40B4-BE49-F238E27FC236}">
                      <a16:creationId xmlns:a16="http://schemas.microsoft.com/office/drawing/2014/main" id="{87E90871-EC9D-4E24-2B66-787D862BACC2}"/>
                    </a:ext>
                  </a:extLst>
                </p:cNvPr>
                <p:cNvSpPr/>
                <p:nvPr/>
              </p:nvSpPr>
              <p:spPr>
                <a:xfrm>
                  <a:off x="481999" y="2172941"/>
                  <a:ext cx="1979176" cy="199321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600" b="1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931" name="그룹 930">
                  <a:extLst>
                    <a:ext uri="{FF2B5EF4-FFF2-40B4-BE49-F238E27FC236}">
                      <a16:creationId xmlns:a16="http://schemas.microsoft.com/office/drawing/2014/main" id="{39444D4A-639E-0308-6B34-17D457E8190B}"/>
                    </a:ext>
                  </a:extLst>
                </p:cNvPr>
                <p:cNvGrpSpPr/>
                <p:nvPr/>
              </p:nvGrpSpPr>
              <p:grpSpPr>
                <a:xfrm>
                  <a:off x="1351603" y="2077312"/>
                  <a:ext cx="262997" cy="444113"/>
                  <a:chOff x="3523587" y="1171800"/>
                  <a:chExt cx="262997" cy="444113"/>
                </a:xfrm>
              </p:grpSpPr>
              <p:sp>
                <p:nvSpPr>
                  <p:cNvPr id="950" name="TextBox 949">
                    <a:extLst>
                      <a:ext uri="{FF2B5EF4-FFF2-40B4-BE49-F238E27FC236}">
                        <a16:creationId xmlns:a16="http://schemas.microsoft.com/office/drawing/2014/main" id="{05226A79-1B2B-C660-0C7D-228F2D271B07}"/>
                      </a:ext>
                    </a:extLst>
                  </p:cNvPr>
                  <p:cNvSpPr txBox="1"/>
                  <p:nvPr/>
                </p:nvSpPr>
                <p:spPr>
                  <a:xfrm>
                    <a:off x="3523587" y="1353008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  <p:sp>
                <p:nvSpPr>
                  <p:cNvPr id="951" name="타원 950">
                    <a:extLst>
                      <a:ext uri="{FF2B5EF4-FFF2-40B4-BE49-F238E27FC236}">
                        <a16:creationId xmlns:a16="http://schemas.microsoft.com/office/drawing/2014/main" id="{50AF13CE-190C-C4B1-8DBD-3E90D7462C72}"/>
                      </a:ext>
                    </a:extLst>
                  </p:cNvPr>
                  <p:cNvSpPr/>
                  <p:nvPr/>
                </p:nvSpPr>
                <p:spPr>
                  <a:xfrm>
                    <a:off x="3558030" y="1171800"/>
                    <a:ext cx="205009" cy="205009"/>
                  </a:xfrm>
                  <a:prstGeom prst="ellipse">
                    <a:avLst/>
                  </a:prstGeom>
                  <a:solidFill>
                    <a:srgbClr val="A3DBFF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737D2184-502C-82F3-1C4C-5C818CC7948D}"/>
                    </a:ext>
                  </a:extLst>
                </p:cNvPr>
                <p:cNvGrpSpPr/>
                <p:nvPr/>
              </p:nvGrpSpPr>
              <p:grpSpPr>
                <a:xfrm>
                  <a:off x="2036439" y="2342733"/>
                  <a:ext cx="298592" cy="441336"/>
                  <a:chOff x="4208423" y="1437221"/>
                  <a:chExt cx="298592" cy="441336"/>
                </a:xfrm>
              </p:grpSpPr>
              <p:sp>
                <p:nvSpPr>
                  <p:cNvPr id="948" name="타원 947">
                    <a:extLst>
                      <a:ext uri="{FF2B5EF4-FFF2-40B4-BE49-F238E27FC236}">
                        <a16:creationId xmlns:a16="http://schemas.microsoft.com/office/drawing/2014/main" id="{1E229ABB-2EE3-6FF7-03CF-4CD0F31EBE83}"/>
                      </a:ext>
                    </a:extLst>
                  </p:cNvPr>
                  <p:cNvSpPr/>
                  <p:nvPr/>
                </p:nvSpPr>
                <p:spPr>
                  <a:xfrm>
                    <a:off x="4208423" y="1437221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9" name="TextBox 948">
                    <a:extLst>
                      <a:ext uri="{FF2B5EF4-FFF2-40B4-BE49-F238E27FC236}">
                        <a16:creationId xmlns:a16="http://schemas.microsoft.com/office/drawing/2014/main" id="{AF352919-8F62-E356-2ACB-430C07AFE6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44019" y="161565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3" name="그룹 932">
                  <a:extLst>
                    <a:ext uri="{FF2B5EF4-FFF2-40B4-BE49-F238E27FC236}">
                      <a16:creationId xmlns:a16="http://schemas.microsoft.com/office/drawing/2014/main" id="{03C4848F-8C56-7664-56E6-14D81C8288C1}"/>
                    </a:ext>
                  </a:extLst>
                </p:cNvPr>
                <p:cNvGrpSpPr/>
                <p:nvPr/>
              </p:nvGrpSpPr>
              <p:grpSpPr>
                <a:xfrm>
                  <a:off x="2332711" y="2794621"/>
                  <a:ext cx="262996" cy="438599"/>
                  <a:chOff x="4504695" y="1889109"/>
                  <a:chExt cx="262996" cy="438599"/>
                </a:xfrm>
              </p:grpSpPr>
              <p:sp>
                <p:nvSpPr>
                  <p:cNvPr id="946" name="타원 945">
                    <a:extLst>
                      <a:ext uri="{FF2B5EF4-FFF2-40B4-BE49-F238E27FC236}">
                        <a16:creationId xmlns:a16="http://schemas.microsoft.com/office/drawing/2014/main" id="{CDC6F079-E35C-419C-5685-0CD08964620F}"/>
                      </a:ext>
                    </a:extLst>
                  </p:cNvPr>
                  <p:cNvSpPr/>
                  <p:nvPr/>
                </p:nvSpPr>
                <p:spPr>
                  <a:xfrm>
                    <a:off x="4507552" y="1889109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7" name="TextBox 946">
                    <a:extLst>
                      <a:ext uri="{FF2B5EF4-FFF2-40B4-BE49-F238E27FC236}">
                        <a16:creationId xmlns:a16="http://schemas.microsoft.com/office/drawing/2014/main" id="{2846EC0B-814E-CC22-AC35-BF9C166D24E6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95" y="2064803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4" name="그룹 933">
                  <a:extLst>
                    <a:ext uri="{FF2B5EF4-FFF2-40B4-BE49-F238E27FC236}">
                      <a16:creationId xmlns:a16="http://schemas.microsoft.com/office/drawing/2014/main" id="{6F66D1CF-8D82-98A3-35F8-42D2EC1CEA2D}"/>
                    </a:ext>
                  </a:extLst>
                </p:cNvPr>
                <p:cNvGrpSpPr/>
                <p:nvPr/>
              </p:nvGrpSpPr>
              <p:grpSpPr>
                <a:xfrm>
                  <a:off x="2257618" y="3419469"/>
                  <a:ext cx="262996" cy="431992"/>
                  <a:chOff x="4429602" y="2513957"/>
                  <a:chExt cx="262996" cy="431992"/>
                </a:xfrm>
              </p:grpSpPr>
              <p:sp>
                <p:nvSpPr>
                  <p:cNvPr id="944" name="타원 943">
                    <a:extLst>
                      <a:ext uri="{FF2B5EF4-FFF2-40B4-BE49-F238E27FC236}">
                        <a16:creationId xmlns:a16="http://schemas.microsoft.com/office/drawing/2014/main" id="{344F94B3-132F-EC08-62AC-A12D3C269A86}"/>
                      </a:ext>
                    </a:extLst>
                  </p:cNvPr>
                  <p:cNvSpPr/>
                  <p:nvPr/>
                </p:nvSpPr>
                <p:spPr>
                  <a:xfrm>
                    <a:off x="4474614" y="2513957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5" name="TextBox 944">
                    <a:extLst>
                      <a:ext uri="{FF2B5EF4-FFF2-40B4-BE49-F238E27FC236}">
                        <a16:creationId xmlns:a16="http://schemas.microsoft.com/office/drawing/2014/main" id="{8AB56820-DF47-88D1-06CC-719EE3CFA98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02" y="2683044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grpSp>
              <p:nvGrpSpPr>
                <p:cNvPr id="935" name="그룹 934">
                  <a:extLst>
                    <a:ext uri="{FF2B5EF4-FFF2-40B4-BE49-F238E27FC236}">
                      <a16:creationId xmlns:a16="http://schemas.microsoft.com/office/drawing/2014/main" id="{A9B1490E-A9F0-C3E8-AD5A-F7188EAB44C8}"/>
                    </a:ext>
                  </a:extLst>
                </p:cNvPr>
                <p:cNvGrpSpPr/>
                <p:nvPr/>
              </p:nvGrpSpPr>
              <p:grpSpPr>
                <a:xfrm>
                  <a:off x="1947214" y="3836418"/>
                  <a:ext cx="262997" cy="423776"/>
                  <a:chOff x="4119198" y="2930906"/>
                  <a:chExt cx="262997" cy="423776"/>
                </a:xfrm>
              </p:grpSpPr>
              <p:sp>
                <p:nvSpPr>
                  <p:cNvPr id="942" name="타원 941">
                    <a:extLst>
                      <a:ext uri="{FF2B5EF4-FFF2-40B4-BE49-F238E27FC236}">
                        <a16:creationId xmlns:a16="http://schemas.microsoft.com/office/drawing/2014/main" id="{3B5A6BA8-FB4F-A329-505E-39CB076CAE6F}"/>
                      </a:ext>
                    </a:extLst>
                  </p:cNvPr>
                  <p:cNvSpPr/>
                  <p:nvPr/>
                </p:nvSpPr>
                <p:spPr>
                  <a:xfrm>
                    <a:off x="4157525" y="2930906"/>
                    <a:ext cx="205009" cy="2050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3" name="TextBox 942">
                    <a:extLst>
                      <a:ext uri="{FF2B5EF4-FFF2-40B4-BE49-F238E27FC236}">
                        <a16:creationId xmlns:a16="http://schemas.microsoft.com/office/drawing/2014/main" id="{83522F26-662F-6DB6-8B65-3500955E7E3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9198" y="3091777"/>
                    <a:ext cx="262997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en-US" altLang="ko-KR" dirty="0"/>
                  </a:p>
                </p:txBody>
              </p:sp>
            </p:grpSp>
            <p:grpSp>
              <p:nvGrpSpPr>
                <p:cNvPr id="936" name="그룹 935">
                  <a:extLst>
                    <a:ext uri="{FF2B5EF4-FFF2-40B4-BE49-F238E27FC236}">
                      <a16:creationId xmlns:a16="http://schemas.microsoft.com/office/drawing/2014/main" id="{5F22991D-E5F1-3737-73CB-F04E709685D4}"/>
                    </a:ext>
                  </a:extLst>
                </p:cNvPr>
                <p:cNvGrpSpPr/>
                <p:nvPr/>
              </p:nvGrpSpPr>
              <p:grpSpPr>
                <a:xfrm>
                  <a:off x="1308786" y="4068248"/>
                  <a:ext cx="262996" cy="427061"/>
                  <a:chOff x="3480770" y="3162736"/>
                  <a:chExt cx="262996" cy="427061"/>
                </a:xfrm>
              </p:grpSpPr>
              <p:sp>
                <p:nvSpPr>
                  <p:cNvPr id="940" name="타원 939">
                    <a:extLst>
                      <a:ext uri="{FF2B5EF4-FFF2-40B4-BE49-F238E27FC236}">
                        <a16:creationId xmlns:a16="http://schemas.microsoft.com/office/drawing/2014/main" id="{929020D6-DA42-5819-8EA2-8D43F9EE384A}"/>
                      </a:ext>
                    </a:extLst>
                  </p:cNvPr>
                  <p:cNvSpPr/>
                  <p:nvPr/>
                </p:nvSpPr>
                <p:spPr>
                  <a:xfrm>
                    <a:off x="3532045" y="3162736"/>
                    <a:ext cx="205010" cy="205009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:r>
                      <a:rPr lang="en-US" altLang="ko-KR" sz="600" b="1" dirty="0">
                        <a:solidFill>
                          <a:schemeClr val="tx1"/>
                        </a:solidFill>
                      </a:rPr>
                      <a:t>477</a:t>
                    </a:r>
                    <a:endParaRPr lang="ko-KR" altLang="en-US" sz="6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1" name="TextBox 940">
                    <a:extLst>
                      <a:ext uri="{FF2B5EF4-FFF2-40B4-BE49-F238E27FC236}">
                        <a16:creationId xmlns:a16="http://schemas.microsoft.com/office/drawing/2014/main" id="{399D77E4-9F65-2F8F-1162-E0EAE8564255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770" y="3326892"/>
                    <a:ext cx="262996" cy="262905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600" b="1"/>
                    </a:lvl1pPr>
                  </a:lstStyle>
                  <a:p>
                    <a:endParaRPr lang="ko-KR" altLang="en-US" dirty="0"/>
                  </a:p>
                </p:txBody>
              </p:sp>
            </p:grpSp>
            <p:sp>
              <p:nvSpPr>
                <p:cNvPr id="937" name="타원 936">
                  <a:extLst>
                    <a:ext uri="{FF2B5EF4-FFF2-40B4-BE49-F238E27FC236}">
                      <a16:creationId xmlns:a16="http://schemas.microsoft.com/office/drawing/2014/main" id="{E64ED559-D755-AE6C-A667-879F1D3B3281}"/>
                    </a:ext>
                  </a:extLst>
                </p:cNvPr>
                <p:cNvSpPr/>
                <p:nvPr/>
              </p:nvSpPr>
              <p:spPr>
                <a:xfrm>
                  <a:off x="731375" y="3878207"/>
                  <a:ext cx="205010" cy="205009"/>
                </a:xfrm>
                <a:prstGeom prst="ellipse">
                  <a:avLst/>
                </a:prstGeom>
                <a:solidFill>
                  <a:srgbClr val="FFFF00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rgbClr val="FF0000"/>
                      </a:solidFill>
                    </a:rPr>
                    <a:t>477</a:t>
                  </a:r>
                  <a:endParaRPr lang="ko-KR" altLang="en-US" sz="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38" name="타원 937">
                  <a:extLst>
                    <a:ext uri="{FF2B5EF4-FFF2-40B4-BE49-F238E27FC236}">
                      <a16:creationId xmlns:a16="http://schemas.microsoft.com/office/drawing/2014/main" id="{06C878A9-DC42-945A-68ED-F57566CE3199}"/>
                    </a:ext>
                  </a:extLst>
                </p:cNvPr>
                <p:cNvSpPr/>
                <p:nvPr/>
              </p:nvSpPr>
              <p:spPr>
                <a:xfrm>
                  <a:off x="388657" y="2763584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772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9" name="타원 938">
                  <a:extLst>
                    <a:ext uri="{FF2B5EF4-FFF2-40B4-BE49-F238E27FC236}">
                      <a16:creationId xmlns:a16="http://schemas.microsoft.com/office/drawing/2014/main" id="{656A569F-7FDE-9E52-CBF8-A97CFBB61019}"/>
                    </a:ext>
                  </a:extLst>
                </p:cNvPr>
                <p:cNvSpPr/>
                <p:nvPr/>
              </p:nvSpPr>
              <p:spPr>
                <a:xfrm>
                  <a:off x="688058" y="2239016"/>
                  <a:ext cx="205010" cy="205009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7" name="타원 926">
              <a:extLst>
                <a:ext uri="{FF2B5EF4-FFF2-40B4-BE49-F238E27FC236}">
                  <a16:creationId xmlns:a16="http://schemas.microsoft.com/office/drawing/2014/main" id="{053E9E83-26C2-40E9-E6C5-594E11D48DE7}"/>
                </a:ext>
              </a:extLst>
            </p:cNvPr>
            <p:cNvSpPr/>
            <p:nvPr/>
          </p:nvSpPr>
          <p:spPr>
            <a:xfrm>
              <a:off x="7989091" y="4159033"/>
              <a:ext cx="144000" cy="144000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621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53" name="그룹 952">
            <a:extLst>
              <a:ext uri="{FF2B5EF4-FFF2-40B4-BE49-F238E27FC236}">
                <a16:creationId xmlns:a16="http://schemas.microsoft.com/office/drawing/2014/main" id="{0CF63266-963D-3F0C-6E26-2DBF42BD69CB}"/>
              </a:ext>
            </a:extLst>
          </p:cNvPr>
          <p:cNvGrpSpPr/>
          <p:nvPr/>
        </p:nvGrpSpPr>
        <p:grpSpPr>
          <a:xfrm>
            <a:off x="1195416" y="2945924"/>
            <a:ext cx="1843591" cy="1774663"/>
            <a:chOff x="483084" y="1035890"/>
            <a:chExt cx="1843591" cy="1774663"/>
          </a:xfrm>
        </p:grpSpPr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3AC38422-BE27-450F-E2F6-3A83EF03E3C8}"/>
                </a:ext>
              </a:extLst>
            </p:cNvPr>
            <p:cNvSpPr txBox="1"/>
            <p:nvPr/>
          </p:nvSpPr>
          <p:spPr>
            <a:xfrm>
              <a:off x="483084" y="2556637"/>
              <a:ext cx="158729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050" b="1" u="sng" dirty="0">
                  <a:solidFill>
                    <a:srgbClr val="FF0000"/>
                  </a:solidFill>
                </a:rPr>
                <a:t>876 (127.0.0.1 : 6000)</a:t>
              </a:r>
            </a:p>
          </p:txBody>
        </p:sp>
        <p:grpSp>
          <p:nvGrpSpPr>
            <p:cNvPr id="955" name="그룹 954">
              <a:extLst>
                <a:ext uri="{FF2B5EF4-FFF2-40B4-BE49-F238E27FC236}">
                  <a16:creationId xmlns:a16="http://schemas.microsoft.com/office/drawing/2014/main" id="{3AD29ECB-C5A4-54AA-A269-D35EDCC0724C}"/>
                </a:ext>
              </a:extLst>
            </p:cNvPr>
            <p:cNvGrpSpPr/>
            <p:nvPr/>
          </p:nvGrpSpPr>
          <p:grpSpPr>
            <a:xfrm>
              <a:off x="537809" y="1035890"/>
              <a:ext cx="1788866" cy="1573909"/>
              <a:chOff x="422612" y="2077312"/>
              <a:chExt cx="2539461" cy="2234308"/>
            </a:xfrm>
          </p:grpSpPr>
          <p:sp>
            <p:nvSpPr>
              <p:cNvPr id="958" name="타원 957">
                <a:extLst>
                  <a:ext uri="{FF2B5EF4-FFF2-40B4-BE49-F238E27FC236}">
                    <a16:creationId xmlns:a16="http://schemas.microsoft.com/office/drawing/2014/main" id="{B0BE36D7-C508-ED92-5608-70586671E773}"/>
                  </a:ext>
                </a:extLst>
              </p:cNvPr>
              <p:cNvSpPr/>
              <p:nvPr/>
            </p:nvSpPr>
            <p:spPr>
              <a:xfrm>
                <a:off x="481999" y="2172941"/>
                <a:ext cx="1979176" cy="199321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E99FF294-B4DE-C714-BDB2-73263E511874}"/>
                  </a:ext>
                </a:extLst>
              </p:cNvPr>
              <p:cNvGrpSpPr/>
              <p:nvPr/>
            </p:nvGrpSpPr>
            <p:grpSpPr>
              <a:xfrm>
                <a:off x="1351982" y="2077312"/>
                <a:ext cx="262241" cy="443359"/>
                <a:chOff x="3523966" y="1171800"/>
                <a:chExt cx="262241" cy="443359"/>
              </a:xfrm>
            </p:grpSpPr>
            <p:sp>
              <p:nvSpPr>
                <p:cNvPr id="981" name="TextBox 980">
                  <a:extLst>
                    <a:ext uri="{FF2B5EF4-FFF2-40B4-BE49-F238E27FC236}">
                      <a16:creationId xmlns:a16="http://schemas.microsoft.com/office/drawing/2014/main" id="{CE2C0CCD-6E8B-20C3-BFE2-5C4B5791BA33}"/>
                    </a:ext>
                  </a:extLst>
                </p:cNvPr>
                <p:cNvSpPr txBox="1"/>
                <p:nvPr/>
              </p:nvSpPr>
              <p:spPr>
                <a:xfrm>
                  <a:off x="3523966" y="1353009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  <p:sp>
              <p:nvSpPr>
                <p:cNvPr id="982" name="타원 981">
                  <a:extLst>
                    <a:ext uri="{FF2B5EF4-FFF2-40B4-BE49-F238E27FC236}">
                      <a16:creationId xmlns:a16="http://schemas.microsoft.com/office/drawing/2014/main" id="{2A84B48C-A00F-5036-0220-D0FE438EBC70}"/>
                    </a:ext>
                  </a:extLst>
                </p:cNvPr>
                <p:cNvSpPr/>
                <p:nvPr/>
              </p:nvSpPr>
              <p:spPr>
                <a:xfrm>
                  <a:off x="3558032" y="1171800"/>
                  <a:ext cx="204421" cy="204421"/>
                </a:xfrm>
                <a:prstGeom prst="ellipse">
                  <a:avLst/>
                </a:prstGeom>
                <a:solidFill>
                  <a:srgbClr val="A3DBFF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5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1F9D40CB-1595-6795-A4ED-4EA2B20E9878}"/>
                  </a:ext>
                </a:extLst>
              </p:cNvPr>
              <p:cNvGrpSpPr/>
              <p:nvPr/>
            </p:nvGrpSpPr>
            <p:grpSpPr>
              <a:xfrm>
                <a:off x="2036438" y="2353581"/>
                <a:ext cx="298215" cy="429733"/>
                <a:chOff x="4208422" y="1448069"/>
                <a:chExt cx="298215" cy="429733"/>
              </a:xfrm>
            </p:grpSpPr>
            <p:sp>
              <p:nvSpPr>
                <p:cNvPr id="979" name="타원 978">
                  <a:extLst>
                    <a:ext uri="{FF2B5EF4-FFF2-40B4-BE49-F238E27FC236}">
                      <a16:creationId xmlns:a16="http://schemas.microsoft.com/office/drawing/2014/main" id="{46A90403-AA3B-638A-C476-DEA66518F95E}"/>
                    </a:ext>
                  </a:extLst>
                </p:cNvPr>
                <p:cNvSpPr/>
                <p:nvPr/>
              </p:nvSpPr>
              <p:spPr>
                <a:xfrm>
                  <a:off x="4208422" y="144806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0" name="TextBox 979">
                  <a:extLst>
                    <a:ext uri="{FF2B5EF4-FFF2-40B4-BE49-F238E27FC236}">
                      <a16:creationId xmlns:a16="http://schemas.microsoft.com/office/drawing/2014/main" id="{3BC2E4FD-1583-C099-D053-591E779A43EA}"/>
                    </a:ext>
                  </a:extLst>
                </p:cNvPr>
                <p:cNvSpPr txBox="1"/>
                <p:nvPr/>
              </p:nvSpPr>
              <p:spPr>
                <a:xfrm>
                  <a:off x="4244396" y="1615651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93B28688-C427-ADF7-FCD3-DC6878AB6500}"/>
                  </a:ext>
                </a:extLst>
              </p:cNvPr>
              <p:cNvGrpSpPr/>
              <p:nvPr/>
            </p:nvGrpSpPr>
            <p:grpSpPr>
              <a:xfrm>
                <a:off x="2333088" y="2794621"/>
                <a:ext cx="262241" cy="437846"/>
                <a:chOff x="4505072" y="1889109"/>
                <a:chExt cx="262241" cy="437846"/>
              </a:xfrm>
            </p:grpSpPr>
            <p:sp>
              <p:nvSpPr>
                <p:cNvPr id="977" name="타원 976">
                  <a:extLst>
                    <a:ext uri="{FF2B5EF4-FFF2-40B4-BE49-F238E27FC236}">
                      <a16:creationId xmlns:a16="http://schemas.microsoft.com/office/drawing/2014/main" id="{F1B45A59-C4BE-5246-653A-2D3B20D3DB43}"/>
                    </a:ext>
                  </a:extLst>
                </p:cNvPr>
                <p:cNvSpPr/>
                <p:nvPr/>
              </p:nvSpPr>
              <p:spPr>
                <a:xfrm>
                  <a:off x="4507553" y="188910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8" name="TextBox 977">
                  <a:extLst>
                    <a:ext uri="{FF2B5EF4-FFF2-40B4-BE49-F238E27FC236}">
                      <a16:creationId xmlns:a16="http://schemas.microsoft.com/office/drawing/2014/main" id="{B6D474F0-CD3B-87B9-96FB-8EC6A883FD6E}"/>
                    </a:ext>
                  </a:extLst>
                </p:cNvPr>
                <p:cNvSpPr txBox="1"/>
                <p:nvPr/>
              </p:nvSpPr>
              <p:spPr>
                <a:xfrm>
                  <a:off x="4505072" y="2064804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grpSp>
            <p:nvGrpSpPr>
              <p:cNvPr id="962" name="그룹 961">
                <a:extLst>
                  <a:ext uri="{FF2B5EF4-FFF2-40B4-BE49-F238E27FC236}">
                    <a16:creationId xmlns:a16="http://schemas.microsoft.com/office/drawing/2014/main" id="{2165380C-7930-C3D9-0153-F91C16EDFA08}"/>
                  </a:ext>
                </a:extLst>
              </p:cNvPr>
              <p:cNvGrpSpPr/>
              <p:nvPr/>
            </p:nvGrpSpPr>
            <p:grpSpPr>
              <a:xfrm>
                <a:off x="2257995" y="3419468"/>
                <a:ext cx="262241" cy="431240"/>
                <a:chOff x="4429979" y="2513956"/>
                <a:chExt cx="262241" cy="431240"/>
              </a:xfrm>
            </p:grpSpPr>
            <p:sp>
              <p:nvSpPr>
                <p:cNvPr id="975" name="타원 974">
                  <a:extLst>
                    <a:ext uri="{FF2B5EF4-FFF2-40B4-BE49-F238E27FC236}">
                      <a16:creationId xmlns:a16="http://schemas.microsoft.com/office/drawing/2014/main" id="{3C37A825-555D-185F-7764-22ADB050713F}"/>
                    </a:ext>
                  </a:extLst>
                </p:cNvPr>
                <p:cNvSpPr/>
                <p:nvPr/>
              </p:nvSpPr>
              <p:spPr>
                <a:xfrm>
                  <a:off x="4474615" y="2513956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906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6" name="TextBox 975">
                  <a:extLst>
                    <a:ext uri="{FF2B5EF4-FFF2-40B4-BE49-F238E27FC236}">
                      <a16:creationId xmlns:a16="http://schemas.microsoft.com/office/drawing/2014/main" id="{F3033AA9-9045-E478-D943-9F241FE3B270}"/>
                    </a:ext>
                  </a:extLst>
                </p:cNvPr>
                <p:cNvSpPr txBox="1"/>
                <p:nvPr/>
              </p:nvSpPr>
              <p:spPr>
                <a:xfrm>
                  <a:off x="4429979" y="2683045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ko-KR" altLang="en-US" dirty="0"/>
                </a:p>
              </p:txBody>
            </p:sp>
          </p:grpSp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3B701F87-0F66-B9BC-8F48-3457AE0E496D}"/>
                  </a:ext>
                </a:extLst>
              </p:cNvPr>
              <p:cNvSpPr txBox="1"/>
              <p:nvPr/>
            </p:nvSpPr>
            <p:spPr>
              <a:xfrm>
                <a:off x="1867049" y="4035076"/>
                <a:ext cx="1095024" cy="2621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algn="ctr">
                  <a:defRPr sz="600" b="1"/>
                </a:lvl1pPr>
              </a:lstStyle>
              <a:p>
                <a:r>
                  <a:rPr lang="en-US" altLang="ko-KR" dirty="0"/>
                  <a:t>127.0.0.1 : 6001</a:t>
                </a:r>
                <a:endParaRPr lang="ko-KR" altLang="en-US" dirty="0"/>
              </a:p>
            </p:txBody>
          </p:sp>
          <p:sp>
            <p:nvSpPr>
              <p:cNvPr id="964" name="타원 963">
                <a:extLst>
                  <a:ext uri="{FF2B5EF4-FFF2-40B4-BE49-F238E27FC236}">
                    <a16:creationId xmlns:a16="http://schemas.microsoft.com/office/drawing/2014/main" id="{544437F0-504D-56B5-BC74-B28C4F22681D}"/>
                  </a:ext>
                </a:extLst>
              </p:cNvPr>
              <p:cNvSpPr/>
              <p:nvPr/>
            </p:nvSpPr>
            <p:spPr>
              <a:xfrm>
                <a:off x="1360059" y="4068247"/>
                <a:ext cx="204421" cy="204421"/>
              </a:xfrm>
              <a:prstGeom prst="ellipse">
                <a:avLst/>
              </a:prstGeom>
              <a:solidFill>
                <a:srgbClr val="FFFF00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rgbClr val="FF0000"/>
                    </a:solidFill>
                  </a:rPr>
                  <a:t>906</a:t>
                </a:r>
                <a:endParaRPr lang="ko-KR" altLang="en-US" sz="6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965" name="그룹 964">
                <a:extLst>
                  <a:ext uri="{FF2B5EF4-FFF2-40B4-BE49-F238E27FC236}">
                    <a16:creationId xmlns:a16="http://schemas.microsoft.com/office/drawing/2014/main" id="{85913819-604E-E9AD-CB42-7E9628981872}"/>
                  </a:ext>
                </a:extLst>
              </p:cNvPr>
              <p:cNvGrpSpPr/>
              <p:nvPr/>
            </p:nvGrpSpPr>
            <p:grpSpPr>
              <a:xfrm>
                <a:off x="660990" y="3853989"/>
                <a:ext cx="262241" cy="457631"/>
                <a:chOff x="2832974" y="2948477"/>
                <a:chExt cx="262241" cy="457631"/>
              </a:xfrm>
            </p:grpSpPr>
            <p:sp>
              <p:nvSpPr>
                <p:cNvPr id="973" name="타원 972">
                  <a:extLst>
                    <a:ext uri="{FF2B5EF4-FFF2-40B4-BE49-F238E27FC236}">
                      <a16:creationId xmlns:a16="http://schemas.microsoft.com/office/drawing/2014/main" id="{9174282D-109C-6573-8980-811A90BA69E8}"/>
                    </a:ext>
                  </a:extLst>
                </p:cNvPr>
                <p:cNvSpPr/>
                <p:nvPr/>
              </p:nvSpPr>
              <p:spPr>
                <a:xfrm>
                  <a:off x="2879863" y="2948477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4" name="TextBox 973">
                  <a:extLst>
                    <a:ext uri="{FF2B5EF4-FFF2-40B4-BE49-F238E27FC236}">
                      <a16:creationId xmlns:a16="http://schemas.microsoft.com/office/drawing/2014/main" id="{8F79E017-5542-1532-F158-66B2F038A228}"/>
                    </a:ext>
                  </a:extLst>
                </p:cNvPr>
                <p:cNvSpPr txBox="1"/>
                <p:nvPr/>
              </p:nvSpPr>
              <p:spPr>
                <a:xfrm>
                  <a:off x="2832974" y="3143957"/>
                  <a:ext cx="262241" cy="26215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6" name="그룹 965">
                <a:extLst>
                  <a:ext uri="{FF2B5EF4-FFF2-40B4-BE49-F238E27FC236}">
                    <a16:creationId xmlns:a16="http://schemas.microsoft.com/office/drawing/2014/main" id="{4A188FA0-C6EF-D61B-480D-4AD2855A8D6B}"/>
                  </a:ext>
                </a:extLst>
              </p:cNvPr>
              <p:cNvGrpSpPr/>
              <p:nvPr/>
            </p:nvGrpSpPr>
            <p:grpSpPr>
              <a:xfrm>
                <a:off x="422612" y="3420931"/>
                <a:ext cx="262241" cy="429478"/>
                <a:chOff x="2594596" y="2515419"/>
                <a:chExt cx="262241" cy="429478"/>
              </a:xfrm>
            </p:grpSpPr>
            <p:sp>
              <p:nvSpPr>
                <p:cNvPr id="971" name="타원 970">
                  <a:extLst>
                    <a:ext uri="{FF2B5EF4-FFF2-40B4-BE49-F238E27FC236}">
                      <a16:creationId xmlns:a16="http://schemas.microsoft.com/office/drawing/2014/main" id="{7AC209DB-8D59-FCF6-B6CA-504FC7B3E2C3}"/>
                    </a:ext>
                  </a:extLst>
                </p:cNvPr>
                <p:cNvSpPr/>
                <p:nvPr/>
              </p:nvSpPr>
              <p:spPr>
                <a:xfrm>
                  <a:off x="2626523" y="2515419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60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2" name="TextBox 971">
                  <a:extLst>
                    <a:ext uri="{FF2B5EF4-FFF2-40B4-BE49-F238E27FC236}">
                      <a16:creationId xmlns:a16="http://schemas.microsoft.com/office/drawing/2014/main" id="{9DD02A88-C825-0234-4C00-36F153CD8156}"/>
                    </a:ext>
                  </a:extLst>
                </p:cNvPr>
                <p:cNvSpPr txBox="1"/>
                <p:nvPr/>
              </p:nvSpPr>
              <p:spPr>
                <a:xfrm>
                  <a:off x="2594596" y="2682747"/>
                  <a:ext cx="262241" cy="26215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endParaRPr lang="en-US" altLang="ko-KR" dirty="0"/>
                </a:p>
              </p:txBody>
            </p:sp>
          </p:grpSp>
          <p:grpSp>
            <p:nvGrpSpPr>
              <p:cNvPr id="967" name="그룹 966">
                <a:extLst>
                  <a:ext uri="{FF2B5EF4-FFF2-40B4-BE49-F238E27FC236}">
                    <a16:creationId xmlns:a16="http://schemas.microsoft.com/office/drawing/2014/main" id="{69BC4DFA-E132-EAD3-858A-F6F679959364}"/>
                  </a:ext>
                </a:extLst>
              </p:cNvPr>
              <p:cNvGrpSpPr/>
              <p:nvPr/>
            </p:nvGrpSpPr>
            <p:grpSpPr>
              <a:xfrm>
                <a:off x="439175" y="2562586"/>
                <a:ext cx="1404572" cy="442061"/>
                <a:chOff x="2611159" y="1657074"/>
                <a:chExt cx="1404572" cy="442061"/>
              </a:xfrm>
            </p:grpSpPr>
            <p:sp>
              <p:nvSpPr>
                <p:cNvPr id="969" name="타원 968">
                  <a:extLst>
                    <a:ext uri="{FF2B5EF4-FFF2-40B4-BE49-F238E27FC236}">
                      <a16:creationId xmlns:a16="http://schemas.microsoft.com/office/drawing/2014/main" id="{68B5EE26-5C81-411A-80DB-77D075FF3A61}"/>
                    </a:ext>
                  </a:extLst>
                </p:cNvPr>
                <p:cNvSpPr/>
                <p:nvPr/>
              </p:nvSpPr>
              <p:spPr>
                <a:xfrm>
                  <a:off x="2611159" y="1894714"/>
                  <a:ext cx="204421" cy="20442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112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0" name="TextBox 969">
                  <a:extLst>
                    <a:ext uri="{FF2B5EF4-FFF2-40B4-BE49-F238E27FC236}">
                      <a16:creationId xmlns:a16="http://schemas.microsoft.com/office/drawing/2014/main" id="{844E0FFC-8383-8F36-09F0-FCD9DDB97879}"/>
                    </a:ext>
                  </a:extLst>
                </p:cNvPr>
                <p:cNvSpPr txBox="1"/>
                <p:nvPr/>
              </p:nvSpPr>
              <p:spPr>
                <a:xfrm>
                  <a:off x="2797825" y="1657074"/>
                  <a:ext cx="1217906" cy="28399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ko-KR"/>
                  </a:defPPr>
                  <a:lvl1pPr algn="ctr">
                    <a:defRPr sz="600" b="1"/>
                  </a:lvl1pPr>
                </a:lstStyle>
                <a:p>
                  <a:r>
                    <a:rPr lang="en-US" altLang="ko-KR" sz="700" dirty="0"/>
                    <a:t>127.0.0.1 : 6007</a:t>
                  </a:r>
                </a:p>
              </p:txBody>
            </p:sp>
          </p:grpSp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60BB50F2-B916-8884-F66F-93C552A6961E}"/>
                  </a:ext>
                </a:extLst>
              </p:cNvPr>
              <p:cNvSpPr/>
              <p:nvPr/>
            </p:nvSpPr>
            <p:spPr>
              <a:xfrm>
                <a:off x="726112" y="2296977"/>
                <a:ext cx="204421" cy="204421"/>
              </a:xfrm>
              <a:prstGeom prst="ellipse">
                <a:avLst/>
              </a:prstGeom>
              <a:solidFill>
                <a:schemeClr val="bg1"/>
              </a:solidFill>
              <a:ln w="635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377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7" name="타원 956">
              <a:extLst>
                <a:ext uri="{FF2B5EF4-FFF2-40B4-BE49-F238E27FC236}">
                  <a16:creationId xmlns:a16="http://schemas.microsoft.com/office/drawing/2014/main" id="{C645C145-F8CB-3D23-9B32-84C6908CFD5C}"/>
                </a:ext>
              </a:extLst>
            </p:cNvPr>
            <p:cNvSpPr/>
            <p:nvPr/>
          </p:nvSpPr>
          <p:spPr>
            <a:xfrm>
              <a:off x="1644481" y="2273367"/>
              <a:ext cx="139752" cy="141611"/>
            </a:xfrm>
            <a:prstGeom prst="ellipse">
              <a:avLst/>
            </a:prstGeom>
            <a:solidFill>
              <a:schemeClr val="bg1"/>
            </a:solidFill>
            <a:ln w="635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600" b="1" dirty="0">
                  <a:solidFill>
                    <a:schemeClr val="tx1"/>
                  </a:solidFill>
                </a:rPr>
                <a:t>906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38E850F-9CB8-4AF0-FB89-42B105FB5D61}"/>
              </a:ext>
            </a:extLst>
          </p:cNvPr>
          <p:cNvSpPr txBox="1"/>
          <p:nvPr/>
        </p:nvSpPr>
        <p:spPr>
          <a:xfrm>
            <a:off x="263396" y="423527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(127.0.0.1:6003) 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CF09A7-D7DD-DE6F-2D46-4642FEA8B8A3}"/>
              </a:ext>
            </a:extLst>
          </p:cNvPr>
          <p:cNvSpPr txBox="1"/>
          <p:nvPr/>
        </p:nvSpPr>
        <p:spPr>
          <a:xfrm>
            <a:off x="1878904" y="431960"/>
            <a:ext cx="18076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876 →</a:t>
            </a:r>
            <a:r>
              <a:rPr lang="en-US" altLang="ko-KR" sz="1000" dirty="0">
                <a:sym typeface="Wingdings" panose="05000000000000000000" pitchFamily="2" charset="2"/>
              </a:rPr>
              <a:t> 906</a:t>
            </a:r>
            <a:endParaRPr lang="ko-KR" altLang="en-US" sz="1000" dirty="0"/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0666349E-1688-B85A-1027-2C5F22BDA3E1}"/>
              </a:ext>
            </a:extLst>
          </p:cNvPr>
          <p:cNvSpPr txBox="1"/>
          <p:nvPr/>
        </p:nvSpPr>
        <p:spPr>
          <a:xfrm>
            <a:off x="218346" y="2783698"/>
            <a:ext cx="1048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906 </a:t>
            </a:r>
            <a:r>
              <a:rPr lang="ko-KR" altLang="en-US" sz="1000" b="1" dirty="0">
                <a:solidFill>
                  <a:srgbClr val="FF0000"/>
                </a:solidFill>
              </a:rPr>
              <a:t>찾기</a:t>
            </a:r>
            <a:endParaRPr lang="en-US" altLang="ko-KR" sz="1000" b="1" dirty="0">
              <a:solidFill>
                <a:srgbClr val="FF0000"/>
              </a:solidFill>
            </a:endParaRPr>
          </a:p>
        </p:txBody>
      </p:sp>
      <p:cxnSp>
        <p:nvCxnSpPr>
          <p:cNvPr id="993" name="연결선: 구부러짐 225">
            <a:extLst>
              <a:ext uri="{FF2B5EF4-FFF2-40B4-BE49-F238E27FC236}">
                <a16:creationId xmlns:a16="http://schemas.microsoft.com/office/drawing/2014/main" id="{835FA616-519B-9F98-0617-FF444986E327}"/>
              </a:ext>
            </a:extLst>
          </p:cNvPr>
          <p:cNvCxnSpPr>
            <a:cxnSpLocks/>
            <a:stCxn id="992" idx="2"/>
            <a:endCxn id="982" idx="0"/>
          </p:cNvCxnSpPr>
          <p:nvPr/>
        </p:nvCxnSpPr>
        <p:spPr>
          <a:xfrm rot="5400000" flipH="1" flipV="1">
            <a:off x="1329727" y="2358835"/>
            <a:ext cx="83995" cy="1258174"/>
          </a:xfrm>
          <a:prstGeom prst="curvedConnector5">
            <a:avLst>
              <a:gd name="adj1" fmla="val -272159"/>
              <a:gd name="adj2" fmla="val 67974"/>
              <a:gd name="adj3" fmla="val 372159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" name="TextBox 998">
            <a:extLst>
              <a:ext uri="{FF2B5EF4-FFF2-40B4-BE49-F238E27FC236}">
                <a16:creationId xmlns:a16="http://schemas.microsoft.com/office/drawing/2014/main" id="{58AE420A-EAE0-F09A-700E-5B2503A6A587}"/>
              </a:ext>
            </a:extLst>
          </p:cNvPr>
          <p:cNvSpPr txBox="1"/>
          <p:nvPr/>
        </p:nvSpPr>
        <p:spPr>
          <a:xfrm>
            <a:off x="158742" y="-8351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250205_</a:t>
            </a:r>
            <a:r>
              <a:rPr lang="en-US" altLang="ko-KR" dirty="0"/>
              <a:t>Packet CNT 3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E04A6-7D40-F466-8A6D-556DAC090C73}"/>
              </a:ext>
            </a:extLst>
          </p:cNvPr>
          <p:cNvSpPr txBox="1"/>
          <p:nvPr/>
        </p:nvSpPr>
        <p:spPr>
          <a:xfrm>
            <a:off x="1513606" y="4660781"/>
            <a:ext cx="16503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</a:t>
            </a:r>
            <a:r>
              <a:rPr lang="en-US" altLang="ko-KR" sz="6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6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=2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0BA79-B28B-2E59-E0ED-B23886DAF28C}"/>
              </a:ext>
            </a:extLst>
          </p:cNvPr>
          <p:cNvSpPr txBox="1"/>
          <p:nvPr/>
        </p:nvSpPr>
        <p:spPr>
          <a:xfrm>
            <a:off x="1838561" y="3810325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SKIP1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연결선: 구부러짐 70">
            <a:extLst>
              <a:ext uri="{FF2B5EF4-FFF2-40B4-BE49-F238E27FC236}">
                <a16:creationId xmlns:a16="http://schemas.microsoft.com/office/drawing/2014/main" id="{42D42EFD-DA19-303F-35B4-EA06587B7C45}"/>
              </a:ext>
            </a:extLst>
          </p:cNvPr>
          <p:cNvCxnSpPr>
            <a:cxnSpLocks/>
            <a:stCxn id="982" idx="5"/>
            <a:endCxn id="971" idx="7"/>
          </p:cNvCxnSpPr>
          <p:nvPr/>
        </p:nvCxnSpPr>
        <p:spPr>
          <a:xfrm rot="5400000">
            <a:off x="1301305" y="3163075"/>
            <a:ext cx="844659" cy="656181"/>
          </a:xfrm>
          <a:prstGeom prst="curvedConnector3">
            <a:avLst>
              <a:gd name="adj1" fmla="val 107312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225">
            <a:extLst>
              <a:ext uri="{FF2B5EF4-FFF2-40B4-BE49-F238E27FC236}">
                <a16:creationId xmlns:a16="http://schemas.microsoft.com/office/drawing/2014/main" id="{89225911-D480-CD63-7660-F17CD5CF66AA}"/>
              </a:ext>
            </a:extLst>
          </p:cNvPr>
          <p:cNvCxnSpPr>
            <a:cxnSpLocks/>
            <a:stCxn id="969" idx="2"/>
            <a:endCxn id="126" idx="1"/>
          </p:cNvCxnSpPr>
          <p:nvPr/>
        </p:nvCxnSpPr>
        <p:spPr>
          <a:xfrm rot="10800000" flipH="1" flipV="1">
            <a:off x="1261807" y="3527164"/>
            <a:ext cx="586037" cy="1500393"/>
          </a:xfrm>
          <a:prstGeom prst="curvedConnector4">
            <a:avLst>
              <a:gd name="adj1" fmla="val -39008"/>
              <a:gd name="adj2" fmla="val 51697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5C452D-A69E-DB2F-2A63-246AB4493C70}"/>
              </a:ext>
            </a:extLst>
          </p:cNvPr>
          <p:cNvSpPr txBox="1"/>
          <p:nvPr/>
        </p:nvSpPr>
        <p:spPr>
          <a:xfrm>
            <a:off x="633715" y="3442022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0EDD6E9-AB3C-83EA-BC7F-39052884E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395537"/>
              </p:ext>
            </p:extLst>
          </p:nvPr>
        </p:nvGraphicFramePr>
        <p:xfrm>
          <a:off x="2680488" y="761400"/>
          <a:ext cx="8350002" cy="179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0002">
                  <a:extLst>
                    <a:ext uri="{9D8B030D-6E8A-4147-A177-3AD203B41FA5}">
                      <a16:colId xmlns:a16="http://schemas.microsoft.com/office/drawing/2014/main" val="1840252441"/>
                    </a:ext>
                  </a:extLst>
                </a:gridCol>
              </a:tblGrid>
              <a:tr h="1162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127.0.0.1:6000,127.0.0.1:6003, ,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906)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444756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127.0.0.1:6000,127.0.0.1:6004,127.0.0.1:6002,127.0.0.1:6003,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60 621  906)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410914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127.0.0.1:6000,127.0.0.1:6005,127.0.0.1:6009,127.0.0.1:6003, (876 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112 772  906)</a:t>
                      </a:r>
                      <a:r>
                        <a:rPr lang="en-US" altLang="ko-KR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81406803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036479458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1790530633"/>
                  </a:ext>
                </a:extLst>
              </a:tr>
              <a:tr h="271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127.0.0.1:6000,127.0.0.1:6004,127.0.0.1:6005,127.0.0.1:6007,127.0.0.1:6006,127.0.0.1:6009,127.0.0.1:6004,127.0.0.1:6007,127.0.0.1:6002,127.0.0.1:6005,127.0.0.1:6009,127.0.0.1:6007,127.0.0.1:6009,127.0.0.1:6008,127.0.0.1:6003,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24862161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127.0.0.1:6000,127.0.0.1:6005,127.0.0.1:6007,127.0.0.1:6003,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3528893942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127.0.0.1:6000,127.0.0.1:6007,127.0.0.1:6006,127.0.0.1:6004,127.0.0.1:6002,127.0.0.1:6009,127.0.0.1:6003, 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57864099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127.0.0.1:6000,127.0.0.1:6003,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422615730"/>
                  </a:ext>
                </a:extLst>
              </a:tr>
              <a:tr h="1718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127.0.0.1:6000,127.0.0.1:6004,127.0.0.1:6005,127.0.0.1:6009,127.0.0.1:6004,127.0.0.1:6007,127.0.0.1:6002,127.0.0.1:6003, 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6" marR="5056" marT="5056" marB="0" anchor="ctr"/>
                </a:tc>
                <a:extLst>
                  <a:ext uri="{0D108BD9-81ED-4DB2-BD59-A6C34878D82A}">
                    <a16:rowId xmlns:a16="http://schemas.microsoft.com/office/drawing/2014/main" val="20269821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41D6F9-DC19-EB99-AD2F-3F037D06B8FB}"/>
              </a:ext>
            </a:extLst>
          </p:cNvPr>
          <p:cNvSpPr txBox="1"/>
          <p:nvPr/>
        </p:nvSpPr>
        <p:spPr>
          <a:xfrm>
            <a:off x="5320091" y="4616645"/>
            <a:ext cx="100637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</a:t>
            </a:r>
            <a:r>
              <a:rPr lang="en-US" altLang="ko-KR" sz="6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6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C5F1F-98DE-E647-5C8A-C89C9918C383}"/>
              </a:ext>
            </a:extLst>
          </p:cNvPr>
          <p:cNvSpPr txBox="1"/>
          <p:nvPr/>
        </p:nvSpPr>
        <p:spPr>
          <a:xfrm>
            <a:off x="9455597" y="4612053"/>
            <a:ext cx="100637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ko-KR" altLang="en-US" sz="600" b="1" dirty="0">
                <a:solidFill>
                  <a:schemeClr val="accent5">
                    <a:lumMod val="75000"/>
                  </a:schemeClr>
                </a:solidFill>
              </a:rPr>
              <a:t>로테이션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] </a:t>
            </a:r>
            <a:r>
              <a:rPr lang="en-US" altLang="ko-KR" sz="6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6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600" b="1" dirty="0">
                <a:solidFill>
                  <a:schemeClr val="accent5">
                    <a:lumMod val="75000"/>
                  </a:schemeClr>
                </a:solidFill>
              </a:rPr>
              <a:t>=1</a:t>
            </a:r>
            <a:endParaRPr lang="ko-KR" altLang="en-US" sz="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0" name="연결선: 구부러짐 70">
            <a:extLst>
              <a:ext uri="{FF2B5EF4-FFF2-40B4-BE49-F238E27FC236}">
                <a16:creationId xmlns:a16="http://schemas.microsoft.com/office/drawing/2014/main" id="{9F8176A0-5DEF-41FC-085F-9A1A871EECD5}"/>
              </a:ext>
            </a:extLst>
          </p:cNvPr>
          <p:cNvCxnSpPr>
            <a:cxnSpLocks/>
            <a:stCxn id="971" idx="7"/>
            <a:endCxn id="969" idx="5"/>
          </p:cNvCxnSpPr>
          <p:nvPr/>
        </p:nvCxnSpPr>
        <p:spPr>
          <a:xfrm rot="16200000" flipV="1">
            <a:off x="1222423" y="3740374"/>
            <a:ext cx="335418" cy="1082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889844-F746-F960-451D-51E13C2D431B}"/>
              </a:ext>
            </a:extLst>
          </p:cNvPr>
          <p:cNvSpPr txBox="1"/>
          <p:nvPr/>
        </p:nvSpPr>
        <p:spPr>
          <a:xfrm>
            <a:off x="1384720" y="3550060"/>
            <a:ext cx="5013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SKIP2</a:t>
            </a:r>
            <a:endParaRPr lang="ko-KR" altLang="en-US" sz="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9" name="연결선: 구부러짐 70">
            <a:extLst>
              <a:ext uri="{FF2B5EF4-FFF2-40B4-BE49-F238E27FC236}">
                <a16:creationId xmlns:a16="http://schemas.microsoft.com/office/drawing/2014/main" id="{1B016A1D-DE94-3D19-4565-E0BB559A13D5}"/>
              </a:ext>
            </a:extLst>
          </p:cNvPr>
          <p:cNvCxnSpPr>
            <a:cxnSpLocks/>
            <a:stCxn id="126" idx="4"/>
            <a:endCxn id="112" idx="5"/>
          </p:cNvCxnSpPr>
          <p:nvPr/>
        </p:nvCxnSpPr>
        <p:spPr>
          <a:xfrm rot="5400000">
            <a:off x="1632831" y="4977038"/>
            <a:ext cx="92494" cy="439359"/>
          </a:xfrm>
          <a:prstGeom prst="curvedConnector3">
            <a:avLst>
              <a:gd name="adj1" fmla="val 369950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25">
            <a:extLst>
              <a:ext uri="{FF2B5EF4-FFF2-40B4-BE49-F238E27FC236}">
                <a16:creationId xmlns:a16="http://schemas.microsoft.com/office/drawing/2014/main" id="{65E622A4-838B-FC0B-A027-A57FD77F2A9D}"/>
              </a:ext>
            </a:extLst>
          </p:cNvPr>
          <p:cNvCxnSpPr>
            <a:cxnSpLocks/>
            <a:stCxn id="112" idx="0"/>
            <a:endCxn id="67" idx="0"/>
          </p:cNvCxnSpPr>
          <p:nvPr/>
        </p:nvCxnSpPr>
        <p:spPr>
          <a:xfrm rot="5400000" flipH="1" flipV="1">
            <a:off x="5519333" y="878185"/>
            <a:ext cx="131021" cy="8352714"/>
          </a:xfrm>
          <a:prstGeom prst="curvedConnector3">
            <a:avLst>
              <a:gd name="adj1" fmla="val 274476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33371D-0C37-AF93-9C06-51C895ED6490}"/>
              </a:ext>
            </a:extLst>
          </p:cNvPr>
          <p:cNvSpPr txBox="1"/>
          <p:nvPr/>
        </p:nvSpPr>
        <p:spPr>
          <a:xfrm>
            <a:off x="776223" y="4983056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  <p:cxnSp>
        <p:nvCxnSpPr>
          <p:cNvPr id="34" name="연결선: 구부러짐 70">
            <a:extLst>
              <a:ext uri="{FF2B5EF4-FFF2-40B4-BE49-F238E27FC236}">
                <a16:creationId xmlns:a16="http://schemas.microsoft.com/office/drawing/2014/main" id="{EF5C13FC-D4A9-696E-2CF2-679548509E09}"/>
              </a:ext>
            </a:extLst>
          </p:cNvPr>
          <p:cNvCxnSpPr>
            <a:cxnSpLocks/>
            <a:stCxn id="66" idx="0"/>
            <a:endCxn id="56" idx="7"/>
          </p:cNvCxnSpPr>
          <p:nvPr/>
        </p:nvCxnSpPr>
        <p:spPr>
          <a:xfrm rot="16200000" flipH="1" flipV="1">
            <a:off x="8959179" y="5502766"/>
            <a:ext cx="1184103" cy="416866"/>
          </a:xfrm>
          <a:prstGeom prst="curvedConnector3">
            <a:avLst>
              <a:gd name="adj1" fmla="val 48264"/>
            </a:avLst>
          </a:prstGeom>
          <a:ln w="12700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96CC8FA-C223-6339-8626-0AAB8E14CB59}"/>
              </a:ext>
            </a:extLst>
          </p:cNvPr>
          <p:cNvSpPr txBox="1"/>
          <p:nvPr/>
        </p:nvSpPr>
        <p:spPr>
          <a:xfrm>
            <a:off x="9702717" y="4839769"/>
            <a:ext cx="8179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solidFill>
                  <a:schemeClr val="accent5">
                    <a:lumMod val="75000"/>
                  </a:schemeClr>
                </a:solidFill>
              </a:rPr>
              <a:t>CTR</a:t>
            </a:r>
            <a:r>
              <a:rPr lang="en-US" altLang="ko-KR" sz="800" b="1" baseline="-25000" dirty="0" err="1">
                <a:solidFill>
                  <a:schemeClr val="accent5">
                    <a:lumMod val="75000"/>
                  </a:schemeClr>
                </a:solidFill>
              </a:rPr>
              <a:t>SEND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</a:rPr>
              <a:t>++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242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36822</TotalTime>
  <Words>11520</Words>
  <Application>Microsoft Office PowerPoint</Application>
  <PresentationFormat>와이드스크린</PresentationFormat>
  <Paragraphs>4987</Paragraphs>
  <Slides>34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Arial</vt:lpstr>
      <vt:lpstr>Cambria Math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서정철부장</dc:creator>
  <cp:lastModifiedBy>서정철부장</cp:lastModifiedBy>
  <cp:revision>314</cp:revision>
  <dcterms:created xsi:type="dcterms:W3CDTF">2025-07-16T00:59:40Z</dcterms:created>
  <dcterms:modified xsi:type="dcterms:W3CDTF">2026-03-06T08:08:11Z</dcterms:modified>
</cp:coreProperties>
</file>